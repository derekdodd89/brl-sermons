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1" d="100"/>
          <a:sy n="71" d="100"/>
        </p:scale>
        <p:origin x="-4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Oval 2">
            <a:extLst>
              <a:ext uri="{FF2B5EF4-FFF2-40B4-BE49-F238E27FC236}">
                <a16:creationId xmlns:a16="http://schemas.microsoft.com/office/drawing/2014/main" id="{1F2418D5-1155-4A94-A282-80D9CA542978}"/>
              </a:ext>
            </a:extLst>
          </p:cNvPr>
          <p:cNvSpPr>
            <a:spLocks noGrp="1" noChangeArrowheads="1"/>
          </p:cNvSpPr>
          <p:nvPr>
            <p:ph type="ctrTitle" sz="quarter"/>
          </p:nvPr>
        </p:nvSpPr>
        <p:spPr>
          <a:xfrm>
            <a:off x="685800" y="1143000"/>
            <a:ext cx="7772400" cy="1143000"/>
          </a:xfrm>
        </p:spPr>
        <p:txBody>
          <a:bodyPr/>
          <a:lstStyle>
            <a:lvl1pPr>
              <a:defRPr/>
            </a:lvl1pPr>
          </a:lstStyle>
          <a:p>
            <a:pPr lvl="0"/>
            <a:r>
              <a:rPr lang="en-US" altLang="en-US" noProof="0"/>
              <a:t>Click to edit Master title style</a:t>
            </a:r>
          </a:p>
        </p:txBody>
      </p:sp>
      <p:sp>
        <p:nvSpPr>
          <p:cNvPr id="5123" name="Rectangle 3">
            <a:extLst>
              <a:ext uri="{FF2B5EF4-FFF2-40B4-BE49-F238E27FC236}">
                <a16:creationId xmlns:a16="http://schemas.microsoft.com/office/drawing/2014/main" id="{51387649-BA38-4854-989B-31B0071ECAB7}"/>
              </a:ext>
            </a:extLst>
          </p:cNvPr>
          <p:cNvSpPr>
            <a:spLocks noGrp="1" noChangeArrowheads="1"/>
          </p:cNvSpPr>
          <p:nvPr>
            <p:ph type="subTitle" sz="quarter" idx="1"/>
          </p:nvPr>
        </p:nvSpPr>
        <p:spPr>
          <a:xfrm>
            <a:off x="1371600" y="3581400"/>
            <a:ext cx="6400800" cy="2057400"/>
          </a:xfrm>
        </p:spPr>
        <p:txBody>
          <a:bodyPr/>
          <a:lstStyle>
            <a:lvl1pPr marL="0" indent="0" algn="ctr">
              <a:buFontTx/>
              <a:buNone/>
              <a:defRPr/>
            </a:lvl1pPr>
          </a:lstStyle>
          <a:p>
            <a:pPr lvl="0"/>
            <a:r>
              <a:rPr lang="en-US" altLang="en-US" noProof="0"/>
              <a:t>Click to edit Master subtitle style</a:t>
            </a:r>
          </a:p>
        </p:txBody>
      </p:sp>
      <p:sp>
        <p:nvSpPr>
          <p:cNvPr id="5124" name="Rectangle 4">
            <a:extLst>
              <a:ext uri="{FF2B5EF4-FFF2-40B4-BE49-F238E27FC236}">
                <a16:creationId xmlns:a16="http://schemas.microsoft.com/office/drawing/2014/main" id="{79039868-E552-42A6-AD47-BBFB780D22B7}"/>
              </a:ext>
            </a:extLst>
          </p:cNvPr>
          <p:cNvSpPr>
            <a:spLocks noGrp="1" noChangeArrowheads="1"/>
          </p:cNvSpPr>
          <p:nvPr>
            <p:ph type="dt" sz="quarter" idx="2"/>
          </p:nvPr>
        </p:nvSpPr>
        <p:spPr/>
        <p:txBody>
          <a:bodyPr/>
          <a:lstStyle>
            <a:lvl1pPr algn="l">
              <a:defRPr>
                <a:solidFill>
                  <a:schemeClr val="tx2"/>
                </a:solidFill>
              </a:defRPr>
            </a:lvl1pPr>
          </a:lstStyle>
          <a:p>
            <a:endParaRPr lang="en-US" altLang="en-US"/>
          </a:p>
        </p:txBody>
      </p:sp>
      <p:sp>
        <p:nvSpPr>
          <p:cNvPr id="5125" name="Rectangle 5">
            <a:extLst>
              <a:ext uri="{FF2B5EF4-FFF2-40B4-BE49-F238E27FC236}">
                <a16:creationId xmlns:a16="http://schemas.microsoft.com/office/drawing/2014/main" id="{272E8891-AEA7-491D-9703-8977C8003BB9}"/>
              </a:ext>
            </a:extLst>
          </p:cNvPr>
          <p:cNvSpPr>
            <a:spLocks noGrp="1" noChangeArrowheads="1"/>
          </p:cNvSpPr>
          <p:nvPr>
            <p:ph type="ftr" sz="quarter" idx="3"/>
          </p:nvPr>
        </p:nvSpPr>
        <p:spPr>
          <a:xfrm>
            <a:off x="3124200" y="6326188"/>
            <a:ext cx="2895600" cy="457200"/>
          </a:xfrm>
        </p:spPr>
        <p:txBody>
          <a:bodyPr/>
          <a:lstStyle>
            <a:lvl1pPr>
              <a:defRPr>
                <a:solidFill>
                  <a:schemeClr val="tx2"/>
                </a:solidFill>
              </a:defRPr>
            </a:lvl1pPr>
          </a:lstStyle>
          <a:p>
            <a:endParaRPr lang="en-US" altLang="en-US"/>
          </a:p>
        </p:txBody>
      </p:sp>
      <p:sp>
        <p:nvSpPr>
          <p:cNvPr id="5126" name="Rectangle 6">
            <a:extLst>
              <a:ext uri="{FF2B5EF4-FFF2-40B4-BE49-F238E27FC236}">
                <a16:creationId xmlns:a16="http://schemas.microsoft.com/office/drawing/2014/main" id="{33B6664C-4B20-47D9-B4BA-B7CAFE13D9A8}"/>
              </a:ext>
            </a:extLst>
          </p:cNvPr>
          <p:cNvSpPr>
            <a:spLocks noGrp="1" noChangeArrowheads="1"/>
          </p:cNvSpPr>
          <p:nvPr>
            <p:ph type="sldNum" sz="quarter" idx="4"/>
          </p:nvPr>
        </p:nvSpPr>
        <p:spPr/>
        <p:txBody>
          <a:bodyPr/>
          <a:lstStyle>
            <a:lvl1pPr algn="r">
              <a:defRPr>
                <a:solidFill>
                  <a:schemeClr val="tx2"/>
                </a:solidFill>
              </a:defRPr>
            </a:lvl1pPr>
          </a:lstStyle>
          <a:p>
            <a:fld id="{5D620DFB-5C55-4708-BA6A-37EF5E353874}" type="slidenum">
              <a:rPr lang="en-US" altLang="en-US"/>
              <a:pPr/>
              <a:t>‹#›</a:t>
            </a:fld>
            <a:endParaRPr lang="en-US" altLang="en-US"/>
          </a:p>
        </p:txBody>
      </p:sp>
      <p:grpSp>
        <p:nvGrpSpPr>
          <p:cNvPr id="5127" name="Group 7">
            <a:extLst>
              <a:ext uri="{FF2B5EF4-FFF2-40B4-BE49-F238E27FC236}">
                <a16:creationId xmlns:a16="http://schemas.microsoft.com/office/drawing/2014/main" id="{204E4393-BD70-4C5B-B046-A7E1275BCB93}"/>
              </a:ext>
            </a:extLst>
          </p:cNvPr>
          <p:cNvGrpSpPr>
            <a:grpSpLocks/>
          </p:cNvGrpSpPr>
          <p:nvPr/>
        </p:nvGrpSpPr>
        <p:grpSpPr bwMode="auto">
          <a:xfrm>
            <a:off x="130175" y="2468563"/>
            <a:ext cx="8864600" cy="1724025"/>
            <a:chOff x="82" y="1555"/>
            <a:chExt cx="5584" cy="1086"/>
          </a:xfrm>
        </p:grpSpPr>
        <p:sp>
          <p:nvSpPr>
            <p:cNvPr id="5128" name="Freeform 8">
              <a:extLst>
                <a:ext uri="{FF2B5EF4-FFF2-40B4-BE49-F238E27FC236}">
                  <a16:creationId xmlns:a16="http://schemas.microsoft.com/office/drawing/2014/main" id="{9488BF5D-9FDC-43F5-B0B1-AFB027A2C308}"/>
                </a:ext>
              </a:extLst>
            </p:cNvPr>
            <p:cNvSpPr>
              <a:spLocks/>
            </p:cNvSpPr>
            <p:nvPr/>
          </p:nvSpPr>
          <p:spPr bwMode="auto">
            <a:xfrm>
              <a:off x="1408" y="1702"/>
              <a:ext cx="2967" cy="505"/>
            </a:xfrm>
            <a:custGeom>
              <a:avLst/>
              <a:gdLst>
                <a:gd name="T0" fmla="*/ 0 w 2967"/>
                <a:gd name="T1" fmla="*/ 135 h 505"/>
                <a:gd name="T2" fmla="*/ 207 w 2967"/>
                <a:gd name="T3" fmla="*/ 87 h 505"/>
                <a:gd name="T4" fmla="*/ 442 w 2967"/>
                <a:gd name="T5" fmla="*/ 54 h 505"/>
                <a:gd name="T6" fmla="*/ 640 w 2967"/>
                <a:gd name="T7" fmla="*/ 36 h 505"/>
                <a:gd name="T8" fmla="*/ 897 w 2967"/>
                <a:gd name="T9" fmla="*/ 18 h 505"/>
                <a:gd name="T10" fmla="*/ 1215 w 2967"/>
                <a:gd name="T11" fmla="*/ 3 h 505"/>
                <a:gd name="T12" fmla="*/ 1392 w 2967"/>
                <a:gd name="T13" fmla="*/ 0 h 505"/>
                <a:gd name="T14" fmla="*/ 1710 w 2967"/>
                <a:gd name="T15" fmla="*/ 0 h 505"/>
                <a:gd name="T16" fmla="*/ 1997 w 2967"/>
                <a:gd name="T17" fmla="*/ 12 h 505"/>
                <a:gd name="T18" fmla="*/ 2258 w 2967"/>
                <a:gd name="T19" fmla="*/ 24 h 505"/>
                <a:gd name="T20" fmla="*/ 2493 w 2967"/>
                <a:gd name="T21" fmla="*/ 42 h 505"/>
                <a:gd name="T22" fmla="*/ 2674 w 2967"/>
                <a:gd name="T23" fmla="*/ 60 h 505"/>
                <a:gd name="T24" fmla="*/ 2828 w 2967"/>
                <a:gd name="T25" fmla="*/ 81 h 505"/>
                <a:gd name="T26" fmla="*/ 2966 w 2967"/>
                <a:gd name="T27" fmla="*/ 102 h 505"/>
                <a:gd name="T28" fmla="*/ 2966 w 2967"/>
                <a:gd name="T29" fmla="*/ 504 h 505"/>
                <a:gd name="T30" fmla="*/ 2833 w 2967"/>
                <a:gd name="T31" fmla="*/ 480 h 505"/>
                <a:gd name="T32" fmla="*/ 2563 w 2967"/>
                <a:gd name="T33" fmla="*/ 441 h 505"/>
                <a:gd name="T34" fmla="*/ 2382 w 2967"/>
                <a:gd name="T35" fmla="*/ 423 h 505"/>
                <a:gd name="T36" fmla="*/ 2134 w 2967"/>
                <a:gd name="T37" fmla="*/ 405 h 505"/>
                <a:gd name="T38" fmla="*/ 1944 w 2967"/>
                <a:gd name="T39" fmla="*/ 396 h 505"/>
                <a:gd name="T40" fmla="*/ 1746 w 2967"/>
                <a:gd name="T41" fmla="*/ 387 h 505"/>
                <a:gd name="T42" fmla="*/ 1529 w 2967"/>
                <a:gd name="T43" fmla="*/ 387 h 505"/>
                <a:gd name="T44" fmla="*/ 1295 w 2967"/>
                <a:gd name="T45" fmla="*/ 387 h 505"/>
                <a:gd name="T46" fmla="*/ 1047 w 2967"/>
                <a:gd name="T47" fmla="*/ 393 h 505"/>
                <a:gd name="T48" fmla="*/ 853 w 2967"/>
                <a:gd name="T49" fmla="*/ 402 h 505"/>
                <a:gd name="T50" fmla="*/ 654 w 2967"/>
                <a:gd name="T51" fmla="*/ 414 h 505"/>
                <a:gd name="T52" fmla="*/ 468 w 2967"/>
                <a:gd name="T53" fmla="*/ 429 h 505"/>
                <a:gd name="T54" fmla="*/ 296 w 2967"/>
                <a:gd name="T55" fmla="*/ 447 h 505"/>
                <a:gd name="T56" fmla="*/ 150 w 2967"/>
                <a:gd name="T57" fmla="*/ 468 h 505"/>
                <a:gd name="T58" fmla="*/ 13 w 2967"/>
                <a:gd name="T59" fmla="*/ 492 h 505"/>
                <a:gd name="T60" fmla="*/ 0 w 2967"/>
                <a:gd name="T61" fmla="*/ 135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7" h="505">
                  <a:moveTo>
                    <a:pt x="0" y="135"/>
                  </a:moveTo>
                  <a:lnTo>
                    <a:pt x="207" y="87"/>
                  </a:lnTo>
                  <a:lnTo>
                    <a:pt x="442" y="54"/>
                  </a:lnTo>
                  <a:lnTo>
                    <a:pt x="640" y="36"/>
                  </a:lnTo>
                  <a:lnTo>
                    <a:pt x="897" y="18"/>
                  </a:lnTo>
                  <a:lnTo>
                    <a:pt x="1215" y="3"/>
                  </a:lnTo>
                  <a:lnTo>
                    <a:pt x="1392" y="0"/>
                  </a:lnTo>
                  <a:lnTo>
                    <a:pt x="1710" y="0"/>
                  </a:lnTo>
                  <a:lnTo>
                    <a:pt x="1997" y="12"/>
                  </a:lnTo>
                  <a:lnTo>
                    <a:pt x="2258" y="24"/>
                  </a:lnTo>
                  <a:lnTo>
                    <a:pt x="2493" y="42"/>
                  </a:lnTo>
                  <a:lnTo>
                    <a:pt x="2674" y="60"/>
                  </a:lnTo>
                  <a:lnTo>
                    <a:pt x="2828" y="81"/>
                  </a:lnTo>
                  <a:lnTo>
                    <a:pt x="2966" y="102"/>
                  </a:lnTo>
                  <a:lnTo>
                    <a:pt x="2966" y="504"/>
                  </a:lnTo>
                  <a:lnTo>
                    <a:pt x="2833" y="480"/>
                  </a:lnTo>
                  <a:lnTo>
                    <a:pt x="2563" y="441"/>
                  </a:lnTo>
                  <a:lnTo>
                    <a:pt x="2382" y="423"/>
                  </a:lnTo>
                  <a:lnTo>
                    <a:pt x="2134" y="405"/>
                  </a:lnTo>
                  <a:lnTo>
                    <a:pt x="1944" y="396"/>
                  </a:lnTo>
                  <a:lnTo>
                    <a:pt x="1746" y="387"/>
                  </a:lnTo>
                  <a:lnTo>
                    <a:pt x="1529" y="387"/>
                  </a:lnTo>
                  <a:lnTo>
                    <a:pt x="1295" y="387"/>
                  </a:lnTo>
                  <a:lnTo>
                    <a:pt x="1047" y="393"/>
                  </a:lnTo>
                  <a:lnTo>
                    <a:pt x="853" y="402"/>
                  </a:lnTo>
                  <a:lnTo>
                    <a:pt x="654" y="414"/>
                  </a:lnTo>
                  <a:lnTo>
                    <a:pt x="468" y="429"/>
                  </a:lnTo>
                  <a:lnTo>
                    <a:pt x="296" y="447"/>
                  </a:lnTo>
                  <a:lnTo>
                    <a:pt x="150" y="468"/>
                  </a:lnTo>
                  <a:lnTo>
                    <a:pt x="13" y="492"/>
                  </a:lnTo>
                  <a:lnTo>
                    <a:pt x="0" y="135"/>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9" name="Freeform 9">
              <a:extLst>
                <a:ext uri="{FF2B5EF4-FFF2-40B4-BE49-F238E27FC236}">
                  <a16:creationId xmlns:a16="http://schemas.microsoft.com/office/drawing/2014/main" id="{412320C1-3B87-4164-81B0-48D5E429971E}"/>
                </a:ext>
              </a:extLst>
            </p:cNvPr>
            <p:cNvSpPr>
              <a:spLocks/>
            </p:cNvSpPr>
            <p:nvPr/>
          </p:nvSpPr>
          <p:spPr bwMode="auto">
            <a:xfrm>
              <a:off x="607" y="1808"/>
              <a:ext cx="823" cy="476"/>
            </a:xfrm>
            <a:custGeom>
              <a:avLst/>
              <a:gdLst>
                <a:gd name="T0" fmla="*/ 815 w 823"/>
                <a:gd name="T1" fmla="*/ 30 h 476"/>
                <a:gd name="T2" fmla="*/ 822 w 823"/>
                <a:gd name="T3" fmla="*/ 387 h 476"/>
                <a:gd name="T4" fmla="*/ 746 w 823"/>
                <a:gd name="T5" fmla="*/ 423 h 476"/>
                <a:gd name="T6" fmla="*/ 676 w 823"/>
                <a:gd name="T7" fmla="*/ 447 h 476"/>
                <a:gd name="T8" fmla="*/ 619 w 823"/>
                <a:gd name="T9" fmla="*/ 459 h 476"/>
                <a:gd name="T10" fmla="*/ 571 w 823"/>
                <a:gd name="T11" fmla="*/ 466 h 476"/>
                <a:gd name="T12" fmla="*/ 517 w 823"/>
                <a:gd name="T13" fmla="*/ 472 h 476"/>
                <a:gd name="T14" fmla="*/ 427 w 823"/>
                <a:gd name="T15" fmla="*/ 475 h 476"/>
                <a:gd name="T16" fmla="*/ 344 w 823"/>
                <a:gd name="T17" fmla="*/ 468 h 476"/>
                <a:gd name="T18" fmla="*/ 259 w 823"/>
                <a:gd name="T19" fmla="*/ 454 h 476"/>
                <a:gd name="T20" fmla="*/ 177 w 823"/>
                <a:gd name="T21" fmla="*/ 429 h 476"/>
                <a:gd name="T22" fmla="*/ 105 w 823"/>
                <a:gd name="T23" fmla="*/ 396 h 476"/>
                <a:gd name="T24" fmla="*/ 41 w 823"/>
                <a:gd name="T25" fmla="*/ 360 h 476"/>
                <a:gd name="T26" fmla="*/ 0 w 823"/>
                <a:gd name="T27" fmla="*/ 325 h 476"/>
                <a:gd name="T28" fmla="*/ 0 w 823"/>
                <a:gd name="T29" fmla="*/ 0 h 476"/>
                <a:gd name="T30" fmla="*/ 46 w 823"/>
                <a:gd name="T31" fmla="*/ 28 h 476"/>
                <a:gd name="T32" fmla="*/ 105 w 823"/>
                <a:gd name="T33" fmla="*/ 52 h 476"/>
                <a:gd name="T34" fmla="*/ 175 w 823"/>
                <a:gd name="T35" fmla="*/ 73 h 476"/>
                <a:gd name="T36" fmla="*/ 244 w 823"/>
                <a:gd name="T37" fmla="*/ 90 h 476"/>
                <a:gd name="T38" fmla="*/ 314 w 823"/>
                <a:gd name="T39" fmla="*/ 99 h 476"/>
                <a:gd name="T40" fmla="*/ 361 w 823"/>
                <a:gd name="T41" fmla="*/ 103 h 476"/>
                <a:gd name="T42" fmla="*/ 401 w 823"/>
                <a:gd name="T43" fmla="*/ 105 h 476"/>
                <a:gd name="T44" fmla="*/ 471 w 823"/>
                <a:gd name="T45" fmla="*/ 105 h 476"/>
                <a:gd name="T46" fmla="*/ 515 w 823"/>
                <a:gd name="T47" fmla="*/ 102 h 476"/>
                <a:gd name="T48" fmla="*/ 555 w 823"/>
                <a:gd name="T49" fmla="*/ 97 h 476"/>
                <a:gd name="T50" fmla="*/ 600 w 823"/>
                <a:gd name="T51" fmla="*/ 93 h 476"/>
                <a:gd name="T52" fmla="*/ 640 w 823"/>
                <a:gd name="T53" fmla="*/ 85 h 476"/>
                <a:gd name="T54" fmla="*/ 689 w 823"/>
                <a:gd name="T55" fmla="*/ 75 h 476"/>
                <a:gd name="T56" fmla="*/ 733 w 823"/>
                <a:gd name="T57" fmla="*/ 61 h 476"/>
                <a:gd name="T58" fmla="*/ 777 w 823"/>
                <a:gd name="T59" fmla="*/ 46 h 476"/>
                <a:gd name="T60" fmla="*/ 815 w 823"/>
                <a:gd name="T61" fmla="*/ 3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3" h="476">
                  <a:moveTo>
                    <a:pt x="815" y="30"/>
                  </a:moveTo>
                  <a:lnTo>
                    <a:pt x="822" y="387"/>
                  </a:lnTo>
                  <a:lnTo>
                    <a:pt x="746" y="423"/>
                  </a:lnTo>
                  <a:lnTo>
                    <a:pt x="676" y="447"/>
                  </a:lnTo>
                  <a:lnTo>
                    <a:pt x="619" y="459"/>
                  </a:lnTo>
                  <a:lnTo>
                    <a:pt x="571" y="466"/>
                  </a:lnTo>
                  <a:lnTo>
                    <a:pt x="517" y="472"/>
                  </a:lnTo>
                  <a:lnTo>
                    <a:pt x="427" y="475"/>
                  </a:lnTo>
                  <a:lnTo>
                    <a:pt x="344" y="468"/>
                  </a:lnTo>
                  <a:lnTo>
                    <a:pt x="259" y="454"/>
                  </a:lnTo>
                  <a:lnTo>
                    <a:pt x="177" y="429"/>
                  </a:lnTo>
                  <a:lnTo>
                    <a:pt x="105" y="396"/>
                  </a:lnTo>
                  <a:lnTo>
                    <a:pt x="41" y="360"/>
                  </a:lnTo>
                  <a:lnTo>
                    <a:pt x="0" y="325"/>
                  </a:lnTo>
                  <a:lnTo>
                    <a:pt x="0" y="0"/>
                  </a:lnTo>
                  <a:lnTo>
                    <a:pt x="46" y="28"/>
                  </a:lnTo>
                  <a:lnTo>
                    <a:pt x="105" y="52"/>
                  </a:lnTo>
                  <a:lnTo>
                    <a:pt x="175" y="73"/>
                  </a:lnTo>
                  <a:lnTo>
                    <a:pt x="244" y="90"/>
                  </a:lnTo>
                  <a:lnTo>
                    <a:pt x="314" y="99"/>
                  </a:lnTo>
                  <a:lnTo>
                    <a:pt x="361" y="103"/>
                  </a:lnTo>
                  <a:lnTo>
                    <a:pt x="401" y="105"/>
                  </a:lnTo>
                  <a:lnTo>
                    <a:pt x="471" y="105"/>
                  </a:lnTo>
                  <a:lnTo>
                    <a:pt x="515" y="102"/>
                  </a:lnTo>
                  <a:lnTo>
                    <a:pt x="555" y="97"/>
                  </a:lnTo>
                  <a:lnTo>
                    <a:pt x="600" y="93"/>
                  </a:lnTo>
                  <a:lnTo>
                    <a:pt x="640" y="85"/>
                  </a:lnTo>
                  <a:lnTo>
                    <a:pt x="689" y="75"/>
                  </a:lnTo>
                  <a:lnTo>
                    <a:pt x="733" y="61"/>
                  </a:lnTo>
                  <a:lnTo>
                    <a:pt x="777" y="46"/>
                  </a:lnTo>
                  <a:lnTo>
                    <a:pt x="815" y="3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0" name="Freeform 10">
              <a:extLst>
                <a:ext uri="{FF2B5EF4-FFF2-40B4-BE49-F238E27FC236}">
                  <a16:creationId xmlns:a16="http://schemas.microsoft.com/office/drawing/2014/main" id="{C2F09148-2799-4A1C-B806-C9CDE2028AD8}"/>
                </a:ext>
              </a:extLst>
            </p:cNvPr>
            <p:cNvSpPr>
              <a:spLocks/>
            </p:cNvSpPr>
            <p:nvPr/>
          </p:nvSpPr>
          <p:spPr bwMode="auto">
            <a:xfrm>
              <a:off x="154" y="2266"/>
              <a:ext cx="551" cy="375"/>
            </a:xfrm>
            <a:custGeom>
              <a:avLst/>
              <a:gdLst>
                <a:gd name="T0" fmla="*/ 16 w 551"/>
                <a:gd name="T1" fmla="*/ 59 h 375"/>
                <a:gd name="T2" fmla="*/ 0 w 551"/>
                <a:gd name="T3" fmla="*/ 135 h 375"/>
                <a:gd name="T4" fmla="*/ 10 w 551"/>
                <a:gd name="T5" fmla="*/ 162 h 375"/>
                <a:gd name="T6" fmla="*/ 33 w 551"/>
                <a:gd name="T7" fmla="*/ 203 h 375"/>
                <a:gd name="T8" fmla="*/ 57 w 551"/>
                <a:gd name="T9" fmla="*/ 240 h 375"/>
                <a:gd name="T10" fmla="*/ 85 w 551"/>
                <a:gd name="T11" fmla="*/ 270 h 375"/>
                <a:gd name="T12" fmla="*/ 120 w 551"/>
                <a:gd name="T13" fmla="*/ 300 h 375"/>
                <a:gd name="T14" fmla="*/ 153 w 551"/>
                <a:gd name="T15" fmla="*/ 321 h 375"/>
                <a:gd name="T16" fmla="*/ 189 w 551"/>
                <a:gd name="T17" fmla="*/ 341 h 375"/>
                <a:gd name="T18" fmla="*/ 235 w 551"/>
                <a:gd name="T19" fmla="*/ 359 h 375"/>
                <a:gd name="T20" fmla="*/ 270 w 551"/>
                <a:gd name="T21" fmla="*/ 368 h 375"/>
                <a:gd name="T22" fmla="*/ 312 w 551"/>
                <a:gd name="T23" fmla="*/ 374 h 375"/>
                <a:gd name="T24" fmla="*/ 351 w 551"/>
                <a:gd name="T25" fmla="*/ 374 h 375"/>
                <a:gd name="T26" fmla="*/ 393 w 551"/>
                <a:gd name="T27" fmla="*/ 369 h 375"/>
                <a:gd name="T28" fmla="*/ 436 w 551"/>
                <a:gd name="T29" fmla="*/ 356 h 375"/>
                <a:gd name="T30" fmla="*/ 475 w 551"/>
                <a:gd name="T31" fmla="*/ 335 h 375"/>
                <a:gd name="T32" fmla="*/ 498 w 551"/>
                <a:gd name="T33" fmla="*/ 317 h 375"/>
                <a:gd name="T34" fmla="*/ 526 w 551"/>
                <a:gd name="T35" fmla="*/ 291 h 375"/>
                <a:gd name="T36" fmla="*/ 541 w 551"/>
                <a:gd name="T37" fmla="*/ 269 h 375"/>
                <a:gd name="T38" fmla="*/ 550 w 551"/>
                <a:gd name="T39" fmla="*/ 251 h 375"/>
                <a:gd name="T40" fmla="*/ 550 w 551"/>
                <a:gd name="T41" fmla="*/ 231 h 375"/>
                <a:gd name="T42" fmla="*/ 544 w 551"/>
                <a:gd name="T43" fmla="*/ 207 h 375"/>
                <a:gd name="T44" fmla="*/ 532 w 551"/>
                <a:gd name="T45" fmla="*/ 189 h 375"/>
                <a:gd name="T46" fmla="*/ 523 w 551"/>
                <a:gd name="T47" fmla="*/ 150 h 375"/>
                <a:gd name="T48" fmla="*/ 519 w 551"/>
                <a:gd name="T49" fmla="*/ 129 h 375"/>
                <a:gd name="T50" fmla="*/ 267 w 551"/>
                <a:gd name="T51" fmla="*/ 147 h 375"/>
                <a:gd name="T52" fmla="*/ 234 w 551"/>
                <a:gd name="T53" fmla="*/ 140 h 375"/>
                <a:gd name="T54" fmla="*/ 193 w 551"/>
                <a:gd name="T55" fmla="*/ 126 h 375"/>
                <a:gd name="T56" fmla="*/ 162 w 551"/>
                <a:gd name="T57" fmla="*/ 108 h 375"/>
                <a:gd name="T58" fmla="*/ 129 w 551"/>
                <a:gd name="T59" fmla="*/ 86 h 375"/>
                <a:gd name="T60" fmla="*/ 97 w 551"/>
                <a:gd name="T61" fmla="*/ 54 h 375"/>
                <a:gd name="T62" fmla="*/ 78 w 551"/>
                <a:gd name="T63" fmla="*/ 27 h 375"/>
                <a:gd name="T64" fmla="*/ 60 w 551"/>
                <a:gd name="T65" fmla="*/ 0 h 375"/>
                <a:gd name="T66" fmla="*/ 16 w 551"/>
                <a:gd name="T67" fmla="*/ 5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5">
                  <a:moveTo>
                    <a:pt x="16" y="59"/>
                  </a:moveTo>
                  <a:lnTo>
                    <a:pt x="0" y="135"/>
                  </a:lnTo>
                  <a:lnTo>
                    <a:pt x="10" y="162"/>
                  </a:lnTo>
                  <a:lnTo>
                    <a:pt x="33" y="203"/>
                  </a:lnTo>
                  <a:lnTo>
                    <a:pt x="57" y="240"/>
                  </a:lnTo>
                  <a:lnTo>
                    <a:pt x="85" y="270"/>
                  </a:lnTo>
                  <a:lnTo>
                    <a:pt x="120" y="300"/>
                  </a:lnTo>
                  <a:lnTo>
                    <a:pt x="153" y="321"/>
                  </a:lnTo>
                  <a:lnTo>
                    <a:pt x="189" y="341"/>
                  </a:lnTo>
                  <a:lnTo>
                    <a:pt x="235" y="359"/>
                  </a:lnTo>
                  <a:lnTo>
                    <a:pt x="270" y="368"/>
                  </a:lnTo>
                  <a:lnTo>
                    <a:pt x="312" y="374"/>
                  </a:lnTo>
                  <a:lnTo>
                    <a:pt x="351" y="374"/>
                  </a:lnTo>
                  <a:lnTo>
                    <a:pt x="393" y="369"/>
                  </a:lnTo>
                  <a:lnTo>
                    <a:pt x="436" y="356"/>
                  </a:lnTo>
                  <a:lnTo>
                    <a:pt x="475" y="335"/>
                  </a:lnTo>
                  <a:lnTo>
                    <a:pt x="498" y="317"/>
                  </a:lnTo>
                  <a:lnTo>
                    <a:pt x="526" y="291"/>
                  </a:lnTo>
                  <a:lnTo>
                    <a:pt x="541" y="269"/>
                  </a:lnTo>
                  <a:lnTo>
                    <a:pt x="550" y="251"/>
                  </a:lnTo>
                  <a:lnTo>
                    <a:pt x="550" y="231"/>
                  </a:lnTo>
                  <a:lnTo>
                    <a:pt x="544" y="207"/>
                  </a:lnTo>
                  <a:lnTo>
                    <a:pt x="532" y="189"/>
                  </a:lnTo>
                  <a:lnTo>
                    <a:pt x="523" y="150"/>
                  </a:lnTo>
                  <a:lnTo>
                    <a:pt x="519" y="129"/>
                  </a:lnTo>
                  <a:lnTo>
                    <a:pt x="267" y="147"/>
                  </a:lnTo>
                  <a:lnTo>
                    <a:pt x="234" y="140"/>
                  </a:lnTo>
                  <a:lnTo>
                    <a:pt x="193" y="126"/>
                  </a:lnTo>
                  <a:lnTo>
                    <a:pt x="162" y="108"/>
                  </a:lnTo>
                  <a:lnTo>
                    <a:pt x="129" y="86"/>
                  </a:lnTo>
                  <a:lnTo>
                    <a:pt x="97" y="54"/>
                  </a:lnTo>
                  <a:lnTo>
                    <a:pt x="78" y="27"/>
                  </a:lnTo>
                  <a:lnTo>
                    <a:pt x="60" y="0"/>
                  </a:lnTo>
                  <a:lnTo>
                    <a:pt x="16" y="59"/>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1" name="Freeform 11">
              <a:extLst>
                <a:ext uri="{FF2B5EF4-FFF2-40B4-BE49-F238E27FC236}">
                  <a16:creationId xmlns:a16="http://schemas.microsoft.com/office/drawing/2014/main" id="{7F87CA2B-2141-49FA-90A9-169D22E6043E}"/>
                </a:ext>
              </a:extLst>
            </p:cNvPr>
            <p:cNvSpPr>
              <a:spLocks/>
            </p:cNvSpPr>
            <p:nvPr/>
          </p:nvSpPr>
          <p:spPr bwMode="auto">
            <a:xfrm>
              <a:off x="134" y="1809"/>
              <a:ext cx="475" cy="610"/>
            </a:xfrm>
            <a:custGeom>
              <a:avLst/>
              <a:gdLst>
                <a:gd name="T0" fmla="*/ 474 w 475"/>
                <a:gd name="T1" fmla="*/ 0 h 610"/>
                <a:gd name="T2" fmla="*/ 474 w 475"/>
                <a:gd name="T3" fmla="*/ 325 h 610"/>
                <a:gd name="T4" fmla="*/ 446 w 475"/>
                <a:gd name="T5" fmla="*/ 322 h 610"/>
                <a:gd name="T6" fmla="*/ 411 w 475"/>
                <a:gd name="T7" fmla="*/ 324 h 610"/>
                <a:gd name="T8" fmla="*/ 353 w 475"/>
                <a:gd name="T9" fmla="*/ 331 h 610"/>
                <a:gd name="T10" fmla="*/ 296 w 475"/>
                <a:gd name="T11" fmla="*/ 343 h 610"/>
                <a:gd name="T12" fmla="*/ 243 w 475"/>
                <a:gd name="T13" fmla="*/ 357 h 610"/>
                <a:gd name="T14" fmla="*/ 200 w 475"/>
                <a:gd name="T15" fmla="*/ 375 h 610"/>
                <a:gd name="T16" fmla="*/ 149 w 475"/>
                <a:gd name="T17" fmla="*/ 403 h 610"/>
                <a:gd name="T18" fmla="*/ 110 w 475"/>
                <a:gd name="T19" fmla="*/ 432 h 610"/>
                <a:gd name="T20" fmla="*/ 81 w 475"/>
                <a:gd name="T21" fmla="*/ 459 h 610"/>
                <a:gd name="T22" fmla="*/ 60 w 475"/>
                <a:gd name="T23" fmla="*/ 486 h 610"/>
                <a:gd name="T24" fmla="*/ 47 w 475"/>
                <a:gd name="T25" fmla="*/ 510 h 610"/>
                <a:gd name="T26" fmla="*/ 35 w 475"/>
                <a:gd name="T27" fmla="*/ 540 h 610"/>
                <a:gd name="T28" fmla="*/ 30 w 475"/>
                <a:gd name="T29" fmla="*/ 567 h 610"/>
                <a:gd name="T30" fmla="*/ 23 w 475"/>
                <a:gd name="T31" fmla="*/ 609 h 610"/>
                <a:gd name="T32" fmla="*/ 17 w 475"/>
                <a:gd name="T33" fmla="*/ 573 h 610"/>
                <a:gd name="T34" fmla="*/ 8 w 475"/>
                <a:gd name="T35" fmla="*/ 532 h 610"/>
                <a:gd name="T36" fmla="*/ 5 w 475"/>
                <a:gd name="T37" fmla="*/ 501 h 610"/>
                <a:gd name="T38" fmla="*/ 0 w 475"/>
                <a:gd name="T39" fmla="*/ 465 h 610"/>
                <a:gd name="T40" fmla="*/ 2 w 475"/>
                <a:gd name="T41" fmla="*/ 435 h 610"/>
                <a:gd name="T42" fmla="*/ 8 w 475"/>
                <a:gd name="T43" fmla="*/ 399 h 610"/>
                <a:gd name="T44" fmla="*/ 15 w 475"/>
                <a:gd name="T45" fmla="*/ 351 h 610"/>
                <a:gd name="T46" fmla="*/ 30 w 475"/>
                <a:gd name="T47" fmla="*/ 309 h 610"/>
                <a:gd name="T48" fmla="*/ 50 w 475"/>
                <a:gd name="T49" fmla="*/ 264 h 610"/>
                <a:gd name="T50" fmla="*/ 75 w 475"/>
                <a:gd name="T51" fmla="*/ 217 h 610"/>
                <a:gd name="T52" fmla="*/ 111 w 475"/>
                <a:gd name="T53" fmla="*/ 169 h 610"/>
                <a:gd name="T54" fmla="*/ 152 w 475"/>
                <a:gd name="T55" fmla="*/ 129 h 610"/>
                <a:gd name="T56" fmla="*/ 188 w 475"/>
                <a:gd name="T57" fmla="*/ 97 h 610"/>
                <a:gd name="T58" fmla="*/ 233 w 475"/>
                <a:gd name="T59" fmla="*/ 67 h 610"/>
                <a:gd name="T60" fmla="*/ 279 w 475"/>
                <a:gd name="T61" fmla="*/ 45 h 610"/>
                <a:gd name="T62" fmla="*/ 333 w 475"/>
                <a:gd name="T63" fmla="*/ 24 h 610"/>
                <a:gd name="T64" fmla="*/ 380 w 475"/>
                <a:gd name="T65" fmla="*/ 12 h 610"/>
                <a:gd name="T66" fmla="*/ 435 w 475"/>
                <a:gd name="T67" fmla="*/ 4 h 610"/>
                <a:gd name="T68" fmla="*/ 474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474" y="0"/>
                  </a:moveTo>
                  <a:lnTo>
                    <a:pt x="474" y="325"/>
                  </a:lnTo>
                  <a:lnTo>
                    <a:pt x="446" y="322"/>
                  </a:lnTo>
                  <a:lnTo>
                    <a:pt x="411" y="324"/>
                  </a:lnTo>
                  <a:lnTo>
                    <a:pt x="353" y="331"/>
                  </a:lnTo>
                  <a:lnTo>
                    <a:pt x="296" y="343"/>
                  </a:lnTo>
                  <a:lnTo>
                    <a:pt x="243" y="357"/>
                  </a:lnTo>
                  <a:lnTo>
                    <a:pt x="200" y="375"/>
                  </a:lnTo>
                  <a:lnTo>
                    <a:pt x="149" y="403"/>
                  </a:lnTo>
                  <a:lnTo>
                    <a:pt x="110" y="432"/>
                  </a:lnTo>
                  <a:lnTo>
                    <a:pt x="81" y="459"/>
                  </a:lnTo>
                  <a:lnTo>
                    <a:pt x="60" y="486"/>
                  </a:lnTo>
                  <a:lnTo>
                    <a:pt x="47" y="510"/>
                  </a:lnTo>
                  <a:lnTo>
                    <a:pt x="35" y="540"/>
                  </a:lnTo>
                  <a:lnTo>
                    <a:pt x="30" y="567"/>
                  </a:lnTo>
                  <a:lnTo>
                    <a:pt x="23" y="609"/>
                  </a:lnTo>
                  <a:lnTo>
                    <a:pt x="17" y="573"/>
                  </a:lnTo>
                  <a:lnTo>
                    <a:pt x="8" y="532"/>
                  </a:lnTo>
                  <a:lnTo>
                    <a:pt x="5" y="501"/>
                  </a:lnTo>
                  <a:lnTo>
                    <a:pt x="0" y="465"/>
                  </a:lnTo>
                  <a:lnTo>
                    <a:pt x="2" y="435"/>
                  </a:lnTo>
                  <a:lnTo>
                    <a:pt x="8" y="399"/>
                  </a:lnTo>
                  <a:lnTo>
                    <a:pt x="15" y="351"/>
                  </a:lnTo>
                  <a:lnTo>
                    <a:pt x="30" y="309"/>
                  </a:lnTo>
                  <a:lnTo>
                    <a:pt x="50" y="264"/>
                  </a:lnTo>
                  <a:lnTo>
                    <a:pt x="75" y="217"/>
                  </a:lnTo>
                  <a:lnTo>
                    <a:pt x="111" y="169"/>
                  </a:lnTo>
                  <a:lnTo>
                    <a:pt x="152" y="129"/>
                  </a:lnTo>
                  <a:lnTo>
                    <a:pt x="188" y="97"/>
                  </a:lnTo>
                  <a:lnTo>
                    <a:pt x="233" y="67"/>
                  </a:lnTo>
                  <a:lnTo>
                    <a:pt x="279" y="45"/>
                  </a:lnTo>
                  <a:lnTo>
                    <a:pt x="333" y="24"/>
                  </a:lnTo>
                  <a:lnTo>
                    <a:pt x="380" y="12"/>
                  </a:lnTo>
                  <a:lnTo>
                    <a:pt x="435" y="4"/>
                  </a:lnTo>
                  <a:lnTo>
                    <a:pt x="474"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2" name="Freeform 12">
              <a:extLst>
                <a:ext uri="{FF2B5EF4-FFF2-40B4-BE49-F238E27FC236}">
                  <a16:creationId xmlns:a16="http://schemas.microsoft.com/office/drawing/2014/main" id="{BC83E2D3-1153-49FC-A48A-B6122E1019C2}"/>
                </a:ext>
              </a:extLst>
            </p:cNvPr>
            <p:cNvSpPr>
              <a:spLocks/>
            </p:cNvSpPr>
            <p:nvPr/>
          </p:nvSpPr>
          <p:spPr bwMode="auto">
            <a:xfrm>
              <a:off x="386" y="2207"/>
              <a:ext cx="319" cy="316"/>
            </a:xfrm>
            <a:custGeom>
              <a:avLst/>
              <a:gdLst>
                <a:gd name="T0" fmla="*/ 317 w 319"/>
                <a:gd name="T1" fmla="*/ 305 h 316"/>
                <a:gd name="T2" fmla="*/ 315 w 319"/>
                <a:gd name="T3" fmla="*/ 281 h 316"/>
                <a:gd name="T4" fmla="*/ 306 w 319"/>
                <a:gd name="T5" fmla="*/ 260 h 316"/>
                <a:gd name="T6" fmla="*/ 299 w 319"/>
                <a:gd name="T7" fmla="*/ 243 h 316"/>
                <a:gd name="T8" fmla="*/ 294 w 319"/>
                <a:gd name="T9" fmla="*/ 215 h 316"/>
                <a:gd name="T10" fmla="*/ 288 w 319"/>
                <a:gd name="T11" fmla="*/ 179 h 316"/>
                <a:gd name="T12" fmla="*/ 284 w 319"/>
                <a:gd name="T13" fmla="*/ 140 h 316"/>
                <a:gd name="T14" fmla="*/ 281 w 319"/>
                <a:gd name="T15" fmla="*/ 104 h 316"/>
                <a:gd name="T16" fmla="*/ 279 w 319"/>
                <a:gd name="T17" fmla="*/ 75 h 316"/>
                <a:gd name="T18" fmla="*/ 278 w 319"/>
                <a:gd name="T19" fmla="*/ 48 h 316"/>
                <a:gd name="T20" fmla="*/ 270 w 319"/>
                <a:gd name="T21" fmla="*/ 33 h 316"/>
                <a:gd name="T22" fmla="*/ 255 w 319"/>
                <a:gd name="T23" fmla="*/ 18 h 316"/>
                <a:gd name="T24" fmla="*/ 240 w 319"/>
                <a:gd name="T25" fmla="*/ 11 h 316"/>
                <a:gd name="T26" fmla="*/ 216 w 319"/>
                <a:gd name="T27" fmla="*/ 3 h 316"/>
                <a:gd name="T28" fmla="*/ 189 w 319"/>
                <a:gd name="T29" fmla="*/ 0 h 316"/>
                <a:gd name="T30" fmla="*/ 147 w 319"/>
                <a:gd name="T31" fmla="*/ 0 h 316"/>
                <a:gd name="T32" fmla="*/ 110 w 319"/>
                <a:gd name="T33" fmla="*/ 3 h 316"/>
                <a:gd name="T34" fmla="*/ 74 w 319"/>
                <a:gd name="T35" fmla="*/ 11 h 316"/>
                <a:gd name="T36" fmla="*/ 41 w 319"/>
                <a:gd name="T37" fmla="*/ 24 h 316"/>
                <a:gd name="T38" fmla="*/ 20 w 319"/>
                <a:gd name="T39" fmla="*/ 39 h 316"/>
                <a:gd name="T40" fmla="*/ 8 w 319"/>
                <a:gd name="T41" fmla="*/ 53 h 316"/>
                <a:gd name="T42" fmla="*/ 0 w 319"/>
                <a:gd name="T43" fmla="*/ 68 h 316"/>
                <a:gd name="T44" fmla="*/ 2 w 319"/>
                <a:gd name="T45" fmla="*/ 83 h 316"/>
                <a:gd name="T46" fmla="*/ 5 w 319"/>
                <a:gd name="T47" fmla="*/ 99 h 316"/>
                <a:gd name="T48" fmla="*/ 15 w 319"/>
                <a:gd name="T49" fmla="*/ 116 h 316"/>
                <a:gd name="T50" fmla="*/ 23 w 319"/>
                <a:gd name="T51" fmla="*/ 137 h 316"/>
                <a:gd name="T52" fmla="*/ 27 w 319"/>
                <a:gd name="T53" fmla="*/ 165 h 316"/>
                <a:gd name="T54" fmla="*/ 30 w 319"/>
                <a:gd name="T55" fmla="*/ 195 h 316"/>
                <a:gd name="T56" fmla="*/ 35 w 319"/>
                <a:gd name="T57" fmla="*/ 222 h 316"/>
                <a:gd name="T58" fmla="*/ 36 w 319"/>
                <a:gd name="T59" fmla="*/ 260 h 316"/>
                <a:gd name="T60" fmla="*/ 38 w 319"/>
                <a:gd name="T61" fmla="*/ 293 h 316"/>
                <a:gd name="T62" fmla="*/ 38 w 319"/>
                <a:gd name="T63" fmla="*/ 315 h 316"/>
                <a:gd name="T64" fmla="*/ 48 w 319"/>
                <a:gd name="T65" fmla="*/ 288 h 316"/>
                <a:gd name="T66" fmla="*/ 68 w 319"/>
                <a:gd name="T67" fmla="*/ 275 h 316"/>
                <a:gd name="T68" fmla="*/ 86 w 319"/>
                <a:gd name="T69" fmla="*/ 267 h 316"/>
                <a:gd name="T70" fmla="*/ 108 w 319"/>
                <a:gd name="T71" fmla="*/ 261 h 316"/>
                <a:gd name="T72" fmla="*/ 143 w 319"/>
                <a:gd name="T73" fmla="*/ 254 h 316"/>
                <a:gd name="T74" fmla="*/ 177 w 319"/>
                <a:gd name="T75" fmla="*/ 252 h 316"/>
                <a:gd name="T76" fmla="*/ 197 w 319"/>
                <a:gd name="T77" fmla="*/ 252 h 316"/>
                <a:gd name="T78" fmla="*/ 228 w 319"/>
                <a:gd name="T79" fmla="*/ 255 h 316"/>
                <a:gd name="T80" fmla="*/ 264 w 319"/>
                <a:gd name="T81" fmla="*/ 263 h 316"/>
                <a:gd name="T82" fmla="*/ 287 w 319"/>
                <a:gd name="T83" fmla="*/ 272 h 316"/>
                <a:gd name="T84" fmla="*/ 302 w 319"/>
                <a:gd name="T85" fmla="*/ 282 h 316"/>
                <a:gd name="T86" fmla="*/ 318 w 319"/>
                <a:gd name="T87" fmla="*/ 297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316">
                  <a:moveTo>
                    <a:pt x="317" y="305"/>
                  </a:moveTo>
                  <a:lnTo>
                    <a:pt x="315" y="281"/>
                  </a:lnTo>
                  <a:lnTo>
                    <a:pt x="306" y="260"/>
                  </a:lnTo>
                  <a:lnTo>
                    <a:pt x="299" y="243"/>
                  </a:lnTo>
                  <a:lnTo>
                    <a:pt x="294" y="215"/>
                  </a:lnTo>
                  <a:lnTo>
                    <a:pt x="288" y="179"/>
                  </a:lnTo>
                  <a:lnTo>
                    <a:pt x="284" y="140"/>
                  </a:lnTo>
                  <a:lnTo>
                    <a:pt x="281" y="104"/>
                  </a:lnTo>
                  <a:lnTo>
                    <a:pt x="279" y="75"/>
                  </a:lnTo>
                  <a:lnTo>
                    <a:pt x="278" y="48"/>
                  </a:lnTo>
                  <a:lnTo>
                    <a:pt x="270" y="33"/>
                  </a:lnTo>
                  <a:lnTo>
                    <a:pt x="255" y="18"/>
                  </a:lnTo>
                  <a:lnTo>
                    <a:pt x="240" y="11"/>
                  </a:lnTo>
                  <a:lnTo>
                    <a:pt x="216" y="3"/>
                  </a:lnTo>
                  <a:lnTo>
                    <a:pt x="189" y="0"/>
                  </a:lnTo>
                  <a:lnTo>
                    <a:pt x="147" y="0"/>
                  </a:lnTo>
                  <a:lnTo>
                    <a:pt x="110" y="3"/>
                  </a:lnTo>
                  <a:lnTo>
                    <a:pt x="74" y="11"/>
                  </a:lnTo>
                  <a:lnTo>
                    <a:pt x="41" y="24"/>
                  </a:lnTo>
                  <a:lnTo>
                    <a:pt x="20" y="39"/>
                  </a:lnTo>
                  <a:lnTo>
                    <a:pt x="8" y="53"/>
                  </a:lnTo>
                  <a:lnTo>
                    <a:pt x="0" y="68"/>
                  </a:lnTo>
                  <a:lnTo>
                    <a:pt x="2" y="83"/>
                  </a:lnTo>
                  <a:lnTo>
                    <a:pt x="5" y="99"/>
                  </a:lnTo>
                  <a:lnTo>
                    <a:pt x="15" y="116"/>
                  </a:lnTo>
                  <a:lnTo>
                    <a:pt x="23" y="137"/>
                  </a:lnTo>
                  <a:lnTo>
                    <a:pt x="27" y="165"/>
                  </a:lnTo>
                  <a:lnTo>
                    <a:pt x="30" y="195"/>
                  </a:lnTo>
                  <a:lnTo>
                    <a:pt x="35" y="222"/>
                  </a:lnTo>
                  <a:lnTo>
                    <a:pt x="36" y="260"/>
                  </a:lnTo>
                  <a:lnTo>
                    <a:pt x="38" y="293"/>
                  </a:lnTo>
                  <a:lnTo>
                    <a:pt x="38" y="315"/>
                  </a:lnTo>
                  <a:lnTo>
                    <a:pt x="48" y="288"/>
                  </a:lnTo>
                  <a:lnTo>
                    <a:pt x="68" y="275"/>
                  </a:lnTo>
                  <a:lnTo>
                    <a:pt x="86" y="267"/>
                  </a:lnTo>
                  <a:lnTo>
                    <a:pt x="108" y="261"/>
                  </a:lnTo>
                  <a:lnTo>
                    <a:pt x="143" y="254"/>
                  </a:lnTo>
                  <a:lnTo>
                    <a:pt x="177" y="252"/>
                  </a:lnTo>
                  <a:lnTo>
                    <a:pt x="197" y="252"/>
                  </a:lnTo>
                  <a:lnTo>
                    <a:pt x="228" y="255"/>
                  </a:lnTo>
                  <a:lnTo>
                    <a:pt x="264" y="263"/>
                  </a:lnTo>
                  <a:lnTo>
                    <a:pt x="287" y="272"/>
                  </a:lnTo>
                  <a:lnTo>
                    <a:pt x="302" y="282"/>
                  </a:lnTo>
                  <a:lnTo>
                    <a:pt x="318" y="297"/>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3" name="Freeform 13">
              <a:extLst>
                <a:ext uri="{FF2B5EF4-FFF2-40B4-BE49-F238E27FC236}">
                  <a16:creationId xmlns:a16="http://schemas.microsoft.com/office/drawing/2014/main" id="{348302D9-3586-4D7F-B2A0-5222C397EE4D}"/>
                </a:ext>
              </a:extLst>
            </p:cNvPr>
            <p:cNvSpPr>
              <a:spLocks/>
            </p:cNvSpPr>
            <p:nvPr/>
          </p:nvSpPr>
          <p:spPr bwMode="auto">
            <a:xfrm>
              <a:off x="5101" y="2271"/>
              <a:ext cx="551" cy="370"/>
            </a:xfrm>
            <a:custGeom>
              <a:avLst/>
              <a:gdLst>
                <a:gd name="T0" fmla="*/ 534 w 551"/>
                <a:gd name="T1" fmla="*/ 54 h 370"/>
                <a:gd name="T2" fmla="*/ 550 w 551"/>
                <a:gd name="T3" fmla="*/ 130 h 370"/>
                <a:gd name="T4" fmla="*/ 540 w 551"/>
                <a:gd name="T5" fmla="*/ 157 h 370"/>
                <a:gd name="T6" fmla="*/ 517 w 551"/>
                <a:gd name="T7" fmla="*/ 198 h 370"/>
                <a:gd name="T8" fmla="*/ 493 w 551"/>
                <a:gd name="T9" fmla="*/ 235 h 370"/>
                <a:gd name="T10" fmla="*/ 465 w 551"/>
                <a:gd name="T11" fmla="*/ 265 h 370"/>
                <a:gd name="T12" fmla="*/ 430 w 551"/>
                <a:gd name="T13" fmla="*/ 295 h 370"/>
                <a:gd name="T14" fmla="*/ 397 w 551"/>
                <a:gd name="T15" fmla="*/ 316 h 370"/>
                <a:gd name="T16" fmla="*/ 361 w 551"/>
                <a:gd name="T17" fmla="*/ 336 h 370"/>
                <a:gd name="T18" fmla="*/ 315 w 551"/>
                <a:gd name="T19" fmla="*/ 354 h 370"/>
                <a:gd name="T20" fmla="*/ 280 w 551"/>
                <a:gd name="T21" fmla="*/ 363 h 370"/>
                <a:gd name="T22" fmla="*/ 238 w 551"/>
                <a:gd name="T23" fmla="*/ 369 h 370"/>
                <a:gd name="T24" fmla="*/ 199 w 551"/>
                <a:gd name="T25" fmla="*/ 369 h 370"/>
                <a:gd name="T26" fmla="*/ 157 w 551"/>
                <a:gd name="T27" fmla="*/ 364 h 370"/>
                <a:gd name="T28" fmla="*/ 114 w 551"/>
                <a:gd name="T29" fmla="*/ 351 h 370"/>
                <a:gd name="T30" fmla="*/ 75 w 551"/>
                <a:gd name="T31" fmla="*/ 330 h 370"/>
                <a:gd name="T32" fmla="*/ 52 w 551"/>
                <a:gd name="T33" fmla="*/ 312 h 370"/>
                <a:gd name="T34" fmla="*/ 24 w 551"/>
                <a:gd name="T35" fmla="*/ 286 h 370"/>
                <a:gd name="T36" fmla="*/ 9 w 551"/>
                <a:gd name="T37" fmla="*/ 264 h 370"/>
                <a:gd name="T38" fmla="*/ 0 w 551"/>
                <a:gd name="T39" fmla="*/ 246 h 370"/>
                <a:gd name="T40" fmla="*/ 0 w 551"/>
                <a:gd name="T41" fmla="*/ 226 h 370"/>
                <a:gd name="T42" fmla="*/ 6 w 551"/>
                <a:gd name="T43" fmla="*/ 202 h 370"/>
                <a:gd name="T44" fmla="*/ 18 w 551"/>
                <a:gd name="T45" fmla="*/ 184 h 370"/>
                <a:gd name="T46" fmla="*/ 27 w 551"/>
                <a:gd name="T47" fmla="*/ 145 h 370"/>
                <a:gd name="T48" fmla="*/ 31 w 551"/>
                <a:gd name="T49" fmla="*/ 124 h 370"/>
                <a:gd name="T50" fmla="*/ 283 w 551"/>
                <a:gd name="T51" fmla="*/ 142 h 370"/>
                <a:gd name="T52" fmla="*/ 316 w 551"/>
                <a:gd name="T53" fmla="*/ 135 h 370"/>
                <a:gd name="T54" fmla="*/ 357 w 551"/>
                <a:gd name="T55" fmla="*/ 121 h 370"/>
                <a:gd name="T56" fmla="*/ 388 w 551"/>
                <a:gd name="T57" fmla="*/ 103 h 370"/>
                <a:gd name="T58" fmla="*/ 421 w 551"/>
                <a:gd name="T59" fmla="*/ 81 h 370"/>
                <a:gd name="T60" fmla="*/ 453 w 551"/>
                <a:gd name="T61" fmla="*/ 49 h 370"/>
                <a:gd name="T62" fmla="*/ 472 w 551"/>
                <a:gd name="T63" fmla="*/ 22 h 370"/>
                <a:gd name="T64" fmla="*/ 486 w 551"/>
                <a:gd name="T65" fmla="*/ 0 h 370"/>
                <a:gd name="T66" fmla="*/ 534 w 551"/>
                <a:gd name="T67" fmla="*/ 5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0">
                  <a:moveTo>
                    <a:pt x="534" y="54"/>
                  </a:moveTo>
                  <a:lnTo>
                    <a:pt x="550" y="130"/>
                  </a:lnTo>
                  <a:lnTo>
                    <a:pt x="540" y="157"/>
                  </a:lnTo>
                  <a:lnTo>
                    <a:pt x="517" y="198"/>
                  </a:lnTo>
                  <a:lnTo>
                    <a:pt x="493" y="235"/>
                  </a:lnTo>
                  <a:lnTo>
                    <a:pt x="465" y="265"/>
                  </a:lnTo>
                  <a:lnTo>
                    <a:pt x="430" y="295"/>
                  </a:lnTo>
                  <a:lnTo>
                    <a:pt x="397" y="316"/>
                  </a:lnTo>
                  <a:lnTo>
                    <a:pt x="361" y="336"/>
                  </a:lnTo>
                  <a:lnTo>
                    <a:pt x="315" y="354"/>
                  </a:lnTo>
                  <a:lnTo>
                    <a:pt x="280" y="363"/>
                  </a:lnTo>
                  <a:lnTo>
                    <a:pt x="238" y="369"/>
                  </a:lnTo>
                  <a:lnTo>
                    <a:pt x="199" y="369"/>
                  </a:lnTo>
                  <a:lnTo>
                    <a:pt x="157" y="364"/>
                  </a:lnTo>
                  <a:lnTo>
                    <a:pt x="114" y="351"/>
                  </a:lnTo>
                  <a:lnTo>
                    <a:pt x="75" y="330"/>
                  </a:lnTo>
                  <a:lnTo>
                    <a:pt x="52" y="312"/>
                  </a:lnTo>
                  <a:lnTo>
                    <a:pt x="24" y="286"/>
                  </a:lnTo>
                  <a:lnTo>
                    <a:pt x="9" y="264"/>
                  </a:lnTo>
                  <a:lnTo>
                    <a:pt x="0" y="246"/>
                  </a:lnTo>
                  <a:lnTo>
                    <a:pt x="0" y="226"/>
                  </a:lnTo>
                  <a:lnTo>
                    <a:pt x="6" y="202"/>
                  </a:lnTo>
                  <a:lnTo>
                    <a:pt x="18" y="184"/>
                  </a:lnTo>
                  <a:lnTo>
                    <a:pt x="27" y="145"/>
                  </a:lnTo>
                  <a:lnTo>
                    <a:pt x="31" y="124"/>
                  </a:lnTo>
                  <a:lnTo>
                    <a:pt x="283" y="142"/>
                  </a:lnTo>
                  <a:lnTo>
                    <a:pt x="316" y="135"/>
                  </a:lnTo>
                  <a:lnTo>
                    <a:pt x="357" y="121"/>
                  </a:lnTo>
                  <a:lnTo>
                    <a:pt x="388" y="103"/>
                  </a:lnTo>
                  <a:lnTo>
                    <a:pt x="421" y="81"/>
                  </a:lnTo>
                  <a:lnTo>
                    <a:pt x="453" y="49"/>
                  </a:lnTo>
                  <a:lnTo>
                    <a:pt x="472" y="22"/>
                  </a:lnTo>
                  <a:lnTo>
                    <a:pt x="486" y="0"/>
                  </a:lnTo>
                  <a:lnTo>
                    <a:pt x="534" y="54"/>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4" name="Freeform 14">
              <a:extLst>
                <a:ext uri="{FF2B5EF4-FFF2-40B4-BE49-F238E27FC236}">
                  <a16:creationId xmlns:a16="http://schemas.microsoft.com/office/drawing/2014/main" id="{ADA4E513-E1F9-42B5-B989-D5F7BF273417}"/>
                </a:ext>
              </a:extLst>
            </p:cNvPr>
            <p:cNvSpPr>
              <a:spLocks/>
            </p:cNvSpPr>
            <p:nvPr/>
          </p:nvSpPr>
          <p:spPr bwMode="auto">
            <a:xfrm>
              <a:off x="5191" y="1809"/>
              <a:ext cx="475" cy="610"/>
            </a:xfrm>
            <a:custGeom>
              <a:avLst/>
              <a:gdLst>
                <a:gd name="T0" fmla="*/ 0 w 475"/>
                <a:gd name="T1" fmla="*/ 0 h 610"/>
                <a:gd name="T2" fmla="*/ 0 w 475"/>
                <a:gd name="T3" fmla="*/ 325 h 610"/>
                <a:gd name="T4" fmla="*/ 28 w 475"/>
                <a:gd name="T5" fmla="*/ 322 h 610"/>
                <a:gd name="T6" fmla="*/ 63 w 475"/>
                <a:gd name="T7" fmla="*/ 324 h 610"/>
                <a:gd name="T8" fmla="*/ 121 w 475"/>
                <a:gd name="T9" fmla="*/ 331 h 610"/>
                <a:gd name="T10" fmla="*/ 178 w 475"/>
                <a:gd name="T11" fmla="*/ 343 h 610"/>
                <a:gd name="T12" fmla="*/ 231 w 475"/>
                <a:gd name="T13" fmla="*/ 357 h 610"/>
                <a:gd name="T14" fmla="*/ 274 w 475"/>
                <a:gd name="T15" fmla="*/ 375 h 610"/>
                <a:gd name="T16" fmla="*/ 325 w 475"/>
                <a:gd name="T17" fmla="*/ 403 h 610"/>
                <a:gd name="T18" fmla="*/ 364 w 475"/>
                <a:gd name="T19" fmla="*/ 432 h 610"/>
                <a:gd name="T20" fmla="*/ 393 w 475"/>
                <a:gd name="T21" fmla="*/ 459 h 610"/>
                <a:gd name="T22" fmla="*/ 414 w 475"/>
                <a:gd name="T23" fmla="*/ 486 h 610"/>
                <a:gd name="T24" fmla="*/ 427 w 475"/>
                <a:gd name="T25" fmla="*/ 510 h 610"/>
                <a:gd name="T26" fmla="*/ 439 w 475"/>
                <a:gd name="T27" fmla="*/ 540 h 610"/>
                <a:gd name="T28" fmla="*/ 444 w 475"/>
                <a:gd name="T29" fmla="*/ 567 h 610"/>
                <a:gd name="T30" fmla="*/ 451 w 475"/>
                <a:gd name="T31" fmla="*/ 609 h 610"/>
                <a:gd name="T32" fmla="*/ 457 w 475"/>
                <a:gd name="T33" fmla="*/ 573 h 610"/>
                <a:gd name="T34" fmla="*/ 466 w 475"/>
                <a:gd name="T35" fmla="*/ 532 h 610"/>
                <a:gd name="T36" fmla="*/ 469 w 475"/>
                <a:gd name="T37" fmla="*/ 501 h 610"/>
                <a:gd name="T38" fmla="*/ 474 w 475"/>
                <a:gd name="T39" fmla="*/ 465 h 610"/>
                <a:gd name="T40" fmla="*/ 472 w 475"/>
                <a:gd name="T41" fmla="*/ 435 h 610"/>
                <a:gd name="T42" fmla="*/ 466 w 475"/>
                <a:gd name="T43" fmla="*/ 399 h 610"/>
                <a:gd name="T44" fmla="*/ 459 w 475"/>
                <a:gd name="T45" fmla="*/ 351 h 610"/>
                <a:gd name="T46" fmla="*/ 444 w 475"/>
                <a:gd name="T47" fmla="*/ 309 h 610"/>
                <a:gd name="T48" fmla="*/ 424 w 475"/>
                <a:gd name="T49" fmla="*/ 264 h 610"/>
                <a:gd name="T50" fmla="*/ 399 w 475"/>
                <a:gd name="T51" fmla="*/ 217 h 610"/>
                <a:gd name="T52" fmla="*/ 363 w 475"/>
                <a:gd name="T53" fmla="*/ 169 h 610"/>
                <a:gd name="T54" fmla="*/ 322 w 475"/>
                <a:gd name="T55" fmla="*/ 129 h 610"/>
                <a:gd name="T56" fmla="*/ 286 w 475"/>
                <a:gd name="T57" fmla="*/ 97 h 610"/>
                <a:gd name="T58" fmla="*/ 241 w 475"/>
                <a:gd name="T59" fmla="*/ 67 h 610"/>
                <a:gd name="T60" fmla="*/ 195 w 475"/>
                <a:gd name="T61" fmla="*/ 45 h 610"/>
                <a:gd name="T62" fmla="*/ 141 w 475"/>
                <a:gd name="T63" fmla="*/ 24 h 610"/>
                <a:gd name="T64" fmla="*/ 94 w 475"/>
                <a:gd name="T65" fmla="*/ 12 h 610"/>
                <a:gd name="T66" fmla="*/ 39 w 475"/>
                <a:gd name="T67" fmla="*/ 4 h 610"/>
                <a:gd name="T68" fmla="*/ 0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0" y="0"/>
                  </a:moveTo>
                  <a:lnTo>
                    <a:pt x="0" y="325"/>
                  </a:lnTo>
                  <a:lnTo>
                    <a:pt x="28" y="322"/>
                  </a:lnTo>
                  <a:lnTo>
                    <a:pt x="63" y="324"/>
                  </a:lnTo>
                  <a:lnTo>
                    <a:pt x="121" y="331"/>
                  </a:lnTo>
                  <a:lnTo>
                    <a:pt x="178" y="343"/>
                  </a:lnTo>
                  <a:lnTo>
                    <a:pt x="231" y="357"/>
                  </a:lnTo>
                  <a:lnTo>
                    <a:pt x="274" y="375"/>
                  </a:lnTo>
                  <a:lnTo>
                    <a:pt x="325" y="403"/>
                  </a:lnTo>
                  <a:lnTo>
                    <a:pt x="364" y="432"/>
                  </a:lnTo>
                  <a:lnTo>
                    <a:pt x="393" y="459"/>
                  </a:lnTo>
                  <a:lnTo>
                    <a:pt x="414" y="486"/>
                  </a:lnTo>
                  <a:lnTo>
                    <a:pt x="427" y="510"/>
                  </a:lnTo>
                  <a:lnTo>
                    <a:pt x="439" y="540"/>
                  </a:lnTo>
                  <a:lnTo>
                    <a:pt x="444" y="567"/>
                  </a:lnTo>
                  <a:lnTo>
                    <a:pt x="451" y="609"/>
                  </a:lnTo>
                  <a:lnTo>
                    <a:pt x="457" y="573"/>
                  </a:lnTo>
                  <a:lnTo>
                    <a:pt x="466" y="532"/>
                  </a:lnTo>
                  <a:lnTo>
                    <a:pt x="469" y="501"/>
                  </a:lnTo>
                  <a:lnTo>
                    <a:pt x="474" y="465"/>
                  </a:lnTo>
                  <a:lnTo>
                    <a:pt x="472" y="435"/>
                  </a:lnTo>
                  <a:lnTo>
                    <a:pt x="466" y="399"/>
                  </a:lnTo>
                  <a:lnTo>
                    <a:pt x="459" y="351"/>
                  </a:lnTo>
                  <a:lnTo>
                    <a:pt x="444" y="309"/>
                  </a:lnTo>
                  <a:lnTo>
                    <a:pt x="424" y="264"/>
                  </a:lnTo>
                  <a:lnTo>
                    <a:pt x="399" y="217"/>
                  </a:lnTo>
                  <a:lnTo>
                    <a:pt x="363" y="169"/>
                  </a:lnTo>
                  <a:lnTo>
                    <a:pt x="322" y="129"/>
                  </a:lnTo>
                  <a:lnTo>
                    <a:pt x="286" y="97"/>
                  </a:lnTo>
                  <a:lnTo>
                    <a:pt x="241" y="67"/>
                  </a:lnTo>
                  <a:lnTo>
                    <a:pt x="195" y="45"/>
                  </a:lnTo>
                  <a:lnTo>
                    <a:pt x="141" y="24"/>
                  </a:lnTo>
                  <a:lnTo>
                    <a:pt x="94" y="12"/>
                  </a:lnTo>
                  <a:lnTo>
                    <a:pt x="39" y="4"/>
                  </a:lnTo>
                  <a:lnTo>
                    <a:pt x="0"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5" name="Freeform 15">
              <a:extLst>
                <a:ext uri="{FF2B5EF4-FFF2-40B4-BE49-F238E27FC236}">
                  <a16:creationId xmlns:a16="http://schemas.microsoft.com/office/drawing/2014/main" id="{F391F58C-7737-43AB-8A31-E8E82FEC3325}"/>
                </a:ext>
              </a:extLst>
            </p:cNvPr>
            <p:cNvSpPr>
              <a:spLocks/>
            </p:cNvSpPr>
            <p:nvPr/>
          </p:nvSpPr>
          <p:spPr bwMode="auto">
            <a:xfrm>
              <a:off x="4371" y="1809"/>
              <a:ext cx="832" cy="464"/>
            </a:xfrm>
            <a:custGeom>
              <a:avLst/>
              <a:gdLst>
                <a:gd name="T0" fmla="*/ 0 w 832"/>
                <a:gd name="T1" fmla="*/ 0 h 464"/>
                <a:gd name="T2" fmla="*/ 0 w 832"/>
                <a:gd name="T3" fmla="*/ 394 h 464"/>
                <a:gd name="T4" fmla="*/ 84 w 832"/>
                <a:gd name="T5" fmla="*/ 414 h 464"/>
                <a:gd name="T6" fmla="*/ 153 w 832"/>
                <a:gd name="T7" fmla="*/ 435 h 464"/>
                <a:gd name="T8" fmla="*/ 210 w 832"/>
                <a:gd name="T9" fmla="*/ 447 h 464"/>
                <a:gd name="T10" fmla="*/ 258 w 832"/>
                <a:gd name="T11" fmla="*/ 454 h 464"/>
                <a:gd name="T12" fmla="*/ 312 w 832"/>
                <a:gd name="T13" fmla="*/ 460 h 464"/>
                <a:gd name="T14" fmla="*/ 402 w 832"/>
                <a:gd name="T15" fmla="*/ 463 h 464"/>
                <a:gd name="T16" fmla="*/ 485 w 832"/>
                <a:gd name="T17" fmla="*/ 456 h 464"/>
                <a:gd name="T18" fmla="*/ 570 w 832"/>
                <a:gd name="T19" fmla="*/ 442 h 464"/>
                <a:gd name="T20" fmla="*/ 652 w 832"/>
                <a:gd name="T21" fmla="*/ 417 h 464"/>
                <a:gd name="T22" fmla="*/ 724 w 832"/>
                <a:gd name="T23" fmla="*/ 384 h 464"/>
                <a:gd name="T24" fmla="*/ 784 w 832"/>
                <a:gd name="T25" fmla="*/ 339 h 464"/>
                <a:gd name="T26" fmla="*/ 829 w 832"/>
                <a:gd name="T27" fmla="*/ 322 h 464"/>
                <a:gd name="T28" fmla="*/ 831 w 832"/>
                <a:gd name="T29" fmla="*/ 3 h 464"/>
                <a:gd name="T30" fmla="*/ 786 w 832"/>
                <a:gd name="T31" fmla="*/ 10 h 464"/>
                <a:gd name="T32" fmla="*/ 726 w 832"/>
                <a:gd name="T33" fmla="*/ 33 h 464"/>
                <a:gd name="T34" fmla="*/ 654 w 832"/>
                <a:gd name="T35" fmla="*/ 61 h 464"/>
                <a:gd name="T36" fmla="*/ 585 w 832"/>
                <a:gd name="T37" fmla="*/ 78 h 464"/>
                <a:gd name="T38" fmla="*/ 515 w 832"/>
                <a:gd name="T39" fmla="*/ 87 h 464"/>
                <a:gd name="T40" fmla="*/ 468 w 832"/>
                <a:gd name="T41" fmla="*/ 91 h 464"/>
                <a:gd name="T42" fmla="*/ 428 w 832"/>
                <a:gd name="T43" fmla="*/ 93 h 464"/>
                <a:gd name="T44" fmla="*/ 358 w 832"/>
                <a:gd name="T45" fmla="*/ 93 h 464"/>
                <a:gd name="T46" fmla="*/ 314 w 832"/>
                <a:gd name="T47" fmla="*/ 90 h 464"/>
                <a:gd name="T48" fmla="*/ 274 w 832"/>
                <a:gd name="T49" fmla="*/ 85 h 464"/>
                <a:gd name="T50" fmla="*/ 229 w 832"/>
                <a:gd name="T51" fmla="*/ 81 h 464"/>
                <a:gd name="T52" fmla="*/ 190 w 832"/>
                <a:gd name="T53" fmla="*/ 73 h 464"/>
                <a:gd name="T54" fmla="*/ 140 w 832"/>
                <a:gd name="T55" fmla="*/ 63 h 464"/>
                <a:gd name="T56" fmla="*/ 96 w 832"/>
                <a:gd name="T57" fmla="*/ 49 h 464"/>
                <a:gd name="T58" fmla="*/ 49 w 832"/>
                <a:gd name="T59" fmla="*/ 27 h 464"/>
                <a:gd name="T60" fmla="*/ 0 w 832"/>
                <a:gd name="T61" fmla="*/ 0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2" h="464">
                  <a:moveTo>
                    <a:pt x="0" y="0"/>
                  </a:moveTo>
                  <a:lnTo>
                    <a:pt x="0" y="394"/>
                  </a:lnTo>
                  <a:lnTo>
                    <a:pt x="84" y="414"/>
                  </a:lnTo>
                  <a:lnTo>
                    <a:pt x="153" y="435"/>
                  </a:lnTo>
                  <a:lnTo>
                    <a:pt x="210" y="447"/>
                  </a:lnTo>
                  <a:lnTo>
                    <a:pt x="258" y="454"/>
                  </a:lnTo>
                  <a:lnTo>
                    <a:pt x="312" y="460"/>
                  </a:lnTo>
                  <a:lnTo>
                    <a:pt x="402" y="463"/>
                  </a:lnTo>
                  <a:lnTo>
                    <a:pt x="485" y="456"/>
                  </a:lnTo>
                  <a:lnTo>
                    <a:pt x="570" y="442"/>
                  </a:lnTo>
                  <a:lnTo>
                    <a:pt x="652" y="417"/>
                  </a:lnTo>
                  <a:lnTo>
                    <a:pt x="724" y="384"/>
                  </a:lnTo>
                  <a:lnTo>
                    <a:pt x="784" y="339"/>
                  </a:lnTo>
                  <a:lnTo>
                    <a:pt x="829" y="322"/>
                  </a:lnTo>
                  <a:lnTo>
                    <a:pt x="831" y="3"/>
                  </a:lnTo>
                  <a:lnTo>
                    <a:pt x="786" y="10"/>
                  </a:lnTo>
                  <a:lnTo>
                    <a:pt x="726" y="33"/>
                  </a:lnTo>
                  <a:lnTo>
                    <a:pt x="654" y="61"/>
                  </a:lnTo>
                  <a:lnTo>
                    <a:pt x="585" y="78"/>
                  </a:lnTo>
                  <a:lnTo>
                    <a:pt x="515" y="87"/>
                  </a:lnTo>
                  <a:lnTo>
                    <a:pt x="468" y="91"/>
                  </a:lnTo>
                  <a:lnTo>
                    <a:pt x="428" y="93"/>
                  </a:lnTo>
                  <a:lnTo>
                    <a:pt x="358" y="93"/>
                  </a:lnTo>
                  <a:lnTo>
                    <a:pt x="314" y="90"/>
                  </a:lnTo>
                  <a:lnTo>
                    <a:pt x="274" y="85"/>
                  </a:lnTo>
                  <a:lnTo>
                    <a:pt x="229" y="81"/>
                  </a:lnTo>
                  <a:lnTo>
                    <a:pt x="190" y="73"/>
                  </a:lnTo>
                  <a:lnTo>
                    <a:pt x="140" y="63"/>
                  </a:lnTo>
                  <a:lnTo>
                    <a:pt x="96" y="49"/>
                  </a:lnTo>
                  <a:lnTo>
                    <a:pt x="49" y="27"/>
                  </a:lnTo>
                  <a:lnTo>
                    <a:pt x="0"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6" name="Freeform 16">
              <a:extLst>
                <a:ext uri="{FF2B5EF4-FFF2-40B4-BE49-F238E27FC236}">
                  <a16:creationId xmlns:a16="http://schemas.microsoft.com/office/drawing/2014/main" id="{1AC92BF8-8359-4C99-8374-7BFB48F0B59E}"/>
                </a:ext>
              </a:extLst>
            </p:cNvPr>
            <p:cNvSpPr>
              <a:spLocks/>
            </p:cNvSpPr>
            <p:nvPr/>
          </p:nvSpPr>
          <p:spPr bwMode="auto">
            <a:xfrm>
              <a:off x="5217" y="2341"/>
              <a:ext cx="156" cy="130"/>
            </a:xfrm>
            <a:custGeom>
              <a:avLst/>
              <a:gdLst>
                <a:gd name="T0" fmla="*/ 83 w 156"/>
                <a:gd name="T1" fmla="*/ 0 h 130"/>
                <a:gd name="T2" fmla="*/ 134 w 156"/>
                <a:gd name="T3" fmla="*/ 22 h 130"/>
                <a:gd name="T4" fmla="*/ 152 w 156"/>
                <a:gd name="T5" fmla="*/ 51 h 130"/>
                <a:gd name="T6" fmla="*/ 155 w 156"/>
                <a:gd name="T7" fmla="*/ 78 h 130"/>
                <a:gd name="T8" fmla="*/ 155 w 156"/>
                <a:gd name="T9" fmla="*/ 93 h 130"/>
                <a:gd name="T10" fmla="*/ 146 w 156"/>
                <a:gd name="T11" fmla="*/ 111 h 130"/>
                <a:gd name="T12" fmla="*/ 126 w 156"/>
                <a:gd name="T13" fmla="*/ 120 h 130"/>
                <a:gd name="T14" fmla="*/ 105 w 156"/>
                <a:gd name="T15" fmla="*/ 126 h 130"/>
                <a:gd name="T16" fmla="*/ 86 w 156"/>
                <a:gd name="T17" fmla="*/ 129 h 130"/>
                <a:gd name="T18" fmla="*/ 69 w 156"/>
                <a:gd name="T19" fmla="*/ 129 h 130"/>
                <a:gd name="T20" fmla="*/ 41 w 156"/>
                <a:gd name="T21" fmla="*/ 124 h 130"/>
                <a:gd name="T22" fmla="*/ 21 w 156"/>
                <a:gd name="T23" fmla="*/ 118 h 130"/>
                <a:gd name="T24" fmla="*/ 9 w 156"/>
                <a:gd name="T25" fmla="*/ 109 h 130"/>
                <a:gd name="T26" fmla="*/ 2 w 156"/>
                <a:gd name="T27" fmla="*/ 100 h 130"/>
                <a:gd name="T28" fmla="*/ 0 w 156"/>
                <a:gd name="T29" fmla="*/ 87 h 130"/>
                <a:gd name="T30" fmla="*/ 2 w 156"/>
                <a:gd name="T31" fmla="*/ 67 h 130"/>
                <a:gd name="T32" fmla="*/ 9 w 156"/>
                <a:gd name="T33" fmla="*/ 13 h 130"/>
                <a:gd name="T34" fmla="*/ 83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83" y="0"/>
                  </a:moveTo>
                  <a:lnTo>
                    <a:pt x="134" y="22"/>
                  </a:lnTo>
                  <a:lnTo>
                    <a:pt x="152" y="51"/>
                  </a:lnTo>
                  <a:lnTo>
                    <a:pt x="155" y="78"/>
                  </a:lnTo>
                  <a:lnTo>
                    <a:pt x="155" y="93"/>
                  </a:lnTo>
                  <a:lnTo>
                    <a:pt x="146" y="111"/>
                  </a:lnTo>
                  <a:lnTo>
                    <a:pt x="126" y="120"/>
                  </a:lnTo>
                  <a:lnTo>
                    <a:pt x="105" y="126"/>
                  </a:lnTo>
                  <a:lnTo>
                    <a:pt x="86" y="129"/>
                  </a:lnTo>
                  <a:lnTo>
                    <a:pt x="69" y="129"/>
                  </a:lnTo>
                  <a:lnTo>
                    <a:pt x="41" y="124"/>
                  </a:lnTo>
                  <a:lnTo>
                    <a:pt x="21" y="118"/>
                  </a:lnTo>
                  <a:lnTo>
                    <a:pt x="9" y="109"/>
                  </a:lnTo>
                  <a:lnTo>
                    <a:pt x="2" y="100"/>
                  </a:lnTo>
                  <a:lnTo>
                    <a:pt x="0" y="87"/>
                  </a:lnTo>
                  <a:lnTo>
                    <a:pt x="2" y="67"/>
                  </a:lnTo>
                  <a:lnTo>
                    <a:pt x="9" y="13"/>
                  </a:lnTo>
                  <a:lnTo>
                    <a:pt x="83"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7" name="Freeform 17">
              <a:extLst>
                <a:ext uri="{FF2B5EF4-FFF2-40B4-BE49-F238E27FC236}">
                  <a16:creationId xmlns:a16="http://schemas.microsoft.com/office/drawing/2014/main" id="{4260C33D-31B6-4213-87DA-DBE9EDB07749}"/>
                </a:ext>
              </a:extLst>
            </p:cNvPr>
            <p:cNvSpPr>
              <a:spLocks/>
            </p:cNvSpPr>
            <p:nvPr/>
          </p:nvSpPr>
          <p:spPr bwMode="auto">
            <a:xfrm>
              <a:off x="423" y="2331"/>
              <a:ext cx="156" cy="130"/>
            </a:xfrm>
            <a:custGeom>
              <a:avLst/>
              <a:gdLst>
                <a:gd name="T0" fmla="*/ 72 w 156"/>
                <a:gd name="T1" fmla="*/ 0 h 130"/>
                <a:gd name="T2" fmla="*/ 21 w 156"/>
                <a:gd name="T3" fmla="*/ 22 h 130"/>
                <a:gd name="T4" fmla="*/ 3 w 156"/>
                <a:gd name="T5" fmla="*/ 51 h 130"/>
                <a:gd name="T6" fmla="*/ 0 w 156"/>
                <a:gd name="T7" fmla="*/ 78 h 130"/>
                <a:gd name="T8" fmla="*/ 0 w 156"/>
                <a:gd name="T9" fmla="*/ 93 h 130"/>
                <a:gd name="T10" fmla="*/ 9 w 156"/>
                <a:gd name="T11" fmla="*/ 111 h 130"/>
                <a:gd name="T12" fmla="*/ 29 w 156"/>
                <a:gd name="T13" fmla="*/ 120 h 130"/>
                <a:gd name="T14" fmla="*/ 50 w 156"/>
                <a:gd name="T15" fmla="*/ 126 h 130"/>
                <a:gd name="T16" fmla="*/ 69 w 156"/>
                <a:gd name="T17" fmla="*/ 129 h 130"/>
                <a:gd name="T18" fmla="*/ 86 w 156"/>
                <a:gd name="T19" fmla="*/ 129 h 130"/>
                <a:gd name="T20" fmla="*/ 114 w 156"/>
                <a:gd name="T21" fmla="*/ 124 h 130"/>
                <a:gd name="T22" fmla="*/ 134 w 156"/>
                <a:gd name="T23" fmla="*/ 118 h 130"/>
                <a:gd name="T24" fmla="*/ 146 w 156"/>
                <a:gd name="T25" fmla="*/ 109 h 130"/>
                <a:gd name="T26" fmla="*/ 153 w 156"/>
                <a:gd name="T27" fmla="*/ 100 h 130"/>
                <a:gd name="T28" fmla="*/ 155 w 156"/>
                <a:gd name="T29" fmla="*/ 87 h 130"/>
                <a:gd name="T30" fmla="*/ 153 w 156"/>
                <a:gd name="T31" fmla="*/ 67 h 130"/>
                <a:gd name="T32" fmla="*/ 146 w 156"/>
                <a:gd name="T33" fmla="*/ 13 h 130"/>
                <a:gd name="T34" fmla="*/ 72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72" y="0"/>
                  </a:moveTo>
                  <a:lnTo>
                    <a:pt x="21" y="22"/>
                  </a:lnTo>
                  <a:lnTo>
                    <a:pt x="3" y="51"/>
                  </a:lnTo>
                  <a:lnTo>
                    <a:pt x="0" y="78"/>
                  </a:lnTo>
                  <a:lnTo>
                    <a:pt x="0" y="93"/>
                  </a:lnTo>
                  <a:lnTo>
                    <a:pt x="9" y="111"/>
                  </a:lnTo>
                  <a:lnTo>
                    <a:pt x="29" y="120"/>
                  </a:lnTo>
                  <a:lnTo>
                    <a:pt x="50" y="126"/>
                  </a:lnTo>
                  <a:lnTo>
                    <a:pt x="69" y="129"/>
                  </a:lnTo>
                  <a:lnTo>
                    <a:pt x="86" y="129"/>
                  </a:lnTo>
                  <a:lnTo>
                    <a:pt x="114" y="124"/>
                  </a:lnTo>
                  <a:lnTo>
                    <a:pt x="134" y="118"/>
                  </a:lnTo>
                  <a:lnTo>
                    <a:pt x="146" y="109"/>
                  </a:lnTo>
                  <a:lnTo>
                    <a:pt x="153" y="100"/>
                  </a:lnTo>
                  <a:lnTo>
                    <a:pt x="155" y="87"/>
                  </a:lnTo>
                  <a:lnTo>
                    <a:pt x="153" y="67"/>
                  </a:lnTo>
                  <a:lnTo>
                    <a:pt x="146" y="13"/>
                  </a:lnTo>
                  <a:lnTo>
                    <a:pt x="72"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8" name="Freeform 18">
              <a:extLst>
                <a:ext uri="{FF2B5EF4-FFF2-40B4-BE49-F238E27FC236}">
                  <a16:creationId xmlns:a16="http://schemas.microsoft.com/office/drawing/2014/main" id="{DAB9CFD4-AABE-40F4-9BBB-39D34F412827}"/>
                </a:ext>
              </a:extLst>
            </p:cNvPr>
            <p:cNvSpPr>
              <a:spLocks/>
            </p:cNvSpPr>
            <p:nvPr/>
          </p:nvSpPr>
          <p:spPr bwMode="auto">
            <a:xfrm>
              <a:off x="495" y="2346"/>
              <a:ext cx="88" cy="82"/>
            </a:xfrm>
            <a:custGeom>
              <a:avLst/>
              <a:gdLst>
                <a:gd name="T0" fmla="*/ 87 w 88"/>
                <a:gd name="T1" fmla="*/ 75 h 82"/>
                <a:gd name="T2" fmla="*/ 76 w 88"/>
                <a:gd name="T3" fmla="*/ 0 h 82"/>
                <a:gd name="T4" fmla="*/ 33 w 88"/>
                <a:gd name="T5" fmla="*/ 5 h 82"/>
                <a:gd name="T6" fmla="*/ 0 w 88"/>
                <a:gd name="T7" fmla="*/ 9 h 82"/>
                <a:gd name="T8" fmla="*/ 9 w 88"/>
                <a:gd name="T9" fmla="*/ 81 h 82"/>
                <a:gd name="T10" fmla="*/ 12 w 88"/>
                <a:gd name="T11" fmla="*/ 64 h 82"/>
                <a:gd name="T12" fmla="*/ 22 w 88"/>
                <a:gd name="T13" fmla="*/ 52 h 82"/>
                <a:gd name="T14" fmla="*/ 40 w 88"/>
                <a:gd name="T15" fmla="*/ 48 h 82"/>
                <a:gd name="T16" fmla="*/ 60 w 88"/>
                <a:gd name="T17" fmla="*/ 49 h 82"/>
                <a:gd name="T18" fmla="*/ 76 w 88"/>
                <a:gd name="T19" fmla="*/ 57 h 82"/>
                <a:gd name="T20" fmla="*/ 87 w 88"/>
                <a:gd name="T21" fmla="*/ 7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87" y="75"/>
                  </a:moveTo>
                  <a:lnTo>
                    <a:pt x="76" y="0"/>
                  </a:lnTo>
                  <a:lnTo>
                    <a:pt x="33" y="5"/>
                  </a:lnTo>
                  <a:lnTo>
                    <a:pt x="0" y="9"/>
                  </a:lnTo>
                  <a:lnTo>
                    <a:pt x="9" y="81"/>
                  </a:lnTo>
                  <a:lnTo>
                    <a:pt x="12" y="64"/>
                  </a:lnTo>
                  <a:lnTo>
                    <a:pt x="22" y="52"/>
                  </a:lnTo>
                  <a:lnTo>
                    <a:pt x="40" y="48"/>
                  </a:lnTo>
                  <a:lnTo>
                    <a:pt x="60" y="49"/>
                  </a:lnTo>
                  <a:lnTo>
                    <a:pt x="76" y="57"/>
                  </a:lnTo>
                  <a:lnTo>
                    <a:pt x="87" y="75"/>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9" name="Freeform 19">
              <a:extLst>
                <a:ext uri="{FF2B5EF4-FFF2-40B4-BE49-F238E27FC236}">
                  <a16:creationId xmlns:a16="http://schemas.microsoft.com/office/drawing/2014/main" id="{ED404CAF-8DAF-483E-9AD7-33C9A7BC8E25}"/>
                </a:ext>
              </a:extLst>
            </p:cNvPr>
            <p:cNvSpPr>
              <a:spLocks/>
            </p:cNvSpPr>
            <p:nvPr/>
          </p:nvSpPr>
          <p:spPr bwMode="auto">
            <a:xfrm>
              <a:off x="1356" y="1555"/>
              <a:ext cx="2967" cy="505"/>
            </a:xfrm>
            <a:custGeom>
              <a:avLst/>
              <a:gdLst>
                <a:gd name="T0" fmla="*/ 0 w 2967"/>
                <a:gd name="T1" fmla="*/ 135 h 505"/>
                <a:gd name="T2" fmla="*/ 207 w 2967"/>
                <a:gd name="T3" fmla="*/ 87 h 505"/>
                <a:gd name="T4" fmla="*/ 442 w 2967"/>
                <a:gd name="T5" fmla="*/ 54 h 505"/>
                <a:gd name="T6" fmla="*/ 640 w 2967"/>
                <a:gd name="T7" fmla="*/ 36 h 505"/>
                <a:gd name="T8" fmla="*/ 897 w 2967"/>
                <a:gd name="T9" fmla="*/ 18 h 505"/>
                <a:gd name="T10" fmla="*/ 1215 w 2967"/>
                <a:gd name="T11" fmla="*/ 3 h 505"/>
                <a:gd name="T12" fmla="*/ 1392 w 2967"/>
                <a:gd name="T13" fmla="*/ 0 h 505"/>
                <a:gd name="T14" fmla="*/ 1710 w 2967"/>
                <a:gd name="T15" fmla="*/ 0 h 505"/>
                <a:gd name="T16" fmla="*/ 1997 w 2967"/>
                <a:gd name="T17" fmla="*/ 12 h 505"/>
                <a:gd name="T18" fmla="*/ 2258 w 2967"/>
                <a:gd name="T19" fmla="*/ 24 h 505"/>
                <a:gd name="T20" fmla="*/ 2493 w 2967"/>
                <a:gd name="T21" fmla="*/ 42 h 505"/>
                <a:gd name="T22" fmla="*/ 2674 w 2967"/>
                <a:gd name="T23" fmla="*/ 60 h 505"/>
                <a:gd name="T24" fmla="*/ 2828 w 2967"/>
                <a:gd name="T25" fmla="*/ 81 h 505"/>
                <a:gd name="T26" fmla="*/ 2966 w 2967"/>
                <a:gd name="T27" fmla="*/ 102 h 505"/>
                <a:gd name="T28" fmla="*/ 2966 w 2967"/>
                <a:gd name="T29" fmla="*/ 504 h 505"/>
                <a:gd name="T30" fmla="*/ 2833 w 2967"/>
                <a:gd name="T31" fmla="*/ 480 h 505"/>
                <a:gd name="T32" fmla="*/ 2563 w 2967"/>
                <a:gd name="T33" fmla="*/ 441 h 505"/>
                <a:gd name="T34" fmla="*/ 2382 w 2967"/>
                <a:gd name="T35" fmla="*/ 423 h 505"/>
                <a:gd name="T36" fmla="*/ 2134 w 2967"/>
                <a:gd name="T37" fmla="*/ 405 h 505"/>
                <a:gd name="T38" fmla="*/ 1944 w 2967"/>
                <a:gd name="T39" fmla="*/ 396 h 505"/>
                <a:gd name="T40" fmla="*/ 1746 w 2967"/>
                <a:gd name="T41" fmla="*/ 387 h 505"/>
                <a:gd name="T42" fmla="*/ 1529 w 2967"/>
                <a:gd name="T43" fmla="*/ 387 h 505"/>
                <a:gd name="T44" fmla="*/ 1295 w 2967"/>
                <a:gd name="T45" fmla="*/ 387 h 505"/>
                <a:gd name="T46" fmla="*/ 1047 w 2967"/>
                <a:gd name="T47" fmla="*/ 393 h 505"/>
                <a:gd name="T48" fmla="*/ 853 w 2967"/>
                <a:gd name="T49" fmla="*/ 402 h 505"/>
                <a:gd name="T50" fmla="*/ 654 w 2967"/>
                <a:gd name="T51" fmla="*/ 414 h 505"/>
                <a:gd name="T52" fmla="*/ 468 w 2967"/>
                <a:gd name="T53" fmla="*/ 429 h 505"/>
                <a:gd name="T54" fmla="*/ 296 w 2967"/>
                <a:gd name="T55" fmla="*/ 447 h 505"/>
                <a:gd name="T56" fmla="*/ 150 w 2967"/>
                <a:gd name="T57" fmla="*/ 468 h 505"/>
                <a:gd name="T58" fmla="*/ 13 w 2967"/>
                <a:gd name="T59" fmla="*/ 492 h 505"/>
                <a:gd name="T60" fmla="*/ 0 w 2967"/>
                <a:gd name="T61" fmla="*/ 135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7" h="505">
                  <a:moveTo>
                    <a:pt x="0" y="135"/>
                  </a:moveTo>
                  <a:lnTo>
                    <a:pt x="207" y="87"/>
                  </a:lnTo>
                  <a:lnTo>
                    <a:pt x="442" y="54"/>
                  </a:lnTo>
                  <a:lnTo>
                    <a:pt x="640" y="36"/>
                  </a:lnTo>
                  <a:lnTo>
                    <a:pt x="897" y="18"/>
                  </a:lnTo>
                  <a:lnTo>
                    <a:pt x="1215" y="3"/>
                  </a:lnTo>
                  <a:lnTo>
                    <a:pt x="1392" y="0"/>
                  </a:lnTo>
                  <a:lnTo>
                    <a:pt x="1710" y="0"/>
                  </a:lnTo>
                  <a:lnTo>
                    <a:pt x="1997" y="12"/>
                  </a:lnTo>
                  <a:lnTo>
                    <a:pt x="2258" y="24"/>
                  </a:lnTo>
                  <a:lnTo>
                    <a:pt x="2493" y="42"/>
                  </a:lnTo>
                  <a:lnTo>
                    <a:pt x="2674" y="60"/>
                  </a:lnTo>
                  <a:lnTo>
                    <a:pt x="2828" y="81"/>
                  </a:lnTo>
                  <a:lnTo>
                    <a:pt x="2966" y="102"/>
                  </a:lnTo>
                  <a:lnTo>
                    <a:pt x="2966" y="504"/>
                  </a:lnTo>
                  <a:lnTo>
                    <a:pt x="2833" y="480"/>
                  </a:lnTo>
                  <a:lnTo>
                    <a:pt x="2563" y="441"/>
                  </a:lnTo>
                  <a:lnTo>
                    <a:pt x="2382" y="423"/>
                  </a:lnTo>
                  <a:lnTo>
                    <a:pt x="2134" y="405"/>
                  </a:lnTo>
                  <a:lnTo>
                    <a:pt x="1944" y="396"/>
                  </a:lnTo>
                  <a:lnTo>
                    <a:pt x="1746" y="387"/>
                  </a:lnTo>
                  <a:lnTo>
                    <a:pt x="1529" y="387"/>
                  </a:lnTo>
                  <a:lnTo>
                    <a:pt x="1295" y="387"/>
                  </a:lnTo>
                  <a:lnTo>
                    <a:pt x="1047" y="393"/>
                  </a:lnTo>
                  <a:lnTo>
                    <a:pt x="853" y="402"/>
                  </a:lnTo>
                  <a:lnTo>
                    <a:pt x="654" y="414"/>
                  </a:lnTo>
                  <a:lnTo>
                    <a:pt x="468" y="429"/>
                  </a:lnTo>
                  <a:lnTo>
                    <a:pt x="296" y="447"/>
                  </a:lnTo>
                  <a:lnTo>
                    <a:pt x="150" y="468"/>
                  </a:lnTo>
                  <a:lnTo>
                    <a:pt x="13" y="492"/>
                  </a:lnTo>
                  <a:lnTo>
                    <a:pt x="0" y="135"/>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0" name="Freeform 20">
              <a:extLst>
                <a:ext uri="{FF2B5EF4-FFF2-40B4-BE49-F238E27FC236}">
                  <a16:creationId xmlns:a16="http://schemas.microsoft.com/office/drawing/2014/main" id="{42234630-6B4B-4914-9308-C310CB103620}"/>
                </a:ext>
              </a:extLst>
            </p:cNvPr>
            <p:cNvSpPr>
              <a:spLocks/>
            </p:cNvSpPr>
            <p:nvPr/>
          </p:nvSpPr>
          <p:spPr bwMode="auto">
            <a:xfrm>
              <a:off x="555" y="1661"/>
              <a:ext cx="823" cy="476"/>
            </a:xfrm>
            <a:custGeom>
              <a:avLst/>
              <a:gdLst>
                <a:gd name="T0" fmla="*/ 815 w 823"/>
                <a:gd name="T1" fmla="*/ 30 h 476"/>
                <a:gd name="T2" fmla="*/ 822 w 823"/>
                <a:gd name="T3" fmla="*/ 387 h 476"/>
                <a:gd name="T4" fmla="*/ 746 w 823"/>
                <a:gd name="T5" fmla="*/ 423 h 476"/>
                <a:gd name="T6" fmla="*/ 676 w 823"/>
                <a:gd name="T7" fmla="*/ 447 h 476"/>
                <a:gd name="T8" fmla="*/ 619 w 823"/>
                <a:gd name="T9" fmla="*/ 459 h 476"/>
                <a:gd name="T10" fmla="*/ 571 w 823"/>
                <a:gd name="T11" fmla="*/ 466 h 476"/>
                <a:gd name="T12" fmla="*/ 517 w 823"/>
                <a:gd name="T13" fmla="*/ 472 h 476"/>
                <a:gd name="T14" fmla="*/ 427 w 823"/>
                <a:gd name="T15" fmla="*/ 475 h 476"/>
                <a:gd name="T16" fmla="*/ 344 w 823"/>
                <a:gd name="T17" fmla="*/ 468 h 476"/>
                <a:gd name="T18" fmla="*/ 259 w 823"/>
                <a:gd name="T19" fmla="*/ 454 h 476"/>
                <a:gd name="T20" fmla="*/ 177 w 823"/>
                <a:gd name="T21" fmla="*/ 429 h 476"/>
                <a:gd name="T22" fmla="*/ 105 w 823"/>
                <a:gd name="T23" fmla="*/ 396 h 476"/>
                <a:gd name="T24" fmla="*/ 41 w 823"/>
                <a:gd name="T25" fmla="*/ 360 h 476"/>
                <a:gd name="T26" fmla="*/ 0 w 823"/>
                <a:gd name="T27" fmla="*/ 325 h 476"/>
                <a:gd name="T28" fmla="*/ 0 w 823"/>
                <a:gd name="T29" fmla="*/ 0 h 476"/>
                <a:gd name="T30" fmla="*/ 46 w 823"/>
                <a:gd name="T31" fmla="*/ 28 h 476"/>
                <a:gd name="T32" fmla="*/ 105 w 823"/>
                <a:gd name="T33" fmla="*/ 52 h 476"/>
                <a:gd name="T34" fmla="*/ 175 w 823"/>
                <a:gd name="T35" fmla="*/ 73 h 476"/>
                <a:gd name="T36" fmla="*/ 244 w 823"/>
                <a:gd name="T37" fmla="*/ 90 h 476"/>
                <a:gd name="T38" fmla="*/ 314 w 823"/>
                <a:gd name="T39" fmla="*/ 99 h 476"/>
                <a:gd name="T40" fmla="*/ 361 w 823"/>
                <a:gd name="T41" fmla="*/ 103 h 476"/>
                <a:gd name="T42" fmla="*/ 401 w 823"/>
                <a:gd name="T43" fmla="*/ 105 h 476"/>
                <a:gd name="T44" fmla="*/ 471 w 823"/>
                <a:gd name="T45" fmla="*/ 105 h 476"/>
                <a:gd name="T46" fmla="*/ 515 w 823"/>
                <a:gd name="T47" fmla="*/ 102 h 476"/>
                <a:gd name="T48" fmla="*/ 555 w 823"/>
                <a:gd name="T49" fmla="*/ 97 h 476"/>
                <a:gd name="T50" fmla="*/ 600 w 823"/>
                <a:gd name="T51" fmla="*/ 93 h 476"/>
                <a:gd name="T52" fmla="*/ 640 w 823"/>
                <a:gd name="T53" fmla="*/ 85 h 476"/>
                <a:gd name="T54" fmla="*/ 689 w 823"/>
                <a:gd name="T55" fmla="*/ 75 h 476"/>
                <a:gd name="T56" fmla="*/ 733 w 823"/>
                <a:gd name="T57" fmla="*/ 61 h 476"/>
                <a:gd name="T58" fmla="*/ 777 w 823"/>
                <a:gd name="T59" fmla="*/ 46 h 476"/>
                <a:gd name="T60" fmla="*/ 815 w 823"/>
                <a:gd name="T61" fmla="*/ 3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3" h="476">
                  <a:moveTo>
                    <a:pt x="815" y="30"/>
                  </a:moveTo>
                  <a:lnTo>
                    <a:pt x="822" y="387"/>
                  </a:lnTo>
                  <a:lnTo>
                    <a:pt x="746" y="423"/>
                  </a:lnTo>
                  <a:lnTo>
                    <a:pt x="676" y="447"/>
                  </a:lnTo>
                  <a:lnTo>
                    <a:pt x="619" y="459"/>
                  </a:lnTo>
                  <a:lnTo>
                    <a:pt x="571" y="466"/>
                  </a:lnTo>
                  <a:lnTo>
                    <a:pt x="517" y="472"/>
                  </a:lnTo>
                  <a:lnTo>
                    <a:pt x="427" y="475"/>
                  </a:lnTo>
                  <a:lnTo>
                    <a:pt x="344" y="468"/>
                  </a:lnTo>
                  <a:lnTo>
                    <a:pt x="259" y="454"/>
                  </a:lnTo>
                  <a:lnTo>
                    <a:pt x="177" y="429"/>
                  </a:lnTo>
                  <a:lnTo>
                    <a:pt x="105" y="396"/>
                  </a:lnTo>
                  <a:lnTo>
                    <a:pt x="41" y="360"/>
                  </a:lnTo>
                  <a:lnTo>
                    <a:pt x="0" y="325"/>
                  </a:lnTo>
                  <a:lnTo>
                    <a:pt x="0" y="0"/>
                  </a:lnTo>
                  <a:lnTo>
                    <a:pt x="46" y="28"/>
                  </a:lnTo>
                  <a:lnTo>
                    <a:pt x="105" y="52"/>
                  </a:lnTo>
                  <a:lnTo>
                    <a:pt x="175" y="73"/>
                  </a:lnTo>
                  <a:lnTo>
                    <a:pt x="244" y="90"/>
                  </a:lnTo>
                  <a:lnTo>
                    <a:pt x="314" y="99"/>
                  </a:lnTo>
                  <a:lnTo>
                    <a:pt x="361" y="103"/>
                  </a:lnTo>
                  <a:lnTo>
                    <a:pt x="401" y="105"/>
                  </a:lnTo>
                  <a:lnTo>
                    <a:pt x="471" y="105"/>
                  </a:lnTo>
                  <a:lnTo>
                    <a:pt x="515" y="102"/>
                  </a:lnTo>
                  <a:lnTo>
                    <a:pt x="555" y="97"/>
                  </a:lnTo>
                  <a:lnTo>
                    <a:pt x="600" y="93"/>
                  </a:lnTo>
                  <a:lnTo>
                    <a:pt x="640" y="85"/>
                  </a:lnTo>
                  <a:lnTo>
                    <a:pt x="689" y="75"/>
                  </a:lnTo>
                  <a:lnTo>
                    <a:pt x="733" y="61"/>
                  </a:lnTo>
                  <a:lnTo>
                    <a:pt x="777" y="46"/>
                  </a:lnTo>
                  <a:lnTo>
                    <a:pt x="815" y="3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1" name="Freeform 21">
              <a:extLst>
                <a:ext uri="{FF2B5EF4-FFF2-40B4-BE49-F238E27FC236}">
                  <a16:creationId xmlns:a16="http://schemas.microsoft.com/office/drawing/2014/main" id="{7C75314C-BE7F-4419-A810-F9DD2101D45C}"/>
                </a:ext>
              </a:extLst>
            </p:cNvPr>
            <p:cNvSpPr>
              <a:spLocks/>
            </p:cNvSpPr>
            <p:nvPr/>
          </p:nvSpPr>
          <p:spPr bwMode="auto">
            <a:xfrm>
              <a:off x="102" y="2119"/>
              <a:ext cx="551" cy="375"/>
            </a:xfrm>
            <a:custGeom>
              <a:avLst/>
              <a:gdLst>
                <a:gd name="T0" fmla="*/ 16 w 551"/>
                <a:gd name="T1" fmla="*/ 59 h 375"/>
                <a:gd name="T2" fmla="*/ 0 w 551"/>
                <a:gd name="T3" fmla="*/ 135 h 375"/>
                <a:gd name="T4" fmla="*/ 10 w 551"/>
                <a:gd name="T5" fmla="*/ 162 h 375"/>
                <a:gd name="T6" fmla="*/ 33 w 551"/>
                <a:gd name="T7" fmla="*/ 203 h 375"/>
                <a:gd name="T8" fmla="*/ 57 w 551"/>
                <a:gd name="T9" fmla="*/ 240 h 375"/>
                <a:gd name="T10" fmla="*/ 85 w 551"/>
                <a:gd name="T11" fmla="*/ 270 h 375"/>
                <a:gd name="T12" fmla="*/ 120 w 551"/>
                <a:gd name="T13" fmla="*/ 300 h 375"/>
                <a:gd name="T14" fmla="*/ 153 w 551"/>
                <a:gd name="T15" fmla="*/ 321 h 375"/>
                <a:gd name="T16" fmla="*/ 189 w 551"/>
                <a:gd name="T17" fmla="*/ 341 h 375"/>
                <a:gd name="T18" fmla="*/ 235 w 551"/>
                <a:gd name="T19" fmla="*/ 359 h 375"/>
                <a:gd name="T20" fmla="*/ 270 w 551"/>
                <a:gd name="T21" fmla="*/ 368 h 375"/>
                <a:gd name="T22" fmla="*/ 312 w 551"/>
                <a:gd name="T23" fmla="*/ 374 h 375"/>
                <a:gd name="T24" fmla="*/ 351 w 551"/>
                <a:gd name="T25" fmla="*/ 374 h 375"/>
                <a:gd name="T26" fmla="*/ 393 w 551"/>
                <a:gd name="T27" fmla="*/ 369 h 375"/>
                <a:gd name="T28" fmla="*/ 436 w 551"/>
                <a:gd name="T29" fmla="*/ 356 h 375"/>
                <a:gd name="T30" fmla="*/ 475 w 551"/>
                <a:gd name="T31" fmla="*/ 335 h 375"/>
                <a:gd name="T32" fmla="*/ 498 w 551"/>
                <a:gd name="T33" fmla="*/ 317 h 375"/>
                <a:gd name="T34" fmla="*/ 526 w 551"/>
                <a:gd name="T35" fmla="*/ 291 h 375"/>
                <a:gd name="T36" fmla="*/ 541 w 551"/>
                <a:gd name="T37" fmla="*/ 269 h 375"/>
                <a:gd name="T38" fmla="*/ 550 w 551"/>
                <a:gd name="T39" fmla="*/ 251 h 375"/>
                <a:gd name="T40" fmla="*/ 550 w 551"/>
                <a:gd name="T41" fmla="*/ 231 h 375"/>
                <a:gd name="T42" fmla="*/ 544 w 551"/>
                <a:gd name="T43" fmla="*/ 207 h 375"/>
                <a:gd name="T44" fmla="*/ 532 w 551"/>
                <a:gd name="T45" fmla="*/ 189 h 375"/>
                <a:gd name="T46" fmla="*/ 523 w 551"/>
                <a:gd name="T47" fmla="*/ 150 h 375"/>
                <a:gd name="T48" fmla="*/ 519 w 551"/>
                <a:gd name="T49" fmla="*/ 129 h 375"/>
                <a:gd name="T50" fmla="*/ 267 w 551"/>
                <a:gd name="T51" fmla="*/ 147 h 375"/>
                <a:gd name="T52" fmla="*/ 234 w 551"/>
                <a:gd name="T53" fmla="*/ 140 h 375"/>
                <a:gd name="T54" fmla="*/ 193 w 551"/>
                <a:gd name="T55" fmla="*/ 126 h 375"/>
                <a:gd name="T56" fmla="*/ 162 w 551"/>
                <a:gd name="T57" fmla="*/ 108 h 375"/>
                <a:gd name="T58" fmla="*/ 129 w 551"/>
                <a:gd name="T59" fmla="*/ 86 h 375"/>
                <a:gd name="T60" fmla="*/ 97 w 551"/>
                <a:gd name="T61" fmla="*/ 54 h 375"/>
                <a:gd name="T62" fmla="*/ 78 w 551"/>
                <a:gd name="T63" fmla="*/ 27 h 375"/>
                <a:gd name="T64" fmla="*/ 60 w 551"/>
                <a:gd name="T65" fmla="*/ 0 h 375"/>
                <a:gd name="T66" fmla="*/ 16 w 551"/>
                <a:gd name="T67" fmla="*/ 5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5">
                  <a:moveTo>
                    <a:pt x="16" y="59"/>
                  </a:moveTo>
                  <a:lnTo>
                    <a:pt x="0" y="135"/>
                  </a:lnTo>
                  <a:lnTo>
                    <a:pt x="10" y="162"/>
                  </a:lnTo>
                  <a:lnTo>
                    <a:pt x="33" y="203"/>
                  </a:lnTo>
                  <a:lnTo>
                    <a:pt x="57" y="240"/>
                  </a:lnTo>
                  <a:lnTo>
                    <a:pt x="85" y="270"/>
                  </a:lnTo>
                  <a:lnTo>
                    <a:pt x="120" y="300"/>
                  </a:lnTo>
                  <a:lnTo>
                    <a:pt x="153" y="321"/>
                  </a:lnTo>
                  <a:lnTo>
                    <a:pt x="189" y="341"/>
                  </a:lnTo>
                  <a:lnTo>
                    <a:pt x="235" y="359"/>
                  </a:lnTo>
                  <a:lnTo>
                    <a:pt x="270" y="368"/>
                  </a:lnTo>
                  <a:lnTo>
                    <a:pt x="312" y="374"/>
                  </a:lnTo>
                  <a:lnTo>
                    <a:pt x="351" y="374"/>
                  </a:lnTo>
                  <a:lnTo>
                    <a:pt x="393" y="369"/>
                  </a:lnTo>
                  <a:lnTo>
                    <a:pt x="436" y="356"/>
                  </a:lnTo>
                  <a:lnTo>
                    <a:pt x="475" y="335"/>
                  </a:lnTo>
                  <a:lnTo>
                    <a:pt x="498" y="317"/>
                  </a:lnTo>
                  <a:lnTo>
                    <a:pt x="526" y="291"/>
                  </a:lnTo>
                  <a:lnTo>
                    <a:pt x="541" y="269"/>
                  </a:lnTo>
                  <a:lnTo>
                    <a:pt x="550" y="251"/>
                  </a:lnTo>
                  <a:lnTo>
                    <a:pt x="550" y="231"/>
                  </a:lnTo>
                  <a:lnTo>
                    <a:pt x="544" y="207"/>
                  </a:lnTo>
                  <a:lnTo>
                    <a:pt x="532" y="189"/>
                  </a:lnTo>
                  <a:lnTo>
                    <a:pt x="523" y="150"/>
                  </a:lnTo>
                  <a:lnTo>
                    <a:pt x="519" y="129"/>
                  </a:lnTo>
                  <a:lnTo>
                    <a:pt x="267" y="147"/>
                  </a:lnTo>
                  <a:lnTo>
                    <a:pt x="234" y="140"/>
                  </a:lnTo>
                  <a:lnTo>
                    <a:pt x="193" y="126"/>
                  </a:lnTo>
                  <a:lnTo>
                    <a:pt x="162" y="108"/>
                  </a:lnTo>
                  <a:lnTo>
                    <a:pt x="129" y="86"/>
                  </a:lnTo>
                  <a:lnTo>
                    <a:pt x="97" y="54"/>
                  </a:lnTo>
                  <a:lnTo>
                    <a:pt x="78" y="27"/>
                  </a:lnTo>
                  <a:lnTo>
                    <a:pt x="60" y="0"/>
                  </a:lnTo>
                  <a:lnTo>
                    <a:pt x="16" y="59"/>
                  </a:lnTo>
                </a:path>
              </a:pathLst>
            </a:custGeom>
            <a:gradFill rotWithShape="0">
              <a:gsLst>
                <a:gs pos="0">
                  <a:srgbClr val="AF9F87"/>
                </a:gs>
                <a:gs pos="100000">
                  <a:srgbClr val="E4E0C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2" name="Freeform 22">
              <a:extLst>
                <a:ext uri="{FF2B5EF4-FFF2-40B4-BE49-F238E27FC236}">
                  <a16:creationId xmlns:a16="http://schemas.microsoft.com/office/drawing/2014/main" id="{D6F76A77-F0CD-43BD-BC76-23A6368D8112}"/>
                </a:ext>
              </a:extLst>
            </p:cNvPr>
            <p:cNvSpPr>
              <a:spLocks/>
            </p:cNvSpPr>
            <p:nvPr/>
          </p:nvSpPr>
          <p:spPr bwMode="auto">
            <a:xfrm>
              <a:off x="82" y="1662"/>
              <a:ext cx="475" cy="610"/>
            </a:xfrm>
            <a:custGeom>
              <a:avLst/>
              <a:gdLst>
                <a:gd name="T0" fmla="*/ 474 w 475"/>
                <a:gd name="T1" fmla="*/ 0 h 610"/>
                <a:gd name="T2" fmla="*/ 474 w 475"/>
                <a:gd name="T3" fmla="*/ 325 h 610"/>
                <a:gd name="T4" fmla="*/ 446 w 475"/>
                <a:gd name="T5" fmla="*/ 322 h 610"/>
                <a:gd name="T6" fmla="*/ 411 w 475"/>
                <a:gd name="T7" fmla="*/ 324 h 610"/>
                <a:gd name="T8" fmla="*/ 353 w 475"/>
                <a:gd name="T9" fmla="*/ 331 h 610"/>
                <a:gd name="T10" fmla="*/ 296 w 475"/>
                <a:gd name="T11" fmla="*/ 343 h 610"/>
                <a:gd name="T12" fmla="*/ 243 w 475"/>
                <a:gd name="T13" fmla="*/ 357 h 610"/>
                <a:gd name="T14" fmla="*/ 200 w 475"/>
                <a:gd name="T15" fmla="*/ 375 h 610"/>
                <a:gd name="T16" fmla="*/ 149 w 475"/>
                <a:gd name="T17" fmla="*/ 403 h 610"/>
                <a:gd name="T18" fmla="*/ 110 w 475"/>
                <a:gd name="T19" fmla="*/ 432 h 610"/>
                <a:gd name="T20" fmla="*/ 81 w 475"/>
                <a:gd name="T21" fmla="*/ 459 h 610"/>
                <a:gd name="T22" fmla="*/ 60 w 475"/>
                <a:gd name="T23" fmla="*/ 486 h 610"/>
                <a:gd name="T24" fmla="*/ 47 w 475"/>
                <a:gd name="T25" fmla="*/ 510 h 610"/>
                <a:gd name="T26" fmla="*/ 35 w 475"/>
                <a:gd name="T27" fmla="*/ 540 h 610"/>
                <a:gd name="T28" fmla="*/ 30 w 475"/>
                <a:gd name="T29" fmla="*/ 567 h 610"/>
                <a:gd name="T30" fmla="*/ 23 w 475"/>
                <a:gd name="T31" fmla="*/ 609 h 610"/>
                <a:gd name="T32" fmla="*/ 17 w 475"/>
                <a:gd name="T33" fmla="*/ 573 h 610"/>
                <a:gd name="T34" fmla="*/ 8 w 475"/>
                <a:gd name="T35" fmla="*/ 532 h 610"/>
                <a:gd name="T36" fmla="*/ 5 w 475"/>
                <a:gd name="T37" fmla="*/ 501 h 610"/>
                <a:gd name="T38" fmla="*/ 0 w 475"/>
                <a:gd name="T39" fmla="*/ 465 h 610"/>
                <a:gd name="T40" fmla="*/ 2 w 475"/>
                <a:gd name="T41" fmla="*/ 435 h 610"/>
                <a:gd name="T42" fmla="*/ 8 w 475"/>
                <a:gd name="T43" fmla="*/ 399 h 610"/>
                <a:gd name="T44" fmla="*/ 15 w 475"/>
                <a:gd name="T45" fmla="*/ 351 h 610"/>
                <a:gd name="T46" fmla="*/ 30 w 475"/>
                <a:gd name="T47" fmla="*/ 309 h 610"/>
                <a:gd name="T48" fmla="*/ 50 w 475"/>
                <a:gd name="T49" fmla="*/ 264 h 610"/>
                <a:gd name="T50" fmla="*/ 75 w 475"/>
                <a:gd name="T51" fmla="*/ 217 h 610"/>
                <a:gd name="T52" fmla="*/ 111 w 475"/>
                <a:gd name="T53" fmla="*/ 169 h 610"/>
                <a:gd name="T54" fmla="*/ 152 w 475"/>
                <a:gd name="T55" fmla="*/ 129 h 610"/>
                <a:gd name="T56" fmla="*/ 188 w 475"/>
                <a:gd name="T57" fmla="*/ 97 h 610"/>
                <a:gd name="T58" fmla="*/ 233 w 475"/>
                <a:gd name="T59" fmla="*/ 67 h 610"/>
                <a:gd name="T60" fmla="*/ 279 w 475"/>
                <a:gd name="T61" fmla="*/ 45 h 610"/>
                <a:gd name="T62" fmla="*/ 333 w 475"/>
                <a:gd name="T63" fmla="*/ 24 h 610"/>
                <a:gd name="T64" fmla="*/ 380 w 475"/>
                <a:gd name="T65" fmla="*/ 12 h 610"/>
                <a:gd name="T66" fmla="*/ 435 w 475"/>
                <a:gd name="T67" fmla="*/ 4 h 610"/>
                <a:gd name="T68" fmla="*/ 474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474" y="0"/>
                  </a:moveTo>
                  <a:lnTo>
                    <a:pt x="474" y="325"/>
                  </a:lnTo>
                  <a:lnTo>
                    <a:pt x="446" y="322"/>
                  </a:lnTo>
                  <a:lnTo>
                    <a:pt x="411" y="324"/>
                  </a:lnTo>
                  <a:lnTo>
                    <a:pt x="353" y="331"/>
                  </a:lnTo>
                  <a:lnTo>
                    <a:pt x="296" y="343"/>
                  </a:lnTo>
                  <a:lnTo>
                    <a:pt x="243" y="357"/>
                  </a:lnTo>
                  <a:lnTo>
                    <a:pt x="200" y="375"/>
                  </a:lnTo>
                  <a:lnTo>
                    <a:pt x="149" y="403"/>
                  </a:lnTo>
                  <a:lnTo>
                    <a:pt x="110" y="432"/>
                  </a:lnTo>
                  <a:lnTo>
                    <a:pt x="81" y="459"/>
                  </a:lnTo>
                  <a:lnTo>
                    <a:pt x="60" y="486"/>
                  </a:lnTo>
                  <a:lnTo>
                    <a:pt x="47" y="510"/>
                  </a:lnTo>
                  <a:lnTo>
                    <a:pt x="35" y="540"/>
                  </a:lnTo>
                  <a:lnTo>
                    <a:pt x="30" y="567"/>
                  </a:lnTo>
                  <a:lnTo>
                    <a:pt x="23" y="609"/>
                  </a:lnTo>
                  <a:lnTo>
                    <a:pt x="17" y="573"/>
                  </a:lnTo>
                  <a:lnTo>
                    <a:pt x="8" y="532"/>
                  </a:lnTo>
                  <a:lnTo>
                    <a:pt x="5" y="501"/>
                  </a:lnTo>
                  <a:lnTo>
                    <a:pt x="0" y="465"/>
                  </a:lnTo>
                  <a:lnTo>
                    <a:pt x="2" y="435"/>
                  </a:lnTo>
                  <a:lnTo>
                    <a:pt x="8" y="399"/>
                  </a:lnTo>
                  <a:lnTo>
                    <a:pt x="15" y="351"/>
                  </a:lnTo>
                  <a:lnTo>
                    <a:pt x="30" y="309"/>
                  </a:lnTo>
                  <a:lnTo>
                    <a:pt x="50" y="264"/>
                  </a:lnTo>
                  <a:lnTo>
                    <a:pt x="75" y="217"/>
                  </a:lnTo>
                  <a:lnTo>
                    <a:pt x="111" y="169"/>
                  </a:lnTo>
                  <a:lnTo>
                    <a:pt x="152" y="129"/>
                  </a:lnTo>
                  <a:lnTo>
                    <a:pt x="188" y="97"/>
                  </a:lnTo>
                  <a:lnTo>
                    <a:pt x="233" y="67"/>
                  </a:lnTo>
                  <a:lnTo>
                    <a:pt x="279" y="45"/>
                  </a:lnTo>
                  <a:lnTo>
                    <a:pt x="333" y="24"/>
                  </a:lnTo>
                  <a:lnTo>
                    <a:pt x="380" y="12"/>
                  </a:lnTo>
                  <a:lnTo>
                    <a:pt x="435" y="4"/>
                  </a:lnTo>
                  <a:lnTo>
                    <a:pt x="474" y="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3" name="Freeform 23">
              <a:extLst>
                <a:ext uri="{FF2B5EF4-FFF2-40B4-BE49-F238E27FC236}">
                  <a16:creationId xmlns:a16="http://schemas.microsoft.com/office/drawing/2014/main" id="{6E354BB8-60BB-42BB-8919-2C6A0248ADF7}"/>
                </a:ext>
              </a:extLst>
            </p:cNvPr>
            <p:cNvSpPr>
              <a:spLocks/>
            </p:cNvSpPr>
            <p:nvPr/>
          </p:nvSpPr>
          <p:spPr bwMode="auto">
            <a:xfrm>
              <a:off x="370" y="2289"/>
              <a:ext cx="156" cy="130"/>
            </a:xfrm>
            <a:custGeom>
              <a:avLst/>
              <a:gdLst>
                <a:gd name="T0" fmla="*/ 72 w 156"/>
                <a:gd name="T1" fmla="*/ 0 h 130"/>
                <a:gd name="T2" fmla="*/ 21 w 156"/>
                <a:gd name="T3" fmla="*/ 22 h 130"/>
                <a:gd name="T4" fmla="*/ 3 w 156"/>
                <a:gd name="T5" fmla="*/ 51 h 130"/>
                <a:gd name="T6" fmla="*/ 0 w 156"/>
                <a:gd name="T7" fmla="*/ 78 h 130"/>
                <a:gd name="T8" fmla="*/ 0 w 156"/>
                <a:gd name="T9" fmla="*/ 93 h 130"/>
                <a:gd name="T10" fmla="*/ 9 w 156"/>
                <a:gd name="T11" fmla="*/ 111 h 130"/>
                <a:gd name="T12" fmla="*/ 29 w 156"/>
                <a:gd name="T13" fmla="*/ 120 h 130"/>
                <a:gd name="T14" fmla="*/ 50 w 156"/>
                <a:gd name="T15" fmla="*/ 126 h 130"/>
                <a:gd name="T16" fmla="*/ 69 w 156"/>
                <a:gd name="T17" fmla="*/ 129 h 130"/>
                <a:gd name="T18" fmla="*/ 86 w 156"/>
                <a:gd name="T19" fmla="*/ 129 h 130"/>
                <a:gd name="T20" fmla="*/ 114 w 156"/>
                <a:gd name="T21" fmla="*/ 124 h 130"/>
                <a:gd name="T22" fmla="*/ 134 w 156"/>
                <a:gd name="T23" fmla="*/ 118 h 130"/>
                <a:gd name="T24" fmla="*/ 146 w 156"/>
                <a:gd name="T25" fmla="*/ 109 h 130"/>
                <a:gd name="T26" fmla="*/ 153 w 156"/>
                <a:gd name="T27" fmla="*/ 100 h 130"/>
                <a:gd name="T28" fmla="*/ 155 w 156"/>
                <a:gd name="T29" fmla="*/ 87 h 130"/>
                <a:gd name="T30" fmla="*/ 153 w 156"/>
                <a:gd name="T31" fmla="*/ 67 h 130"/>
                <a:gd name="T32" fmla="*/ 146 w 156"/>
                <a:gd name="T33" fmla="*/ 13 h 130"/>
                <a:gd name="T34" fmla="*/ 72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72" y="0"/>
                  </a:moveTo>
                  <a:lnTo>
                    <a:pt x="21" y="22"/>
                  </a:lnTo>
                  <a:lnTo>
                    <a:pt x="3" y="51"/>
                  </a:lnTo>
                  <a:lnTo>
                    <a:pt x="0" y="78"/>
                  </a:lnTo>
                  <a:lnTo>
                    <a:pt x="0" y="93"/>
                  </a:lnTo>
                  <a:lnTo>
                    <a:pt x="9" y="111"/>
                  </a:lnTo>
                  <a:lnTo>
                    <a:pt x="29" y="120"/>
                  </a:lnTo>
                  <a:lnTo>
                    <a:pt x="50" y="126"/>
                  </a:lnTo>
                  <a:lnTo>
                    <a:pt x="69" y="129"/>
                  </a:lnTo>
                  <a:lnTo>
                    <a:pt x="86" y="129"/>
                  </a:lnTo>
                  <a:lnTo>
                    <a:pt x="114" y="124"/>
                  </a:lnTo>
                  <a:lnTo>
                    <a:pt x="134" y="118"/>
                  </a:lnTo>
                  <a:lnTo>
                    <a:pt x="146" y="109"/>
                  </a:lnTo>
                  <a:lnTo>
                    <a:pt x="153" y="100"/>
                  </a:lnTo>
                  <a:lnTo>
                    <a:pt x="155" y="87"/>
                  </a:lnTo>
                  <a:lnTo>
                    <a:pt x="153" y="67"/>
                  </a:lnTo>
                  <a:lnTo>
                    <a:pt x="146" y="13"/>
                  </a:lnTo>
                  <a:lnTo>
                    <a:pt x="72" y="0"/>
                  </a:lnTo>
                </a:path>
              </a:pathLst>
            </a:custGeom>
            <a:gradFill rotWithShape="0">
              <a:gsLst>
                <a:gs pos="0">
                  <a:srgbClr val="E4E0CF"/>
                </a:gs>
                <a:gs pos="100000">
                  <a:srgbClr val="AF9F87"/>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4" name="Freeform 24">
              <a:extLst>
                <a:ext uri="{FF2B5EF4-FFF2-40B4-BE49-F238E27FC236}">
                  <a16:creationId xmlns:a16="http://schemas.microsoft.com/office/drawing/2014/main" id="{61C68FD9-EF0E-4B95-AA31-31C6797DEA4F}"/>
                </a:ext>
              </a:extLst>
            </p:cNvPr>
            <p:cNvSpPr>
              <a:spLocks/>
            </p:cNvSpPr>
            <p:nvPr/>
          </p:nvSpPr>
          <p:spPr bwMode="auto">
            <a:xfrm>
              <a:off x="442" y="2304"/>
              <a:ext cx="88" cy="82"/>
            </a:xfrm>
            <a:custGeom>
              <a:avLst/>
              <a:gdLst>
                <a:gd name="T0" fmla="*/ 87 w 88"/>
                <a:gd name="T1" fmla="*/ 75 h 82"/>
                <a:gd name="T2" fmla="*/ 76 w 88"/>
                <a:gd name="T3" fmla="*/ 0 h 82"/>
                <a:gd name="T4" fmla="*/ 33 w 88"/>
                <a:gd name="T5" fmla="*/ 5 h 82"/>
                <a:gd name="T6" fmla="*/ 0 w 88"/>
                <a:gd name="T7" fmla="*/ 9 h 82"/>
                <a:gd name="T8" fmla="*/ 9 w 88"/>
                <a:gd name="T9" fmla="*/ 81 h 82"/>
                <a:gd name="T10" fmla="*/ 12 w 88"/>
                <a:gd name="T11" fmla="*/ 64 h 82"/>
                <a:gd name="T12" fmla="*/ 22 w 88"/>
                <a:gd name="T13" fmla="*/ 52 h 82"/>
                <a:gd name="T14" fmla="*/ 40 w 88"/>
                <a:gd name="T15" fmla="*/ 48 h 82"/>
                <a:gd name="T16" fmla="*/ 60 w 88"/>
                <a:gd name="T17" fmla="*/ 49 h 82"/>
                <a:gd name="T18" fmla="*/ 76 w 88"/>
                <a:gd name="T19" fmla="*/ 57 h 82"/>
                <a:gd name="T20" fmla="*/ 87 w 88"/>
                <a:gd name="T21" fmla="*/ 7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87" y="75"/>
                  </a:moveTo>
                  <a:lnTo>
                    <a:pt x="76" y="0"/>
                  </a:lnTo>
                  <a:lnTo>
                    <a:pt x="33" y="5"/>
                  </a:lnTo>
                  <a:lnTo>
                    <a:pt x="0" y="9"/>
                  </a:lnTo>
                  <a:lnTo>
                    <a:pt x="9" y="81"/>
                  </a:lnTo>
                  <a:lnTo>
                    <a:pt x="12" y="64"/>
                  </a:lnTo>
                  <a:lnTo>
                    <a:pt x="22" y="52"/>
                  </a:lnTo>
                  <a:lnTo>
                    <a:pt x="40" y="48"/>
                  </a:lnTo>
                  <a:lnTo>
                    <a:pt x="60" y="49"/>
                  </a:lnTo>
                  <a:lnTo>
                    <a:pt x="76" y="57"/>
                  </a:lnTo>
                  <a:lnTo>
                    <a:pt x="87" y="75"/>
                  </a:lnTo>
                </a:path>
              </a:pathLst>
            </a:custGeom>
            <a:gradFill rotWithShape="0">
              <a:gsLst>
                <a:gs pos="0">
                  <a:srgbClr val="D1C39F"/>
                </a:gs>
                <a:gs pos="35001">
                  <a:srgbClr val="F0EBD5"/>
                </a:gs>
                <a:gs pos="100000">
                  <a:srgbClr val="FFEFD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5" name="Freeform 25">
              <a:extLst>
                <a:ext uri="{FF2B5EF4-FFF2-40B4-BE49-F238E27FC236}">
                  <a16:creationId xmlns:a16="http://schemas.microsoft.com/office/drawing/2014/main" id="{95691809-7FA2-4925-806C-3BF6F8C871CC}"/>
                </a:ext>
              </a:extLst>
            </p:cNvPr>
            <p:cNvSpPr>
              <a:spLocks/>
            </p:cNvSpPr>
            <p:nvPr/>
          </p:nvSpPr>
          <p:spPr bwMode="auto">
            <a:xfrm>
              <a:off x="334" y="2060"/>
              <a:ext cx="319" cy="316"/>
            </a:xfrm>
            <a:custGeom>
              <a:avLst/>
              <a:gdLst>
                <a:gd name="T0" fmla="*/ 317 w 319"/>
                <a:gd name="T1" fmla="*/ 305 h 316"/>
                <a:gd name="T2" fmla="*/ 315 w 319"/>
                <a:gd name="T3" fmla="*/ 281 h 316"/>
                <a:gd name="T4" fmla="*/ 306 w 319"/>
                <a:gd name="T5" fmla="*/ 260 h 316"/>
                <a:gd name="T6" fmla="*/ 299 w 319"/>
                <a:gd name="T7" fmla="*/ 243 h 316"/>
                <a:gd name="T8" fmla="*/ 294 w 319"/>
                <a:gd name="T9" fmla="*/ 215 h 316"/>
                <a:gd name="T10" fmla="*/ 288 w 319"/>
                <a:gd name="T11" fmla="*/ 179 h 316"/>
                <a:gd name="T12" fmla="*/ 284 w 319"/>
                <a:gd name="T13" fmla="*/ 140 h 316"/>
                <a:gd name="T14" fmla="*/ 281 w 319"/>
                <a:gd name="T15" fmla="*/ 104 h 316"/>
                <a:gd name="T16" fmla="*/ 279 w 319"/>
                <a:gd name="T17" fmla="*/ 75 h 316"/>
                <a:gd name="T18" fmla="*/ 278 w 319"/>
                <a:gd name="T19" fmla="*/ 48 h 316"/>
                <a:gd name="T20" fmla="*/ 270 w 319"/>
                <a:gd name="T21" fmla="*/ 33 h 316"/>
                <a:gd name="T22" fmla="*/ 255 w 319"/>
                <a:gd name="T23" fmla="*/ 18 h 316"/>
                <a:gd name="T24" fmla="*/ 240 w 319"/>
                <a:gd name="T25" fmla="*/ 11 h 316"/>
                <a:gd name="T26" fmla="*/ 216 w 319"/>
                <a:gd name="T27" fmla="*/ 3 h 316"/>
                <a:gd name="T28" fmla="*/ 189 w 319"/>
                <a:gd name="T29" fmla="*/ 0 h 316"/>
                <a:gd name="T30" fmla="*/ 147 w 319"/>
                <a:gd name="T31" fmla="*/ 0 h 316"/>
                <a:gd name="T32" fmla="*/ 110 w 319"/>
                <a:gd name="T33" fmla="*/ 3 h 316"/>
                <a:gd name="T34" fmla="*/ 74 w 319"/>
                <a:gd name="T35" fmla="*/ 11 h 316"/>
                <a:gd name="T36" fmla="*/ 41 w 319"/>
                <a:gd name="T37" fmla="*/ 24 h 316"/>
                <a:gd name="T38" fmla="*/ 20 w 319"/>
                <a:gd name="T39" fmla="*/ 39 h 316"/>
                <a:gd name="T40" fmla="*/ 8 w 319"/>
                <a:gd name="T41" fmla="*/ 53 h 316"/>
                <a:gd name="T42" fmla="*/ 0 w 319"/>
                <a:gd name="T43" fmla="*/ 68 h 316"/>
                <a:gd name="T44" fmla="*/ 2 w 319"/>
                <a:gd name="T45" fmla="*/ 83 h 316"/>
                <a:gd name="T46" fmla="*/ 5 w 319"/>
                <a:gd name="T47" fmla="*/ 99 h 316"/>
                <a:gd name="T48" fmla="*/ 15 w 319"/>
                <a:gd name="T49" fmla="*/ 116 h 316"/>
                <a:gd name="T50" fmla="*/ 23 w 319"/>
                <a:gd name="T51" fmla="*/ 137 h 316"/>
                <a:gd name="T52" fmla="*/ 27 w 319"/>
                <a:gd name="T53" fmla="*/ 165 h 316"/>
                <a:gd name="T54" fmla="*/ 30 w 319"/>
                <a:gd name="T55" fmla="*/ 195 h 316"/>
                <a:gd name="T56" fmla="*/ 35 w 319"/>
                <a:gd name="T57" fmla="*/ 222 h 316"/>
                <a:gd name="T58" fmla="*/ 36 w 319"/>
                <a:gd name="T59" fmla="*/ 260 h 316"/>
                <a:gd name="T60" fmla="*/ 38 w 319"/>
                <a:gd name="T61" fmla="*/ 293 h 316"/>
                <a:gd name="T62" fmla="*/ 38 w 319"/>
                <a:gd name="T63" fmla="*/ 315 h 316"/>
                <a:gd name="T64" fmla="*/ 48 w 319"/>
                <a:gd name="T65" fmla="*/ 288 h 316"/>
                <a:gd name="T66" fmla="*/ 68 w 319"/>
                <a:gd name="T67" fmla="*/ 275 h 316"/>
                <a:gd name="T68" fmla="*/ 86 w 319"/>
                <a:gd name="T69" fmla="*/ 267 h 316"/>
                <a:gd name="T70" fmla="*/ 108 w 319"/>
                <a:gd name="T71" fmla="*/ 261 h 316"/>
                <a:gd name="T72" fmla="*/ 143 w 319"/>
                <a:gd name="T73" fmla="*/ 254 h 316"/>
                <a:gd name="T74" fmla="*/ 177 w 319"/>
                <a:gd name="T75" fmla="*/ 252 h 316"/>
                <a:gd name="T76" fmla="*/ 197 w 319"/>
                <a:gd name="T77" fmla="*/ 252 h 316"/>
                <a:gd name="T78" fmla="*/ 228 w 319"/>
                <a:gd name="T79" fmla="*/ 255 h 316"/>
                <a:gd name="T80" fmla="*/ 264 w 319"/>
                <a:gd name="T81" fmla="*/ 263 h 316"/>
                <a:gd name="T82" fmla="*/ 287 w 319"/>
                <a:gd name="T83" fmla="*/ 272 h 316"/>
                <a:gd name="T84" fmla="*/ 302 w 319"/>
                <a:gd name="T85" fmla="*/ 282 h 316"/>
                <a:gd name="T86" fmla="*/ 318 w 319"/>
                <a:gd name="T87" fmla="*/ 297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316">
                  <a:moveTo>
                    <a:pt x="317" y="305"/>
                  </a:moveTo>
                  <a:lnTo>
                    <a:pt x="315" y="281"/>
                  </a:lnTo>
                  <a:lnTo>
                    <a:pt x="306" y="260"/>
                  </a:lnTo>
                  <a:lnTo>
                    <a:pt x="299" y="243"/>
                  </a:lnTo>
                  <a:lnTo>
                    <a:pt x="294" y="215"/>
                  </a:lnTo>
                  <a:lnTo>
                    <a:pt x="288" y="179"/>
                  </a:lnTo>
                  <a:lnTo>
                    <a:pt x="284" y="140"/>
                  </a:lnTo>
                  <a:lnTo>
                    <a:pt x="281" y="104"/>
                  </a:lnTo>
                  <a:lnTo>
                    <a:pt x="279" y="75"/>
                  </a:lnTo>
                  <a:lnTo>
                    <a:pt x="278" y="48"/>
                  </a:lnTo>
                  <a:lnTo>
                    <a:pt x="270" y="33"/>
                  </a:lnTo>
                  <a:lnTo>
                    <a:pt x="255" y="18"/>
                  </a:lnTo>
                  <a:lnTo>
                    <a:pt x="240" y="11"/>
                  </a:lnTo>
                  <a:lnTo>
                    <a:pt x="216" y="3"/>
                  </a:lnTo>
                  <a:lnTo>
                    <a:pt x="189" y="0"/>
                  </a:lnTo>
                  <a:lnTo>
                    <a:pt x="147" y="0"/>
                  </a:lnTo>
                  <a:lnTo>
                    <a:pt x="110" y="3"/>
                  </a:lnTo>
                  <a:lnTo>
                    <a:pt x="74" y="11"/>
                  </a:lnTo>
                  <a:lnTo>
                    <a:pt x="41" y="24"/>
                  </a:lnTo>
                  <a:lnTo>
                    <a:pt x="20" y="39"/>
                  </a:lnTo>
                  <a:lnTo>
                    <a:pt x="8" y="53"/>
                  </a:lnTo>
                  <a:lnTo>
                    <a:pt x="0" y="68"/>
                  </a:lnTo>
                  <a:lnTo>
                    <a:pt x="2" y="83"/>
                  </a:lnTo>
                  <a:lnTo>
                    <a:pt x="5" y="99"/>
                  </a:lnTo>
                  <a:lnTo>
                    <a:pt x="15" y="116"/>
                  </a:lnTo>
                  <a:lnTo>
                    <a:pt x="23" y="137"/>
                  </a:lnTo>
                  <a:lnTo>
                    <a:pt x="27" y="165"/>
                  </a:lnTo>
                  <a:lnTo>
                    <a:pt x="30" y="195"/>
                  </a:lnTo>
                  <a:lnTo>
                    <a:pt x="35" y="222"/>
                  </a:lnTo>
                  <a:lnTo>
                    <a:pt x="36" y="260"/>
                  </a:lnTo>
                  <a:lnTo>
                    <a:pt x="38" y="293"/>
                  </a:lnTo>
                  <a:lnTo>
                    <a:pt x="38" y="315"/>
                  </a:lnTo>
                  <a:lnTo>
                    <a:pt x="48" y="288"/>
                  </a:lnTo>
                  <a:lnTo>
                    <a:pt x="68" y="275"/>
                  </a:lnTo>
                  <a:lnTo>
                    <a:pt x="86" y="267"/>
                  </a:lnTo>
                  <a:lnTo>
                    <a:pt x="108" y="261"/>
                  </a:lnTo>
                  <a:lnTo>
                    <a:pt x="143" y="254"/>
                  </a:lnTo>
                  <a:lnTo>
                    <a:pt x="177" y="252"/>
                  </a:lnTo>
                  <a:lnTo>
                    <a:pt x="197" y="252"/>
                  </a:lnTo>
                  <a:lnTo>
                    <a:pt x="228" y="255"/>
                  </a:lnTo>
                  <a:lnTo>
                    <a:pt x="264" y="263"/>
                  </a:lnTo>
                  <a:lnTo>
                    <a:pt x="287" y="272"/>
                  </a:lnTo>
                  <a:lnTo>
                    <a:pt x="302" y="282"/>
                  </a:lnTo>
                  <a:lnTo>
                    <a:pt x="318" y="297"/>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6" name="Freeform 26">
              <a:extLst>
                <a:ext uri="{FF2B5EF4-FFF2-40B4-BE49-F238E27FC236}">
                  <a16:creationId xmlns:a16="http://schemas.microsoft.com/office/drawing/2014/main" id="{D48683E0-684D-4003-9982-36502E809C7E}"/>
                </a:ext>
              </a:extLst>
            </p:cNvPr>
            <p:cNvSpPr>
              <a:spLocks/>
            </p:cNvSpPr>
            <p:nvPr/>
          </p:nvSpPr>
          <p:spPr bwMode="auto">
            <a:xfrm>
              <a:off x="5049" y="2124"/>
              <a:ext cx="551" cy="370"/>
            </a:xfrm>
            <a:custGeom>
              <a:avLst/>
              <a:gdLst>
                <a:gd name="T0" fmla="*/ 534 w 551"/>
                <a:gd name="T1" fmla="*/ 54 h 370"/>
                <a:gd name="T2" fmla="*/ 550 w 551"/>
                <a:gd name="T3" fmla="*/ 130 h 370"/>
                <a:gd name="T4" fmla="*/ 540 w 551"/>
                <a:gd name="T5" fmla="*/ 157 h 370"/>
                <a:gd name="T6" fmla="*/ 517 w 551"/>
                <a:gd name="T7" fmla="*/ 198 h 370"/>
                <a:gd name="T8" fmla="*/ 493 w 551"/>
                <a:gd name="T9" fmla="*/ 235 h 370"/>
                <a:gd name="T10" fmla="*/ 465 w 551"/>
                <a:gd name="T11" fmla="*/ 265 h 370"/>
                <a:gd name="T12" fmla="*/ 430 w 551"/>
                <a:gd name="T13" fmla="*/ 295 h 370"/>
                <a:gd name="T14" fmla="*/ 397 w 551"/>
                <a:gd name="T15" fmla="*/ 316 h 370"/>
                <a:gd name="T16" fmla="*/ 361 w 551"/>
                <a:gd name="T17" fmla="*/ 336 h 370"/>
                <a:gd name="T18" fmla="*/ 315 w 551"/>
                <a:gd name="T19" fmla="*/ 354 h 370"/>
                <a:gd name="T20" fmla="*/ 280 w 551"/>
                <a:gd name="T21" fmla="*/ 363 h 370"/>
                <a:gd name="T22" fmla="*/ 238 w 551"/>
                <a:gd name="T23" fmla="*/ 369 h 370"/>
                <a:gd name="T24" fmla="*/ 199 w 551"/>
                <a:gd name="T25" fmla="*/ 369 h 370"/>
                <a:gd name="T26" fmla="*/ 157 w 551"/>
                <a:gd name="T27" fmla="*/ 364 h 370"/>
                <a:gd name="T28" fmla="*/ 114 w 551"/>
                <a:gd name="T29" fmla="*/ 351 h 370"/>
                <a:gd name="T30" fmla="*/ 75 w 551"/>
                <a:gd name="T31" fmla="*/ 330 h 370"/>
                <a:gd name="T32" fmla="*/ 52 w 551"/>
                <a:gd name="T33" fmla="*/ 312 h 370"/>
                <a:gd name="T34" fmla="*/ 24 w 551"/>
                <a:gd name="T35" fmla="*/ 286 h 370"/>
                <a:gd name="T36" fmla="*/ 9 w 551"/>
                <a:gd name="T37" fmla="*/ 264 h 370"/>
                <a:gd name="T38" fmla="*/ 0 w 551"/>
                <a:gd name="T39" fmla="*/ 246 h 370"/>
                <a:gd name="T40" fmla="*/ 0 w 551"/>
                <a:gd name="T41" fmla="*/ 226 h 370"/>
                <a:gd name="T42" fmla="*/ 6 w 551"/>
                <a:gd name="T43" fmla="*/ 202 h 370"/>
                <a:gd name="T44" fmla="*/ 18 w 551"/>
                <a:gd name="T45" fmla="*/ 184 h 370"/>
                <a:gd name="T46" fmla="*/ 27 w 551"/>
                <a:gd name="T47" fmla="*/ 145 h 370"/>
                <a:gd name="T48" fmla="*/ 31 w 551"/>
                <a:gd name="T49" fmla="*/ 124 h 370"/>
                <a:gd name="T50" fmla="*/ 283 w 551"/>
                <a:gd name="T51" fmla="*/ 142 h 370"/>
                <a:gd name="T52" fmla="*/ 316 w 551"/>
                <a:gd name="T53" fmla="*/ 135 h 370"/>
                <a:gd name="T54" fmla="*/ 357 w 551"/>
                <a:gd name="T55" fmla="*/ 121 h 370"/>
                <a:gd name="T56" fmla="*/ 388 w 551"/>
                <a:gd name="T57" fmla="*/ 103 h 370"/>
                <a:gd name="T58" fmla="*/ 421 w 551"/>
                <a:gd name="T59" fmla="*/ 81 h 370"/>
                <a:gd name="T60" fmla="*/ 453 w 551"/>
                <a:gd name="T61" fmla="*/ 49 h 370"/>
                <a:gd name="T62" fmla="*/ 472 w 551"/>
                <a:gd name="T63" fmla="*/ 22 h 370"/>
                <a:gd name="T64" fmla="*/ 486 w 551"/>
                <a:gd name="T65" fmla="*/ 0 h 370"/>
                <a:gd name="T66" fmla="*/ 534 w 551"/>
                <a:gd name="T67" fmla="*/ 5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0">
                  <a:moveTo>
                    <a:pt x="534" y="54"/>
                  </a:moveTo>
                  <a:lnTo>
                    <a:pt x="550" y="130"/>
                  </a:lnTo>
                  <a:lnTo>
                    <a:pt x="540" y="157"/>
                  </a:lnTo>
                  <a:lnTo>
                    <a:pt x="517" y="198"/>
                  </a:lnTo>
                  <a:lnTo>
                    <a:pt x="493" y="235"/>
                  </a:lnTo>
                  <a:lnTo>
                    <a:pt x="465" y="265"/>
                  </a:lnTo>
                  <a:lnTo>
                    <a:pt x="430" y="295"/>
                  </a:lnTo>
                  <a:lnTo>
                    <a:pt x="397" y="316"/>
                  </a:lnTo>
                  <a:lnTo>
                    <a:pt x="361" y="336"/>
                  </a:lnTo>
                  <a:lnTo>
                    <a:pt x="315" y="354"/>
                  </a:lnTo>
                  <a:lnTo>
                    <a:pt x="280" y="363"/>
                  </a:lnTo>
                  <a:lnTo>
                    <a:pt x="238" y="369"/>
                  </a:lnTo>
                  <a:lnTo>
                    <a:pt x="199" y="369"/>
                  </a:lnTo>
                  <a:lnTo>
                    <a:pt x="157" y="364"/>
                  </a:lnTo>
                  <a:lnTo>
                    <a:pt x="114" y="351"/>
                  </a:lnTo>
                  <a:lnTo>
                    <a:pt x="75" y="330"/>
                  </a:lnTo>
                  <a:lnTo>
                    <a:pt x="52" y="312"/>
                  </a:lnTo>
                  <a:lnTo>
                    <a:pt x="24" y="286"/>
                  </a:lnTo>
                  <a:lnTo>
                    <a:pt x="9" y="264"/>
                  </a:lnTo>
                  <a:lnTo>
                    <a:pt x="0" y="246"/>
                  </a:lnTo>
                  <a:lnTo>
                    <a:pt x="0" y="226"/>
                  </a:lnTo>
                  <a:lnTo>
                    <a:pt x="6" y="202"/>
                  </a:lnTo>
                  <a:lnTo>
                    <a:pt x="18" y="184"/>
                  </a:lnTo>
                  <a:lnTo>
                    <a:pt x="27" y="145"/>
                  </a:lnTo>
                  <a:lnTo>
                    <a:pt x="31" y="124"/>
                  </a:lnTo>
                  <a:lnTo>
                    <a:pt x="283" y="142"/>
                  </a:lnTo>
                  <a:lnTo>
                    <a:pt x="316" y="135"/>
                  </a:lnTo>
                  <a:lnTo>
                    <a:pt x="357" y="121"/>
                  </a:lnTo>
                  <a:lnTo>
                    <a:pt x="388" y="103"/>
                  </a:lnTo>
                  <a:lnTo>
                    <a:pt x="421" y="81"/>
                  </a:lnTo>
                  <a:lnTo>
                    <a:pt x="453" y="49"/>
                  </a:lnTo>
                  <a:lnTo>
                    <a:pt x="472" y="22"/>
                  </a:lnTo>
                  <a:lnTo>
                    <a:pt x="486" y="0"/>
                  </a:lnTo>
                  <a:lnTo>
                    <a:pt x="534" y="54"/>
                  </a:lnTo>
                </a:path>
              </a:pathLst>
            </a:custGeom>
            <a:gradFill rotWithShape="0">
              <a:gsLst>
                <a:gs pos="0">
                  <a:srgbClr val="E4E0CF"/>
                </a:gs>
                <a:gs pos="100000">
                  <a:srgbClr val="AF9F87"/>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7" name="Freeform 27">
              <a:extLst>
                <a:ext uri="{FF2B5EF4-FFF2-40B4-BE49-F238E27FC236}">
                  <a16:creationId xmlns:a16="http://schemas.microsoft.com/office/drawing/2014/main" id="{32D94827-0193-4086-9ABC-A4B08A03AD98}"/>
                </a:ext>
              </a:extLst>
            </p:cNvPr>
            <p:cNvSpPr>
              <a:spLocks/>
            </p:cNvSpPr>
            <p:nvPr/>
          </p:nvSpPr>
          <p:spPr bwMode="auto">
            <a:xfrm>
              <a:off x="5145" y="1662"/>
              <a:ext cx="475" cy="610"/>
            </a:xfrm>
            <a:custGeom>
              <a:avLst/>
              <a:gdLst>
                <a:gd name="T0" fmla="*/ 0 w 475"/>
                <a:gd name="T1" fmla="*/ 0 h 610"/>
                <a:gd name="T2" fmla="*/ 0 w 475"/>
                <a:gd name="T3" fmla="*/ 325 h 610"/>
                <a:gd name="T4" fmla="*/ 28 w 475"/>
                <a:gd name="T5" fmla="*/ 322 h 610"/>
                <a:gd name="T6" fmla="*/ 63 w 475"/>
                <a:gd name="T7" fmla="*/ 324 h 610"/>
                <a:gd name="T8" fmla="*/ 121 w 475"/>
                <a:gd name="T9" fmla="*/ 331 h 610"/>
                <a:gd name="T10" fmla="*/ 178 w 475"/>
                <a:gd name="T11" fmla="*/ 343 h 610"/>
                <a:gd name="T12" fmla="*/ 231 w 475"/>
                <a:gd name="T13" fmla="*/ 357 h 610"/>
                <a:gd name="T14" fmla="*/ 274 w 475"/>
                <a:gd name="T15" fmla="*/ 375 h 610"/>
                <a:gd name="T16" fmla="*/ 325 w 475"/>
                <a:gd name="T17" fmla="*/ 403 h 610"/>
                <a:gd name="T18" fmla="*/ 364 w 475"/>
                <a:gd name="T19" fmla="*/ 432 h 610"/>
                <a:gd name="T20" fmla="*/ 393 w 475"/>
                <a:gd name="T21" fmla="*/ 459 h 610"/>
                <a:gd name="T22" fmla="*/ 414 w 475"/>
                <a:gd name="T23" fmla="*/ 486 h 610"/>
                <a:gd name="T24" fmla="*/ 427 w 475"/>
                <a:gd name="T25" fmla="*/ 510 h 610"/>
                <a:gd name="T26" fmla="*/ 439 w 475"/>
                <a:gd name="T27" fmla="*/ 540 h 610"/>
                <a:gd name="T28" fmla="*/ 444 w 475"/>
                <a:gd name="T29" fmla="*/ 567 h 610"/>
                <a:gd name="T30" fmla="*/ 451 w 475"/>
                <a:gd name="T31" fmla="*/ 609 h 610"/>
                <a:gd name="T32" fmla="*/ 457 w 475"/>
                <a:gd name="T33" fmla="*/ 573 h 610"/>
                <a:gd name="T34" fmla="*/ 466 w 475"/>
                <a:gd name="T35" fmla="*/ 532 h 610"/>
                <a:gd name="T36" fmla="*/ 469 w 475"/>
                <a:gd name="T37" fmla="*/ 501 h 610"/>
                <a:gd name="T38" fmla="*/ 474 w 475"/>
                <a:gd name="T39" fmla="*/ 465 h 610"/>
                <a:gd name="T40" fmla="*/ 472 w 475"/>
                <a:gd name="T41" fmla="*/ 435 h 610"/>
                <a:gd name="T42" fmla="*/ 466 w 475"/>
                <a:gd name="T43" fmla="*/ 399 h 610"/>
                <a:gd name="T44" fmla="*/ 459 w 475"/>
                <a:gd name="T45" fmla="*/ 351 h 610"/>
                <a:gd name="T46" fmla="*/ 444 w 475"/>
                <a:gd name="T47" fmla="*/ 309 h 610"/>
                <a:gd name="T48" fmla="*/ 424 w 475"/>
                <a:gd name="T49" fmla="*/ 264 h 610"/>
                <a:gd name="T50" fmla="*/ 399 w 475"/>
                <a:gd name="T51" fmla="*/ 217 h 610"/>
                <a:gd name="T52" fmla="*/ 363 w 475"/>
                <a:gd name="T53" fmla="*/ 169 h 610"/>
                <a:gd name="T54" fmla="*/ 322 w 475"/>
                <a:gd name="T55" fmla="*/ 129 h 610"/>
                <a:gd name="T56" fmla="*/ 286 w 475"/>
                <a:gd name="T57" fmla="*/ 97 h 610"/>
                <a:gd name="T58" fmla="*/ 241 w 475"/>
                <a:gd name="T59" fmla="*/ 67 h 610"/>
                <a:gd name="T60" fmla="*/ 195 w 475"/>
                <a:gd name="T61" fmla="*/ 45 h 610"/>
                <a:gd name="T62" fmla="*/ 141 w 475"/>
                <a:gd name="T63" fmla="*/ 24 h 610"/>
                <a:gd name="T64" fmla="*/ 94 w 475"/>
                <a:gd name="T65" fmla="*/ 12 h 610"/>
                <a:gd name="T66" fmla="*/ 39 w 475"/>
                <a:gd name="T67" fmla="*/ 4 h 610"/>
                <a:gd name="T68" fmla="*/ 0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0" y="0"/>
                  </a:moveTo>
                  <a:lnTo>
                    <a:pt x="0" y="325"/>
                  </a:lnTo>
                  <a:lnTo>
                    <a:pt x="28" y="322"/>
                  </a:lnTo>
                  <a:lnTo>
                    <a:pt x="63" y="324"/>
                  </a:lnTo>
                  <a:lnTo>
                    <a:pt x="121" y="331"/>
                  </a:lnTo>
                  <a:lnTo>
                    <a:pt x="178" y="343"/>
                  </a:lnTo>
                  <a:lnTo>
                    <a:pt x="231" y="357"/>
                  </a:lnTo>
                  <a:lnTo>
                    <a:pt x="274" y="375"/>
                  </a:lnTo>
                  <a:lnTo>
                    <a:pt x="325" y="403"/>
                  </a:lnTo>
                  <a:lnTo>
                    <a:pt x="364" y="432"/>
                  </a:lnTo>
                  <a:lnTo>
                    <a:pt x="393" y="459"/>
                  </a:lnTo>
                  <a:lnTo>
                    <a:pt x="414" y="486"/>
                  </a:lnTo>
                  <a:lnTo>
                    <a:pt x="427" y="510"/>
                  </a:lnTo>
                  <a:lnTo>
                    <a:pt x="439" y="540"/>
                  </a:lnTo>
                  <a:lnTo>
                    <a:pt x="444" y="567"/>
                  </a:lnTo>
                  <a:lnTo>
                    <a:pt x="451" y="609"/>
                  </a:lnTo>
                  <a:lnTo>
                    <a:pt x="457" y="573"/>
                  </a:lnTo>
                  <a:lnTo>
                    <a:pt x="466" y="532"/>
                  </a:lnTo>
                  <a:lnTo>
                    <a:pt x="469" y="501"/>
                  </a:lnTo>
                  <a:lnTo>
                    <a:pt x="474" y="465"/>
                  </a:lnTo>
                  <a:lnTo>
                    <a:pt x="472" y="435"/>
                  </a:lnTo>
                  <a:lnTo>
                    <a:pt x="466" y="399"/>
                  </a:lnTo>
                  <a:lnTo>
                    <a:pt x="459" y="351"/>
                  </a:lnTo>
                  <a:lnTo>
                    <a:pt x="444" y="309"/>
                  </a:lnTo>
                  <a:lnTo>
                    <a:pt x="424" y="264"/>
                  </a:lnTo>
                  <a:lnTo>
                    <a:pt x="399" y="217"/>
                  </a:lnTo>
                  <a:lnTo>
                    <a:pt x="363" y="169"/>
                  </a:lnTo>
                  <a:lnTo>
                    <a:pt x="322" y="129"/>
                  </a:lnTo>
                  <a:lnTo>
                    <a:pt x="286" y="97"/>
                  </a:lnTo>
                  <a:lnTo>
                    <a:pt x="241" y="67"/>
                  </a:lnTo>
                  <a:lnTo>
                    <a:pt x="195" y="45"/>
                  </a:lnTo>
                  <a:lnTo>
                    <a:pt x="141" y="24"/>
                  </a:lnTo>
                  <a:lnTo>
                    <a:pt x="94" y="12"/>
                  </a:lnTo>
                  <a:lnTo>
                    <a:pt x="39" y="4"/>
                  </a:lnTo>
                  <a:lnTo>
                    <a:pt x="0" y="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8" name="Freeform 28">
              <a:extLst>
                <a:ext uri="{FF2B5EF4-FFF2-40B4-BE49-F238E27FC236}">
                  <a16:creationId xmlns:a16="http://schemas.microsoft.com/office/drawing/2014/main" id="{1F39D789-2211-4676-B0D8-24ED9B5FD3DB}"/>
                </a:ext>
              </a:extLst>
            </p:cNvPr>
            <p:cNvSpPr>
              <a:spLocks/>
            </p:cNvSpPr>
            <p:nvPr/>
          </p:nvSpPr>
          <p:spPr bwMode="auto">
            <a:xfrm>
              <a:off x="5176" y="2289"/>
              <a:ext cx="156" cy="130"/>
            </a:xfrm>
            <a:custGeom>
              <a:avLst/>
              <a:gdLst>
                <a:gd name="T0" fmla="*/ 83 w 156"/>
                <a:gd name="T1" fmla="*/ 0 h 130"/>
                <a:gd name="T2" fmla="*/ 134 w 156"/>
                <a:gd name="T3" fmla="*/ 22 h 130"/>
                <a:gd name="T4" fmla="*/ 152 w 156"/>
                <a:gd name="T5" fmla="*/ 51 h 130"/>
                <a:gd name="T6" fmla="*/ 155 w 156"/>
                <a:gd name="T7" fmla="*/ 78 h 130"/>
                <a:gd name="T8" fmla="*/ 155 w 156"/>
                <a:gd name="T9" fmla="*/ 93 h 130"/>
                <a:gd name="T10" fmla="*/ 146 w 156"/>
                <a:gd name="T11" fmla="*/ 111 h 130"/>
                <a:gd name="T12" fmla="*/ 126 w 156"/>
                <a:gd name="T13" fmla="*/ 120 h 130"/>
                <a:gd name="T14" fmla="*/ 105 w 156"/>
                <a:gd name="T15" fmla="*/ 126 h 130"/>
                <a:gd name="T16" fmla="*/ 86 w 156"/>
                <a:gd name="T17" fmla="*/ 129 h 130"/>
                <a:gd name="T18" fmla="*/ 69 w 156"/>
                <a:gd name="T19" fmla="*/ 129 h 130"/>
                <a:gd name="T20" fmla="*/ 41 w 156"/>
                <a:gd name="T21" fmla="*/ 124 h 130"/>
                <a:gd name="T22" fmla="*/ 21 w 156"/>
                <a:gd name="T23" fmla="*/ 118 h 130"/>
                <a:gd name="T24" fmla="*/ 9 w 156"/>
                <a:gd name="T25" fmla="*/ 109 h 130"/>
                <a:gd name="T26" fmla="*/ 2 w 156"/>
                <a:gd name="T27" fmla="*/ 100 h 130"/>
                <a:gd name="T28" fmla="*/ 0 w 156"/>
                <a:gd name="T29" fmla="*/ 87 h 130"/>
                <a:gd name="T30" fmla="*/ 2 w 156"/>
                <a:gd name="T31" fmla="*/ 67 h 130"/>
                <a:gd name="T32" fmla="*/ 9 w 156"/>
                <a:gd name="T33" fmla="*/ 13 h 130"/>
                <a:gd name="T34" fmla="*/ 83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83" y="0"/>
                  </a:moveTo>
                  <a:lnTo>
                    <a:pt x="134" y="22"/>
                  </a:lnTo>
                  <a:lnTo>
                    <a:pt x="152" y="51"/>
                  </a:lnTo>
                  <a:lnTo>
                    <a:pt x="155" y="78"/>
                  </a:lnTo>
                  <a:lnTo>
                    <a:pt x="155" y="93"/>
                  </a:lnTo>
                  <a:lnTo>
                    <a:pt x="146" y="111"/>
                  </a:lnTo>
                  <a:lnTo>
                    <a:pt x="126" y="120"/>
                  </a:lnTo>
                  <a:lnTo>
                    <a:pt x="105" y="126"/>
                  </a:lnTo>
                  <a:lnTo>
                    <a:pt x="86" y="129"/>
                  </a:lnTo>
                  <a:lnTo>
                    <a:pt x="69" y="129"/>
                  </a:lnTo>
                  <a:lnTo>
                    <a:pt x="41" y="124"/>
                  </a:lnTo>
                  <a:lnTo>
                    <a:pt x="21" y="118"/>
                  </a:lnTo>
                  <a:lnTo>
                    <a:pt x="9" y="109"/>
                  </a:lnTo>
                  <a:lnTo>
                    <a:pt x="2" y="100"/>
                  </a:lnTo>
                  <a:lnTo>
                    <a:pt x="0" y="87"/>
                  </a:lnTo>
                  <a:lnTo>
                    <a:pt x="2" y="67"/>
                  </a:lnTo>
                  <a:lnTo>
                    <a:pt x="9" y="13"/>
                  </a:lnTo>
                  <a:lnTo>
                    <a:pt x="83" y="0"/>
                  </a:lnTo>
                </a:path>
              </a:pathLst>
            </a:custGeom>
            <a:gradFill rotWithShape="0">
              <a:gsLst>
                <a:gs pos="0">
                  <a:srgbClr val="E4E0CF"/>
                </a:gs>
                <a:gs pos="100000">
                  <a:srgbClr val="AF9F87"/>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49" name="Freeform 29">
              <a:extLst>
                <a:ext uri="{FF2B5EF4-FFF2-40B4-BE49-F238E27FC236}">
                  <a16:creationId xmlns:a16="http://schemas.microsoft.com/office/drawing/2014/main" id="{9FE8770E-82D8-4A8D-BAD3-B2DED3232ABA}"/>
                </a:ext>
              </a:extLst>
            </p:cNvPr>
            <p:cNvSpPr>
              <a:spLocks/>
            </p:cNvSpPr>
            <p:nvPr/>
          </p:nvSpPr>
          <p:spPr bwMode="auto">
            <a:xfrm>
              <a:off x="5172" y="2303"/>
              <a:ext cx="88" cy="82"/>
            </a:xfrm>
            <a:custGeom>
              <a:avLst/>
              <a:gdLst>
                <a:gd name="T0" fmla="*/ 0 w 88"/>
                <a:gd name="T1" fmla="*/ 76 h 82"/>
                <a:gd name="T2" fmla="*/ 11 w 88"/>
                <a:gd name="T3" fmla="*/ 0 h 82"/>
                <a:gd name="T4" fmla="*/ 54 w 88"/>
                <a:gd name="T5" fmla="*/ 6 h 82"/>
                <a:gd name="T6" fmla="*/ 87 w 88"/>
                <a:gd name="T7" fmla="*/ 10 h 82"/>
                <a:gd name="T8" fmla="*/ 78 w 88"/>
                <a:gd name="T9" fmla="*/ 81 h 82"/>
                <a:gd name="T10" fmla="*/ 75 w 88"/>
                <a:gd name="T11" fmla="*/ 65 h 82"/>
                <a:gd name="T12" fmla="*/ 65 w 88"/>
                <a:gd name="T13" fmla="*/ 53 h 82"/>
                <a:gd name="T14" fmla="*/ 47 w 88"/>
                <a:gd name="T15" fmla="*/ 49 h 82"/>
                <a:gd name="T16" fmla="*/ 27 w 88"/>
                <a:gd name="T17" fmla="*/ 50 h 82"/>
                <a:gd name="T18" fmla="*/ 11 w 88"/>
                <a:gd name="T19" fmla="*/ 58 h 82"/>
                <a:gd name="T20" fmla="*/ 0 w 88"/>
                <a:gd name="T21" fmla="*/ 76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0" y="76"/>
                  </a:moveTo>
                  <a:lnTo>
                    <a:pt x="11" y="0"/>
                  </a:lnTo>
                  <a:lnTo>
                    <a:pt x="54" y="6"/>
                  </a:lnTo>
                  <a:lnTo>
                    <a:pt x="87" y="10"/>
                  </a:lnTo>
                  <a:lnTo>
                    <a:pt x="78" y="81"/>
                  </a:lnTo>
                  <a:lnTo>
                    <a:pt x="75" y="65"/>
                  </a:lnTo>
                  <a:lnTo>
                    <a:pt x="65" y="53"/>
                  </a:lnTo>
                  <a:lnTo>
                    <a:pt x="47" y="49"/>
                  </a:lnTo>
                  <a:lnTo>
                    <a:pt x="27" y="50"/>
                  </a:lnTo>
                  <a:lnTo>
                    <a:pt x="11" y="58"/>
                  </a:lnTo>
                  <a:lnTo>
                    <a:pt x="0" y="76"/>
                  </a:lnTo>
                </a:path>
              </a:pathLst>
            </a:custGeom>
            <a:gradFill rotWithShape="0">
              <a:gsLst>
                <a:gs pos="0">
                  <a:srgbClr val="D1C39F"/>
                </a:gs>
                <a:gs pos="35001">
                  <a:srgbClr val="F0EBD5"/>
                </a:gs>
                <a:gs pos="100000">
                  <a:srgbClr val="FFEFD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50" name="Freeform 30">
              <a:extLst>
                <a:ext uri="{FF2B5EF4-FFF2-40B4-BE49-F238E27FC236}">
                  <a16:creationId xmlns:a16="http://schemas.microsoft.com/office/drawing/2014/main" id="{8C80F287-1912-412B-872A-471068A2ED4B}"/>
                </a:ext>
              </a:extLst>
            </p:cNvPr>
            <p:cNvSpPr>
              <a:spLocks/>
            </p:cNvSpPr>
            <p:nvPr/>
          </p:nvSpPr>
          <p:spPr bwMode="auto">
            <a:xfrm>
              <a:off x="5049" y="2060"/>
              <a:ext cx="319" cy="316"/>
            </a:xfrm>
            <a:custGeom>
              <a:avLst/>
              <a:gdLst>
                <a:gd name="T0" fmla="*/ 1 w 319"/>
                <a:gd name="T1" fmla="*/ 305 h 316"/>
                <a:gd name="T2" fmla="*/ 3 w 319"/>
                <a:gd name="T3" fmla="*/ 281 h 316"/>
                <a:gd name="T4" fmla="*/ 12 w 319"/>
                <a:gd name="T5" fmla="*/ 260 h 316"/>
                <a:gd name="T6" fmla="*/ 19 w 319"/>
                <a:gd name="T7" fmla="*/ 243 h 316"/>
                <a:gd name="T8" fmla="*/ 24 w 319"/>
                <a:gd name="T9" fmla="*/ 215 h 316"/>
                <a:gd name="T10" fmla="*/ 30 w 319"/>
                <a:gd name="T11" fmla="*/ 179 h 316"/>
                <a:gd name="T12" fmla="*/ 34 w 319"/>
                <a:gd name="T13" fmla="*/ 140 h 316"/>
                <a:gd name="T14" fmla="*/ 37 w 319"/>
                <a:gd name="T15" fmla="*/ 104 h 316"/>
                <a:gd name="T16" fmla="*/ 39 w 319"/>
                <a:gd name="T17" fmla="*/ 75 h 316"/>
                <a:gd name="T18" fmla="*/ 40 w 319"/>
                <a:gd name="T19" fmla="*/ 48 h 316"/>
                <a:gd name="T20" fmla="*/ 48 w 319"/>
                <a:gd name="T21" fmla="*/ 33 h 316"/>
                <a:gd name="T22" fmla="*/ 63 w 319"/>
                <a:gd name="T23" fmla="*/ 18 h 316"/>
                <a:gd name="T24" fmla="*/ 78 w 319"/>
                <a:gd name="T25" fmla="*/ 11 h 316"/>
                <a:gd name="T26" fmla="*/ 102 w 319"/>
                <a:gd name="T27" fmla="*/ 3 h 316"/>
                <a:gd name="T28" fmla="*/ 129 w 319"/>
                <a:gd name="T29" fmla="*/ 0 h 316"/>
                <a:gd name="T30" fmla="*/ 171 w 319"/>
                <a:gd name="T31" fmla="*/ 0 h 316"/>
                <a:gd name="T32" fmla="*/ 208 w 319"/>
                <a:gd name="T33" fmla="*/ 3 h 316"/>
                <a:gd name="T34" fmla="*/ 244 w 319"/>
                <a:gd name="T35" fmla="*/ 11 h 316"/>
                <a:gd name="T36" fmla="*/ 277 w 319"/>
                <a:gd name="T37" fmla="*/ 24 h 316"/>
                <a:gd name="T38" fmla="*/ 298 w 319"/>
                <a:gd name="T39" fmla="*/ 39 h 316"/>
                <a:gd name="T40" fmla="*/ 310 w 319"/>
                <a:gd name="T41" fmla="*/ 53 h 316"/>
                <a:gd name="T42" fmla="*/ 318 w 319"/>
                <a:gd name="T43" fmla="*/ 68 h 316"/>
                <a:gd name="T44" fmla="*/ 316 w 319"/>
                <a:gd name="T45" fmla="*/ 83 h 316"/>
                <a:gd name="T46" fmla="*/ 313 w 319"/>
                <a:gd name="T47" fmla="*/ 99 h 316"/>
                <a:gd name="T48" fmla="*/ 303 w 319"/>
                <a:gd name="T49" fmla="*/ 116 h 316"/>
                <a:gd name="T50" fmla="*/ 295 w 319"/>
                <a:gd name="T51" fmla="*/ 137 h 316"/>
                <a:gd name="T52" fmla="*/ 291 w 319"/>
                <a:gd name="T53" fmla="*/ 165 h 316"/>
                <a:gd name="T54" fmla="*/ 288 w 319"/>
                <a:gd name="T55" fmla="*/ 195 h 316"/>
                <a:gd name="T56" fmla="*/ 283 w 319"/>
                <a:gd name="T57" fmla="*/ 222 h 316"/>
                <a:gd name="T58" fmla="*/ 282 w 319"/>
                <a:gd name="T59" fmla="*/ 260 h 316"/>
                <a:gd name="T60" fmla="*/ 280 w 319"/>
                <a:gd name="T61" fmla="*/ 293 h 316"/>
                <a:gd name="T62" fmla="*/ 280 w 319"/>
                <a:gd name="T63" fmla="*/ 315 h 316"/>
                <a:gd name="T64" fmla="*/ 270 w 319"/>
                <a:gd name="T65" fmla="*/ 288 h 316"/>
                <a:gd name="T66" fmla="*/ 250 w 319"/>
                <a:gd name="T67" fmla="*/ 275 h 316"/>
                <a:gd name="T68" fmla="*/ 232 w 319"/>
                <a:gd name="T69" fmla="*/ 267 h 316"/>
                <a:gd name="T70" fmla="*/ 210 w 319"/>
                <a:gd name="T71" fmla="*/ 261 h 316"/>
                <a:gd name="T72" fmla="*/ 175 w 319"/>
                <a:gd name="T73" fmla="*/ 254 h 316"/>
                <a:gd name="T74" fmla="*/ 141 w 319"/>
                <a:gd name="T75" fmla="*/ 252 h 316"/>
                <a:gd name="T76" fmla="*/ 121 w 319"/>
                <a:gd name="T77" fmla="*/ 252 h 316"/>
                <a:gd name="T78" fmla="*/ 90 w 319"/>
                <a:gd name="T79" fmla="*/ 255 h 316"/>
                <a:gd name="T80" fmla="*/ 54 w 319"/>
                <a:gd name="T81" fmla="*/ 263 h 316"/>
                <a:gd name="T82" fmla="*/ 31 w 319"/>
                <a:gd name="T83" fmla="*/ 272 h 316"/>
                <a:gd name="T84" fmla="*/ 16 w 319"/>
                <a:gd name="T85" fmla="*/ 282 h 316"/>
                <a:gd name="T86" fmla="*/ 0 w 319"/>
                <a:gd name="T87" fmla="*/ 297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316">
                  <a:moveTo>
                    <a:pt x="1" y="305"/>
                  </a:moveTo>
                  <a:lnTo>
                    <a:pt x="3" y="281"/>
                  </a:lnTo>
                  <a:lnTo>
                    <a:pt x="12" y="260"/>
                  </a:lnTo>
                  <a:lnTo>
                    <a:pt x="19" y="243"/>
                  </a:lnTo>
                  <a:lnTo>
                    <a:pt x="24" y="215"/>
                  </a:lnTo>
                  <a:lnTo>
                    <a:pt x="30" y="179"/>
                  </a:lnTo>
                  <a:lnTo>
                    <a:pt x="34" y="140"/>
                  </a:lnTo>
                  <a:lnTo>
                    <a:pt x="37" y="104"/>
                  </a:lnTo>
                  <a:lnTo>
                    <a:pt x="39" y="75"/>
                  </a:lnTo>
                  <a:lnTo>
                    <a:pt x="40" y="48"/>
                  </a:lnTo>
                  <a:lnTo>
                    <a:pt x="48" y="33"/>
                  </a:lnTo>
                  <a:lnTo>
                    <a:pt x="63" y="18"/>
                  </a:lnTo>
                  <a:lnTo>
                    <a:pt x="78" y="11"/>
                  </a:lnTo>
                  <a:lnTo>
                    <a:pt x="102" y="3"/>
                  </a:lnTo>
                  <a:lnTo>
                    <a:pt x="129" y="0"/>
                  </a:lnTo>
                  <a:lnTo>
                    <a:pt x="171" y="0"/>
                  </a:lnTo>
                  <a:lnTo>
                    <a:pt x="208" y="3"/>
                  </a:lnTo>
                  <a:lnTo>
                    <a:pt x="244" y="11"/>
                  </a:lnTo>
                  <a:lnTo>
                    <a:pt x="277" y="24"/>
                  </a:lnTo>
                  <a:lnTo>
                    <a:pt x="298" y="39"/>
                  </a:lnTo>
                  <a:lnTo>
                    <a:pt x="310" y="53"/>
                  </a:lnTo>
                  <a:lnTo>
                    <a:pt x="318" y="68"/>
                  </a:lnTo>
                  <a:lnTo>
                    <a:pt x="316" y="83"/>
                  </a:lnTo>
                  <a:lnTo>
                    <a:pt x="313" y="99"/>
                  </a:lnTo>
                  <a:lnTo>
                    <a:pt x="303" y="116"/>
                  </a:lnTo>
                  <a:lnTo>
                    <a:pt x="295" y="137"/>
                  </a:lnTo>
                  <a:lnTo>
                    <a:pt x="291" y="165"/>
                  </a:lnTo>
                  <a:lnTo>
                    <a:pt x="288" y="195"/>
                  </a:lnTo>
                  <a:lnTo>
                    <a:pt x="283" y="222"/>
                  </a:lnTo>
                  <a:lnTo>
                    <a:pt x="282" y="260"/>
                  </a:lnTo>
                  <a:lnTo>
                    <a:pt x="280" y="293"/>
                  </a:lnTo>
                  <a:lnTo>
                    <a:pt x="280" y="315"/>
                  </a:lnTo>
                  <a:lnTo>
                    <a:pt x="270" y="288"/>
                  </a:lnTo>
                  <a:lnTo>
                    <a:pt x="250" y="275"/>
                  </a:lnTo>
                  <a:lnTo>
                    <a:pt x="232" y="267"/>
                  </a:lnTo>
                  <a:lnTo>
                    <a:pt x="210" y="261"/>
                  </a:lnTo>
                  <a:lnTo>
                    <a:pt x="175" y="254"/>
                  </a:lnTo>
                  <a:lnTo>
                    <a:pt x="141" y="252"/>
                  </a:lnTo>
                  <a:lnTo>
                    <a:pt x="121" y="252"/>
                  </a:lnTo>
                  <a:lnTo>
                    <a:pt x="90" y="255"/>
                  </a:lnTo>
                  <a:lnTo>
                    <a:pt x="54" y="263"/>
                  </a:lnTo>
                  <a:lnTo>
                    <a:pt x="31" y="272"/>
                  </a:lnTo>
                  <a:lnTo>
                    <a:pt x="16" y="282"/>
                  </a:lnTo>
                  <a:lnTo>
                    <a:pt x="0" y="297"/>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51" name="Freeform 31">
              <a:extLst>
                <a:ext uri="{FF2B5EF4-FFF2-40B4-BE49-F238E27FC236}">
                  <a16:creationId xmlns:a16="http://schemas.microsoft.com/office/drawing/2014/main" id="{C514474E-B4E5-4002-B71F-8D503111941A}"/>
                </a:ext>
              </a:extLst>
            </p:cNvPr>
            <p:cNvSpPr>
              <a:spLocks/>
            </p:cNvSpPr>
            <p:nvPr/>
          </p:nvSpPr>
          <p:spPr bwMode="auto">
            <a:xfrm>
              <a:off x="4319" y="1662"/>
              <a:ext cx="832" cy="464"/>
            </a:xfrm>
            <a:custGeom>
              <a:avLst/>
              <a:gdLst>
                <a:gd name="T0" fmla="*/ 0 w 832"/>
                <a:gd name="T1" fmla="*/ 0 h 464"/>
                <a:gd name="T2" fmla="*/ 0 w 832"/>
                <a:gd name="T3" fmla="*/ 394 h 464"/>
                <a:gd name="T4" fmla="*/ 84 w 832"/>
                <a:gd name="T5" fmla="*/ 414 h 464"/>
                <a:gd name="T6" fmla="*/ 153 w 832"/>
                <a:gd name="T7" fmla="*/ 435 h 464"/>
                <a:gd name="T8" fmla="*/ 210 w 832"/>
                <a:gd name="T9" fmla="*/ 447 h 464"/>
                <a:gd name="T10" fmla="*/ 258 w 832"/>
                <a:gd name="T11" fmla="*/ 454 h 464"/>
                <a:gd name="T12" fmla="*/ 312 w 832"/>
                <a:gd name="T13" fmla="*/ 460 h 464"/>
                <a:gd name="T14" fmla="*/ 402 w 832"/>
                <a:gd name="T15" fmla="*/ 463 h 464"/>
                <a:gd name="T16" fmla="*/ 485 w 832"/>
                <a:gd name="T17" fmla="*/ 456 h 464"/>
                <a:gd name="T18" fmla="*/ 570 w 832"/>
                <a:gd name="T19" fmla="*/ 442 h 464"/>
                <a:gd name="T20" fmla="*/ 652 w 832"/>
                <a:gd name="T21" fmla="*/ 417 h 464"/>
                <a:gd name="T22" fmla="*/ 724 w 832"/>
                <a:gd name="T23" fmla="*/ 384 h 464"/>
                <a:gd name="T24" fmla="*/ 784 w 832"/>
                <a:gd name="T25" fmla="*/ 339 h 464"/>
                <a:gd name="T26" fmla="*/ 829 w 832"/>
                <a:gd name="T27" fmla="*/ 322 h 464"/>
                <a:gd name="T28" fmla="*/ 831 w 832"/>
                <a:gd name="T29" fmla="*/ 3 h 464"/>
                <a:gd name="T30" fmla="*/ 786 w 832"/>
                <a:gd name="T31" fmla="*/ 10 h 464"/>
                <a:gd name="T32" fmla="*/ 726 w 832"/>
                <a:gd name="T33" fmla="*/ 33 h 464"/>
                <a:gd name="T34" fmla="*/ 654 w 832"/>
                <a:gd name="T35" fmla="*/ 61 h 464"/>
                <a:gd name="T36" fmla="*/ 585 w 832"/>
                <a:gd name="T37" fmla="*/ 78 h 464"/>
                <a:gd name="T38" fmla="*/ 515 w 832"/>
                <a:gd name="T39" fmla="*/ 87 h 464"/>
                <a:gd name="T40" fmla="*/ 468 w 832"/>
                <a:gd name="T41" fmla="*/ 91 h 464"/>
                <a:gd name="T42" fmla="*/ 428 w 832"/>
                <a:gd name="T43" fmla="*/ 93 h 464"/>
                <a:gd name="T44" fmla="*/ 358 w 832"/>
                <a:gd name="T45" fmla="*/ 93 h 464"/>
                <a:gd name="T46" fmla="*/ 314 w 832"/>
                <a:gd name="T47" fmla="*/ 90 h 464"/>
                <a:gd name="T48" fmla="*/ 274 w 832"/>
                <a:gd name="T49" fmla="*/ 85 h 464"/>
                <a:gd name="T50" fmla="*/ 229 w 832"/>
                <a:gd name="T51" fmla="*/ 81 h 464"/>
                <a:gd name="T52" fmla="*/ 190 w 832"/>
                <a:gd name="T53" fmla="*/ 73 h 464"/>
                <a:gd name="T54" fmla="*/ 140 w 832"/>
                <a:gd name="T55" fmla="*/ 63 h 464"/>
                <a:gd name="T56" fmla="*/ 96 w 832"/>
                <a:gd name="T57" fmla="*/ 49 h 464"/>
                <a:gd name="T58" fmla="*/ 49 w 832"/>
                <a:gd name="T59" fmla="*/ 27 h 464"/>
                <a:gd name="T60" fmla="*/ 0 w 832"/>
                <a:gd name="T61" fmla="*/ 0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2" h="464">
                  <a:moveTo>
                    <a:pt x="0" y="0"/>
                  </a:moveTo>
                  <a:lnTo>
                    <a:pt x="0" y="394"/>
                  </a:lnTo>
                  <a:lnTo>
                    <a:pt x="84" y="414"/>
                  </a:lnTo>
                  <a:lnTo>
                    <a:pt x="153" y="435"/>
                  </a:lnTo>
                  <a:lnTo>
                    <a:pt x="210" y="447"/>
                  </a:lnTo>
                  <a:lnTo>
                    <a:pt x="258" y="454"/>
                  </a:lnTo>
                  <a:lnTo>
                    <a:pt x="312" y="460"/>
                  </a:lnTo>
                  <a:lnTo>
                    <a:pt x="402" y="463"/>
                  </a:lnTo>
                  <a:lnTo>
                    <a:pt x="485" y="456"/>
                  </a:lnTo>
                  <a:lnTo>
                    <a:pt x="570" y="442"/>
                  </a:lnTo>
                  <a:lnTo>
                    <a:pt x="652" y="417"/>
                  </a:lnTo>
                  <a:lnTo>
                    <a:pt x="724" y="384"/>
                  </a:lnTo>
                  <a:lnTo>
                    <a:pt x="784" y="339"/>
                  </a:lnTo>
                  <a:lnTo>
                    <a:pt x="829" y="322"/>
                  </a:lnTo>
                  <a:lnTo>
                    <a:pt x="831" y="3"/>
                  </a:lnTo>
                  <a:lnTo>
                    <a:pt x="786" y="10"/>
                  </a:lnTo>
                  <a:lnTo>
                    <a:pt x="726" y="33"/>
                  </a:lnTo>
                  <a:lnTo>
                    <a:pt x="654" y="61"/>
                  </a:lnTo>
                  <a:lnTo>
                    <a:pt x="585" y="78"/>
                  </a:lnTo>
                  <a:lnTo>
                    <a:pt x="515" y="87"/>
                  </a:lnTo>
                  <a:lnTo>
                    <a:pt x="468" y="91"/>
                  </a:lnTo>
                  <a:lnTo>
                    <a:pt x="428" y="93"/>
                  </a:lnTo>
                  <a:lnTo>
                    <a:pt x="358" y="93"/>
                  </a:lnTo>
                  <a:lnTo>
                    <a:pt x="314" y="90"/>
                  </a:lnTo>
                  <a:lnTo>
                    <a:pt x="274" y="85"/>
                  </a:lnTo>
                  <a:lnTo>
                    <a:pt x="229" y="81"/>
                  </a:lnTo>
                  <a:lnTo>
                    <a:pt x="190" y="73"/>
                  </a:lnTo>
                  <a:lnTo>
                    <a:pt x="140" y="63"/>
                  </a:lnTo>
                  <a:lnTo>
                    <a:pt x="96" y="49"/>
                  </a:lnTo>
                  <a:lnTo>
                    <a:pt x="49" y="27"/>
                  </a:lnTo>
                  <a:lnTo>
                    <a:pt x="0" y="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5EEBF-2E23-418E-8508-6E275399A4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4D2074-2BEC-4A8B-A899-295CDD5D06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D8EB51-EFF8-4FCB-A212-AD5982D1DF2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9123E17-2DE3-4FF4-AF21-5329C4B236C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01BD089-49B7-47B3-9F5F-FBFB9BDD427C}"/>
              </a:ext>
            </a:extLst>
          </p:cNvPr>
          <p:cNvSpPr>
            <a:spLocks noGrp="1"/>
          </p:cNvSpPr>
          <p:nvPr>
            <p:ph type="sldNum" sz="quarter" idx="12"/>
          </p:nvPr>
        </p:nvSpPr>
        <p:spPr/>
        <p:txBody>
          <a:bodyPr/>
          <a:lstStyle>
            <a:lvl1pPr>
              <a:defRPr/>
            </a:lvl1pPr>
          </a:lstStyle>
          <a:p>
            <a:fld id="{031F0E70-C961-43D6-98E8-58DE60B2D0CD}" type="slidenum">
              <a:rPr lang="en-US" altLang="en-US"/>
              <a:pPr/>
              <a:t>‹#›</a:t>
            </a:fld>
            <a:endParaRPr lang="en-US" altLang="en-US"/>
          </a:p>
        </p:txBody>
      </p:sp>
    </p:spTree>
    <p:extLst>
      <p:ext uri="{BB962C8B-B14F-4D97-AF65-F5344CB8AC3E}">
        <p14:creationId xmlns:p14="http://schemas.microsoft.com/office/powerpoint/2010/main" val="293306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9D946-4858-4797-9423-8DB60F7C9946}"/>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3680B8-E2E4-467D-B650-0F744DEF76C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48E0957F-F0A4-4689-A45F-F81DEFA991F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EA4209D-48D2-4125-B6D2-C02B708AECD6}"/>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469819E-0507-454A-987A-97EBB060AD48}"/>
              </a:ext>
            </a:extLst>
          </p:cNvPr>
          <p:cNvSpPr>
            <a:spLocks noGrp="1"/>
          </p:cNvSpPr>
          <p:nvPr>
            <p:ph type="sldNum" sz="quarter" idx="12"/>
          </p:nvPr>
        </p:nvSpPr>
        <p:spPr/>
        <p:txBody>
          <a:bodyPr/>
          <a:lstStyle>
            <a:lvl1pPr>
              <a:defRPr/>
            </a:lvl1pPr>
          </a:lstStyle>
          <a:p>
            <a:fld id="{32333FA1-EB8B-4C9C-97CE-50F9461B8AF9}" type="slidenum">
              <a:rPr lang="en-US" altLang="en-US"/>
              <a:pPr/>
              <a:t>‹#›</a:t>
            </a:fld>
            <a:endParaRPr lang="en-US" altLang="en-US"/>
          </a:p>
        </p:txBody>
      </p:sp>
    </p:spTree>
    <p:extLst>
      <p:ext uri="{BB962C8B-B14F-4D97-AF65-F5344CB8AC3E}">
        <p14:creationId xmlns:p14="http://schemas.microsoft.com/office/powerpoint/2010/main" val="3082965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94FF-DF4F-4DCE-BE3E-B5CE5C0764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E75D6B-0EBC-4969-97D3-D73412B6A68C}"/>
              </a:ext>
            </a:extLst>
          </p:cNvPr>
          <p:cNvSpPr>
            <a:spLocks noGrp="1"/>
          </p:cNvSpPr>
          <p:nvPr>
            <p:ph sz="half" idx="1"/>
          </p:nvPr>
        </p:nvSpPr>
        <p:spPr>
          <a:xfrm>
            <a:off x="685800" y="2286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EC5371-24EA-40E7-B276-3AD15AF91713}"/>
              </a:ext>
            </a:extLst>
          </p:cNvPr>
          <p:cNvSpPr>
            <a:spLocks noGrp="1"/>
          </p:cNvSpPr>
          <p:nvPr>
            <p:ph sz="half" idx="2"/>
          </p:nvPr>
        </p:nvSpPr>
        <p:spPr>
          <a:xfrm>
            <a:off x="4648200" y="2286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EBDABD-5501-45B7-BA9F-F5436766BF3A}"/>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C094324-8B00-4B39-90D0-B75410F1C267}"/>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DEB19F5-18D6-4037-9DF9-5B7E062DA7E7}"/>
              </a:ext>
            </a:extLst>
          </p:cNvPr>
          <p:cNvSpPr>
            <a:spLocks noGrp="1"/>
          </p:cNvSpPr>
          <p:nvPr>
            <p:ph type="sldNum" sz="quarter" idx="12"/>
          </p:nvPr>
        </p:nvSpPr>
        <p:spPr/>
        <p:txBody>
          <a:bodyPr/>
          <a:lstStyle>
            <a:lvl1pPr>
              <a:defRPr/>
            </a:lvl1pPr>
          </a:lstStyle>
          <a:p>
            <a:fld id="{099867F0-C96A-4244-87F8-E9D709AC823F}" type="slidenum">
              <a:rPr lang="en-US" altLang="en-US"/>
              <a:pPr/>
              <a:t>‹#›</a:t>
            </a:fld>
            <a:endParaRPr lang="en-US" altLang="en-US"/>
          </a:p>
        </p:txBody>
      </p:sp>
    </p:spTree>
    <p:extLst>
      <p:ext uri="{BB962C8B-B14F-4D97-AF65-F5344CB8AC3E}">
        <p14:creationId xmlns:p14="http://schemas.microsoft.com/office/powerpoint/2010/main" val="256859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6B13C-4CEE-4C14-A719-F4F9CB595094}"/>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77F8FBD-5BAA-4CA2-9519-36EE003CC5C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851117-4A42-4F76-89C3-946FE8B9776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63FE22-A998-4617-B3C8-A0DCEC342B0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E5DC39-3A0A-40B6-9F00-E8D343230DA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217D19-3E17-4D00-848A-9AC37750AE88}"/>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D662E5CB-F450-4B39-AC71-D8441F18A3B7}"/>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A11594BA-8FE0-46F8-A437-D49FC8336E44}"/>
              </a:ext>
            </a:extLst>
          </p:cNvPr>
          <p:cNvSpPr>
            <a:spLocks noGrp="1"/>
          </p:cNvSpPr>
          <p:nvPr>
            <p:ph type="sldNum" sz="quarter" idx="12"/>
          </p:nvPr>
        </p:nvSpPr>
        <p:spPr/>
        <p:txBody>
          <a:bodyPr/>
          <a:lstStyle>
            <a:lvl1pPr>
              <a:defRPr/>
            </a:lvl1pPr>
          </a:lstStyle>
          <a:p>
            <a:fld id="{51402DB9-D82E-43EA-A7A9-E13EEF74BA68}" type="slidenum">
              <a:rPr lang="en-US" altLang="en-US"/>
              <a:pPr/>
              <a:t>‹#›</a:t>
            </a:fld>
            <a:endParaRPr lang="en-US" altLang="en-US"/>
          </a:p>
        </p:txBody>
      </p:sp>
    </p:spTree>
    <p:extLst>
      <p:ext uri="{BB962C8B-B14F-4D97-AF65-F5344CB8AC3E}">
        <p14:creationId xmlns:p14="http://schemas.microsoft.com/office/powerpoint/2010/main" val="588017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38A95-D0CC-4610-AAE8-A16DA6E7E0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A4FD41-11BA-45A7-9B61-9713C81E7BD3}"/>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DA0E103-3E88-4690-B166-751D8BA4EBED}"/>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DA2CF1E9-EE8F-416B-8FA5-341F686A5158}"/>
              </a:ext>
            </a:extLst>
          </p:cNvPr>
          <p:cNvSpPr>
            <a:spLocks noGrp="1"/>
          </p:cNvSpPr>
          <p:nvPr>
            <p:ph type="sldNum" sz="quarter" idx="12"/>
          </p:nvPr>
        </p:nvSpPr>
        <p:spPr/>
        <p:txBody>
          <a:bodyPr/>
          <a:lstStyle>
            <a:lvl1pPr>
              <a:defRPr/>
            </a:lvl1pPr>
          </a:lstStyle>
          <a:p>
            <a:fld id="{6751C9BF-FB2F-4FD5-8EB9-E87DE0D034D9}" type="slidenum">
              <a:rPr lang="en-US" altLang="en-US"/>
              <a:pPr/>
              <a:t>‹#›</a:t>
            </a:fld>
            <a:endParaRPr lang="en-US" altLang="en-US"/>
          </a:p>
        </p:txBody>
      </p:sp>
    </p:spTree>
    <p:extLst>
      <p:ext uri="{BB962C8B-B14F-4D97-AF65-F5344CB8AC3E}">
        <p14:creationId xmlns:p14="http://schemas.microsoft.com/office/powerpoint/2010/main" val="1727014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A9CB89-CAB4-48F0-880F-17F05CEE1A79}"/>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7FECDE3D-19CB-4033-84FC-92765F02BD88}"/>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D2E12E18-798C-4C96-9E4D-0FC679C37438}"/>
              </a:ext>
            </a:extLst>
          </p:cNvPr>
          <p:cNvSpPr>
            <a:spLocks noGrp="1"/>
          </p:cNvSpPr>
          <p:nvPr>
            <p:ph type="sldNum" sz="quarter" idx="12"/>
          </p:nvPr>
        </p:nvSpPr>
        <p:spPr/>
        <p:txBody>
          <a:bodyPr/>
          <a:lstStyle>
            <a:lvl1pPr>
              <a:defRPr/>
            </a:lvl1pPr>
          </a:lstStyle>
          <a:p>
            <a:fld id="{1C2DA25D-F0E7-421A-A23F-EEDA0EBF95F7}" type="slidenum">
              <a:rPr lang="en-US" altLang="en-US"/>
              <a:pPr/>
              <a:t>‹#›</a:t>
            </a:fld>
            <a:endParaRPr lang="en-US" altLang="en-US"/>
          </a:p>
        </p:txBody>
      </p:sp>
    </p:spTree>
    <p:extLst>
      <p:ext uri="{BB962C8B-B14F-4D97-AF65-F5344CB8AC3E}">
        <p14:creationId xmlns:p14="http://schemas.microsoft.com/office/powerpoint/2010/main" val="2143128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EF011-3B56-4EAF-B12C-1C5DC706731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1E6E9F-87AA-4BE6-9AA3-B4B14ADBFF4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139A0A-43E5-4594-86E0-BC2CF18730B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4AAF1F-8F8A-4DC7-AA6D-5B60A0B718CB}"/>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56B8A24-F729-4163-8790-42473A4397F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084C9B4-2F36-43EC-B596-5D4CD08E4A1E}"/>
              </a:ext>
            </a:extLst>
          </p:cNvPr>
          <p:cNvSpPr>
            <a:spLocks noGrp="1"/>
          </p:cNvSpPr>
          <p:nvPr>
            <p:ph type="sldNum" sz="quarter" idx="12"/>
          </p:nvPr>
        </p:nvSpPr>
        <p:spPr/>
        <p:txBody>
          <a:bodyPr/>
          <a:lstStyle>
            <a:lvl1pPr>
              <a:defRPr/>
            </a:lvl1pPr>
          </a:lstStyle>
          <a:p>
            <a:fld id="{1EBA33F9-8DF5-4E37-9332-F2EFE30036C4}" type="slidenum">
              <a:rPr lang="en-US" altLang="en-US"/>
              <a:pPr/>
              <a:t>‹#›</a:t>
            </a:fld>
            <a:endParaRPr lang="en-US" altLang="en-US"/>
          </a:p>
        </p:txBody>
      </p:sp>
    </p:spTree>
    <p:extLst>
      <p:ext uri="{BB962C8B-B14F-4D97-AF65-F5344CB8AC3E}">
        <p14:creationId xmlns:p14="http://schemas.microsoft.com/office/powerpoint/2010/main" val="1965815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F5D1-F1A5-4A0F-9CF1-6795F00E3CA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9196BC-2FE8-45BE-93A1-12558F628D1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2BE572-DD21-46EF-BA45-BA62F6AA703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AA5BCC-8331-4687-9C9B-9186920E86DA}"/>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7180FA2-1F4C-4EE8-AAF0-2ED113C9CF2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44B45BC-04D9-46DF-A188-BE20B1817E48}"/>
              </a:ext>
            </a:extLst>
          </p:cNvPr>
          <p:cNvSpPr>
            <a:spLocks noGrp="1"/>
          </p:cNvSpPr>
          <p:nvPr>
            <p:ph type="sldNum" sz="quarter" idx="12"/>
          </p:nvPr>
        </p:nvSpPr>
        <p:spPr/>
        <p:txBody>
          <a:bodyPr/>
          <a:lstStyle>
            <a:lvl1pPr>
              <a:defRPr/>
            </a:lvl1pPr>
          </a:lstStyle>
          <a:p>
            <a:fld id="{CB055D0C-CD85-4DDD-A121-4D17756E6D28}" type="slidenum">
              <a:rPr lang="en-US" altLang="en-US"/>
              <a:pPr/>
              <a:t>‹#›</a:t>
            </a:fld>
            <a:endParaRPr lang="en-US" altLang="en-US"/>
          </a:p>
        </p:txBody>
      </p:sp>
    </p:spTree>
    <p:extLst>
      <p:ext uri="{BB962C8B-B14F-4D97-AF65-F5344CB8AC3E}">
        <p14:creationId xmlns:p14="http://schemas.microsoft.com/office/powerpoint/2010/main" val="3654530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0B0F9-0A2C-4E16-873B-D162A3514D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923A8F-C5A4-4222-ACA2-697D9BD493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2877F0-ED58-41E0-9125-A41C9963E79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9A57FA4-874A-47D0-BF76-EE9D44C3F924}"/>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384ECF4-3951-4BDA-BD82-FD885A16F3C0}"/>
              </a:ext>
            </a:extLst>
          </p:cNvPr>
          <p:cNvSpPr>
            <a:spLocks noGrp="1"/>
          </p:cNvSpPr>
          <p:nvPr>
            <p:ph type="sldNum" sz="quarter" idx="12"/>
          </p:nvPr>
        </p:nvSpPr>
        <p:spPr/>
        <p:txBody>
          <a:bodyPr/>
          <a:lstStyle>
            <a:lvl1pPr>
              <a:defRPr/>
            </a:lvl1pPr>
          </a:lstStyle>
          <a:p>
            <a:fld id="{ED913FE5-6954-4084-A6B2-D59DD27F306E}" type="slidenum">
              <a:rPr lang="en-US" altLang="en-US"/>
              <a:pPr/>
              <a:t>‹#›</a:t>
            </a:fld>
            <a:endParaRPr lang="en-US" altLang="en-US"/>
          </a:p>
        </p:txBody>
      </p:sp>
    </p:spTree>
    <p:extLst>
      <p:ext uri="{BB962C8B-B14F-4D97-AF65-F5344CB8AC3E}">
        <p14:creationId xmlns:p14="http://schemas.microsoft.com/office/powerpoint/2010/main" val="1908827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3A8B83-17EA-40BE-BEDC-FA106FAF7277}"/>
              </a:ext>
            </a:extLst>
          </p:cNvPr>
          <p:cNvSpPr>
            <a:spLocks noGrp="1"/>
          </p:cNvSpPr>
          <p:nvPr>
            <p:ph type="title" orient="vert"/>
          </p:nvPr>
        </p:nvSpPr>
        <p:spPr>
          <a:xfrm>
            <a:off x="6515100" y="1066800"/>
            <a:ext cx="1943100" cy="53340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E6867A-364A-4E8F-B0AB-D42939538D4D}"/>
              </a:ext>
            </a:extLst>
          </p:cNvPr>
          <p:cNvSpPr>
            <a:spLocks noGrp="1"/>
          </p:cNvSpPr>
          <p:nvPr>
            <p:ph type="body" orient="vert" idx="1"/>
          </p:nvPr>
        </p:nvSpPr>
        <p:spPr>
          <a:xfrm>
            <a:off x="685800" y="1066800"/>
            <a:ext cx="56769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10F24-C202-4E39-B367-D90F7EAED386}"/>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247D8CD-BE96-42EB-A8F6-A924DCF41ED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D0266E7-37C8-4FE9-B8B9-739D47744816}"/>
              </a:ext>
            </a:extLst>
          </p:cNvPr>
          <p:cNvSpPr>
            <a:spLocks noGrp="1"/>
          </p:cNvSpPr>
          <p:nvPr>
            <p:ph type="sldNum" sz="quarter" idx="12"/>
          </p:nvPr>
        </p:nvSpPr>
        <p:spPr/>
        <p:txBody>
          <a:bodyPr/>
          <a:lstStyle>
            <a:lvl1pPr>
              <a:defRPr/>
            </a:lvl1pPr>
          </a:lstStyle>
          <a:p>
            <a:fld id="{CB0717DD-8C0C-4455-BDFC-0584880BBD56}" type="slidenum">
              <a:rPr lang="en-US" altLang="en-US"/>
              <a:pPr/>
              <a:t>‹#›</a:t>
            </a:fld>
            <a:endParaRPr lang="en-US" altLang="en-US"/>
          </a:p>
        </p:txBody>
      </p:sp>
    </p:spTree>
    <p:extLst>
      <p:ext uri="{BB962C8B-B14F-4D97-AF65-F5344CB8AC3E}">
        <p14:creationId xmlns:p14="http://schemas.microsoft.com/office/powerpoint/2010/main" val="3007206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gradFill rotWithShape="0">
          <a:gsLst>
            <a:gs pos="0">
              <a:schemeClr val="bg1"/>
            </a:gs>
            <a:gs pos="100000">
              <a:schemeClr val="bg2"/>
            </a:gs>
          </a:gsLst>
          <a:path path="shape">
            <a:fillToRect l="50000" t="50000" r="50000" b="50000"/>
          </a:path>
        </a:gradFill>
        <a:effectLst/>
      </p:bgPr>
    </p:bg>
    <p:spTree>
      <p:nvGrpSpPr>
        <p:cNvPr id="1" name=""/>
        <p:cNvGrpSpPr/>
        <p:nvPr/>
      </p:nvGrpSpPr>
      <p:grpSpPr>
        <a:xfrm>
          <a:off x="0" y="0"/>
          <a:ext cx="0" cy="0"/>
          <a:chOff x="0" y="0"/>
          <a:chExt cx="0" cy="0"/>
        </a:xfrm>
      </p:grpSpPr>
      <p:grpSp>
        <p:nvGrpSpPr>
          <p:cNvPr id="4098" name="Group 2">
            <a:extLst>
              <a:ext uri="{FF2B5EF4-FFF2-40B4-BE49-F238E27FC236}">
                <a16:creationId xmlns:a16="http://schemas.microsoft.com/office/drawing/2014/main" id="{9F2CA403-AE1C-4E34-AE18-CAB437BD8A48}"/>
              </a:ext>
            </a:extLst>
          </p:cNvPr>
          <p:cNvGrpSpPr>
            <a:grpSpLocks/>
          </p:cNvGrpSpPr>
          <p:nvPr/>
        </p:nvGrpSpPr>
        <p:grpSpPr bwMode="auto">
          <a:xfrm>
            <a:off x="130175" y="34925"/>
            <a:ext cx="8874125" cy="6745288"/>
            <a:chOff x="82" y="22"/>
            <a:chExt cx="5590" cy="4249"/>
          </a:xfrm>
        </p:grpSpPr>
        <p:grpSp>
          <p:nvGrpSpPr>
            <p:cNvPr id="4099" name="Group 3">
              <a:extLst>
                <a:ext uri="{FF2B5EF4-FFF2-40B4-BE49-F238E27FC236}">
                  <a16:creationId xmlns:a16="http://schemas.microsoft.com/office/drawing/2014/main" id="{417B8151-CA9C-45B9-BE00-02628EB7B50C}"/>
                </a:ext>
              </a:extLst>
            </p:cNvPr>
            <p:cNvGrpSpPr>
              <a:grpSpLocks/>
            </p:cNvGrpSpPr>
            <p:nvPr/>
          </p:nvGrpSpPr>
          <p:grpSpPr bwMode="auto">
            <a:xfrm>
              <a:off x="82" y="3936"/>
              <a:ext cx="5590" cy="335"/>
              <a:chOff x="82" y="3936"/>
              <a:chExt cx="5590" cy="335"/>
            </a:xfrm>
          </p:grpSpPr>
          <p:grpSp>
            <p:nvGrpSpPr>
              <p:cNvPr id="4100" name="Group 4">
                <a:extLst>
                  <a:ext uri="{FF2B5EF4-FFF2-40B4-BE49-F238E27FC236}">
                    <a16:creationId xmlns:a16="http://schemas.microsoft.com/office/drawing/2014/main" id="{2EB67698-AC76-4B23-B29F-0AFB013E5292}"/>
                  </a:ext>
                </a:extLst>
              </p:cNvPr>
              <p:cNvGrpSpPr>
                <a:grpSpLocks/>
              </p:cNvGrpSpPr>
              <p:nvPr/>
            </p:nvGrpSpPr>
            <p:grpSpPr bwMode="auto">
              <a:xfrm>
                <a:off x="134" y="3951"/>
                <a:ext cx="5538" cy="320"/>
                <a:chOff x="134" y="3951"/>
                <a:chExt cx="5538" cy="320"/>
              </a:xfrm>
            </p:grpSpPr>
            <p:sp>
              <p:nvSpPr>
                <p:cNvPr id="4101" name="Freeform 5">
                  <a:extLst>
                    <a:ext uri="{FF2B5EF4-FFF2-40B4-BE49-F238E27FC236}">
                      <a16:creationId xmlns:a16="http://schemas.microsoft.com/office/drawing/2014/main" id="{27B4E3B5-EEA1-4FF7-AB6A-D0375CC49896}"/>
                    </a:ext>
                  </a:extLst>
                </p:cNvPr>
                <p:cNvSpPr>
                  <a:spLocks/>
                </p:cNvSpPr>
                <p:nvPr/>
              </p:nvSpPr>
              <p:spPr bwMode="auto">
                <a:xfrm>
                  <a:off x="5269" y="3959"/>
                  <a:ext cx="156" cy="45"/>
                </a:xfrm>
                <a:custGeom>
                  <a:avLst/>
                  <a:gdLst>
                    <a:gd name="T0" fmla="*/ 83 w 156"/>
                    <a:gd name="T1" fmla="*/ 44 h 45"/>
                    <a:gd name="T2" fmla="*/ 134 w 156"/>
                    <a:gd name="T3" fmla="*/ 36 h 45"/>
                    <a:gd name="T4" fmla="*/ 152 w 156"/>
                    <a:gd name="T5" fmla="*/ 26 h 45"/>
                    <a:gd name="T6" fmla="*/ 155 w 156"/>
                    <a:gd name="T7" fmla="*/ 17 h 45"/>
                    <a:gd name="T8" fmla="*/ 155 w 156"/>
                    <a:gd name="T9" fmla="*/ 12 h 45"/>
                    <a:gd name="T10" fmla="*/ 146 w 156"/>
                    <a:gd name="T11" fmla="*/ 6 h 45"/>
                    <a:gd name="T12" fmla="*/ 126 w 156"/>
                    <a:gd name="T13" fmla="*/ 3 h 45"/>
                    <a:gd name="T14" fmla="*/ 105 w 156"/>
                    <a:gd name="T15" fmla="*/ 1 h 45"/>
                    <a:gd name="T16" fmla="*/ 86 w 156"/>
                    <a:gd name="T17" fmla="*/ 0 h 45"/>
                    <a:gd name="T18" fmla="*/ 69 w 156"/>
                    <a:gd name="T19" fmla="*/ 0 h 45"/>
                    <a:gd name="T20" fmla="*/ 41 w 156"/>
                    <a:gd name="T21" fmla="*/ 1 h 45"/>
                    <a:gd name="T22" fmla="*/ 21 w 156"/>
                    <a:gd name="T23" fmla="*/ 3 h 45"/>
                    <a:gd name="T24" fmla="*/ 9 w 156"/>
                    <a:gd name="T25" fmla="*/ 6 h 45"/>
                    <a:gd name="T26" fmla="*/ 2 w 156"/>
                    <a:gd name="T27" fmla="*/ 9 h 45"/>
                    <a:gd name="T28" fmla="*/ 0 w 156"/>
                    <a:gd name="T29" fmla="*/ 14 h 45"/>
                    <a:gd name="T30" fmla="*/ 2 w 156"/>
                    <a:gd name="T31" fmla="*/ 21 h 45"/>
                    <a:gd name="T32" fmla="*/ 9 w 156"/>
                    <a:gd name="T33" fmla="*/ 39 h 45"/>
                    <a:gd name="T34" fmla="*/ 83 w 156"/>
                    <a:gd name="T35"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5">
                      <a:moveTo>
                        <a:pt x="83" y="44"/>
                      </a:moveTo>
                      <a:lnTo>
                        <a:pt x="134" y="36"/>
                      </a:lnTo>
                      <a:lnTo>
                        <a:pt x="152" y="26"/>
                      </a:lnTo>
                      <a:lnTo>
                        <a:pt x="155" y="17"/>
                      </a:lnTo>
                      <a:lnTo>
                        <a:pt x="155" y="12"/>
                      </a:lnTo>
                      <a:lnTo>
                        <a:pt x="146" y="6"/>
                      </a:lnTo>
                      <a:lnTo>
                        <a:pt x="126" y="3"/>
                      </a:lnTo>
                      <a:lnTo>
                        <a:pt x="105" y="1"/>
                      </a:lnTo>
                      <a:lnTo>
                        <a:pt x="86" y="0"/>
                      </a:lnTo>
                      <a:lnTo>
                        <a:pt x="69" y="0"/>
                      </a:lnTo>
                      <a:lnTo>
                        <a:pt x="41" y="1"/>
                      </a:lnTo>
                      <a:lnTo>
                        <a:pt x="21" y="3"/>
                      </a:lnTo>
                      <a:lnTo>
                        <a:pt x="9" y="6"/>
                      </a:lnTo>
                      <a:lnTo>
                        <a:pt x="2" y="9"/>
                      </a:lnTo>
                      <a:lnTo>
                        <a:pt x="0" y="14"/>
                      </a:lnTo>
                      <a:lnTo>
                        <a:pt x="2" y="21"/>
                      </a:lnTo>
                      <a:lnTo>
                        <a:pt x="9" y="39"/>
                      </a:lnTo>
                      <a:lnTo>
                        <a:pt x="83" y="44"/>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2" name="Freeform 6">
                  <a:extLst>
                    <a:ext uri="{FF2B5EF4-FFF2-40B4-BE49-F238E27FC236}">
                      <a16:creationId xmlns:a16="http://schemas.microsoft.com/office/drawing/2014/main" id="{A7FFCBC3-3B83-4CC6-A148-69F059FBC9CC}"/>
                    </a:ext>
                  </a:extLst>
                </p:cNvPr>
                <p:cNvSpPr>
                  <a:spLocks/>
                </p:cNvSpPr>
                <p:nvPr/>
              </p:nvSpPr>
              <p:spPr bwMode="auto">
                <a:xfrm>
                  <a:off x="5265" y="3971"/>
                  <a:ext cx="88" cy="28"/>
                </a:xfrm>
                <a:custGeom>
                  <a:avLst/>
                  <a:gdLst>
                    <a:gd name="T0" fmla="*/ 0 w 88"/>
                    <a:gd name="T1" fmla="*/ 1 h 28"/>
                    <a:gd name="T2" fmla="*/ 11 w 88"/>
                    <a:gd name="T3" fmla="*/ 27 h 28"/>
                    <a:gd name="T4" fmla="*/ 54 w 88"/>
                    <a:gd name="T5" fmla="*/ 25 h 28"/>
                    <a:gd name="T6" fmla="*/ 87 w 88"/>
                    <a:gd name="T7" fmla="*/ 23 h 28"/>
                    <a:gd name="T8" fmla="*/ 78 w 88"/>
                    <a:gd name="T9" fmla="*/ 0 h 28"/>
                    <a:gd name="T10" fmla="*/ 75 w 88"/>
                    <a:gd name="T11" fmla="*/ 5 h 28"/>
                    <a:gd name="T12" fmla="*/ 65 w 88"/>
                    <a:gd name="T13" fmla="*/ 9 h 28"/>
                    <a:gd name="T14" fmla="*/ 47 w 88"/>
                    <a:gd name="T15" fmla="*/ 10 h 28"/>
                    <a:gd name="T16" fmla="*/ 27 w 88"/>
                    <a:gd name="T17" fmla="*/ 10 h 28"/>
                    <a:gd name="T18" fmla="*/ 11 w 88"/>
                    <a:gd name="T19" fmla="*/ 7 h 28"/>
                    <a:gd name="T20" fmla="*/ 0 w 88"/>
                    <a:gd name="T21"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8">
                      <a:moveTo>
                        <a:pt x="0" y="1"/>
                      </a:moveTo>
                      <a:lnTo>
                        <a:pt x="11" y="27"/>
                      </a:lnTo>
                      <a:lnTo>
                        <a:pt x="54" y="25"/>
                      </a:lnTo>
                      <a:lnTo>
                        <a:pt x="87" y="23"/>
                      </a:lnTo>
                      <a:lnTo>
                        <a:pt x="78" y="0"/>
                      </a:lnTo>
                      <a:lnTo>
                        <a:pt x="75" y="5"/>
                      </a:lnTo>
                      <a:lnTo>
                        <a:pt x="65" y="9"/>
                      </a:lnTo>
                      <a:lnTo>
                        <a:pt x="47" y="10"/>
                      </a:lnTo>
                      <a:lnTo>
                        <a:pt x="27" y="10"/>
                      </a:lnTo>
                      <a:lnTo>
                        <a:pt x="11" y="7"/>
                      </a:lnTo>
                      <a:lnTo>
                        <a:pt x="0" y="1"/>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3" name="Freeform 7">
                  <a:extLst>
                    <a:ext uri="{FF2B5EF4-FFF2-40B4-BE49-F238E27FC236}">
                      <a16:creationId xmlns:a16="http://schemas.microsoft.com/office/drawing/2014/main" id="{B451208B-DBA3-40D5-BC86-9ECA93C9CCA6}"/>
                    </a:ext>
                  </a:extLst>
                </p:cNvPr>
                <p:cNvSpPr>
                  <a:spLocks/>
                </p:cNvSpPr>
                <p:nvPr/>
              </p:nvSpPr>
              <p:spPr bwMode="auto">
                <a:xfrm>
                  <a:off x="475" y="3963"/>
                  <a:ext cx="156" cy="44"/>
                </a:xfrm>
                <a:custGeom>
                  <a:avLst/>
                  <a:gdLst>
                    <a:gd name="T0" fmla="*/ 72 w 156"/>
                    <a:gd name="T1" fmla="*/ 43 h 44"/>
                    <a:gd name="T2" fmla="*/ 21 w 156"/>
                    <a:gd name="T3" fmla="*/ 35 h 44"/>
                    <a:gd name="T4" fmla="*/ 3 w 156"/>
                    <a:gd name="T5" fmla="*/ 26 h 44"/>
                    <a:gd name="T6" fmla="*/ 0 w 156"/>
                    <a:gd name="T7" fmla="*/ 17 h 44"/>
                    <a:gd name="T8" fmla="*/ 0 w 156"/>
                    <a:gd name="T9" fmla="*/ 12 h 44"/>
                    <a:gd name="T10" fmla="*/ 9 w 156"/>
                    <a:gd name="T11" fmla="*/ 6 h 44"/>
                    <a:gd name="T12" fmla="*/ 29 w 156"/>
                    <a:gd name="T13" fmla="*/ 3 h 44"/>
                    <a:gd name="T14" fmla="*/ 50 w 156"/>
                    <a:gd name="T15" fmla="*/ 1 h 44"/>
                    <a:gd name="T16" fmla="*/ 69 w 156"/>
                    <a:gd name="T17" fmla="*/ 0 h 44"/>
                    <a:gd name="T18" fmla="*/ 86 w 156"/>
                    <a:gd name="T19" fmla="*/ 0 h 44"/>
                    <a:gd name="T20" fmla="*/ 114 w 156"/>
                    <a:gd name="T21" fmla="*/ 1 h 44"/>
                    <a:gd name="T22" fmla="*/ 134 w 156"/>
                    <a:gd name="T23" fmla="*/ 3 h 44"/>
                    <a:gd name="T24" fmla="*/ 146 w 156"/>
                    <a:gd name="T25" fmla="*/ 6 h 44"/>
                    <a:gd name="T26" fmla="*/ 153 w 156"/>
                    <a:gd name="T27" fmla="*/ 9 h 44"/>
                    <a:gd name="T28" fmla="*/ 155 w 156"/>
                    <a:gd name="T29" fmla="*/ 14 h 44"/>
                    <a:gd name="T30" fmla="*/ 153 w 156"/>
                    <a:gd name="T31" fmla="*/ 20 h 44"/>
                    <a:gd name="T32" fmla="*/ 146 w 156"/>
                    <a:gd name="T33" fmla="*/ 38 h 44"/>
                    <a:gd name="T34" fmla="*/ 72 w 156"/>
                    <a:gd name="T35"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4">
                      <a:moveTo>
                        <a:pt x="72" y="43"/>
                      </a:moveTo>
                      <a:lnTo>
                        <a:pt x="21" y="35"/>
                      </a:lnTo>
                      <a:lnTo>
                        <a:pt x="3" y="26"/>
                      </a:lnTo>
                      <a:lnTo>
                        <a:pt x="0" y="17"/>
                      </a:lnTo>
                      <a:lnTo>
                        <a:pt x="0" y="12"/>
                      </a:lnTo>
                      <a:lnTo>
                        <a:pt x="9" y="6"/>
                      </a:lnTo>
                      <a:lnTo>
                        <a:pt x="29" y="3"/>
                      </a:lnTo>
                      <a:lnTo>
                        <a:pt x="50" y="1"/>
                      </a:lnTo>
                      <a:lnTo>
                        <a:pt x="69" y="0"/>
                      </a:lnTo>
                      <a:lnTo>
                        <a:pt x="86" y="0"/>
                      </a:lnTo>
                      <a:lnTo>
                        <a:pt x="114" y="1"/>
                      </a:lnTo>
                      <a:lnTo>
                        <a:pt x="134" y="3"/>
                      </a:lnTo>
                      <a:lnTo>
                        <a:pt x="146" y="6"/>
                      </a:lnTo>
                      <a:lnTo>
                        <a:pt x="153" y="9"/>
                      </a:lnTo>
                      <a:lnTo>
                        <a:pt x="155" y="14"/>
                      </a:lnTo>
                      <a:lnTo>
                        <a:pt x="153" y="20"/>
                      </a:lnTo>
                      <a:lnTo>
                        <a:pt x="146" y="38"/>
                      </a:lnTo>
                      <a:lnTo>
                        <a:pt x="72" y="43"/>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4" name="Freeform 8">
                  <a:extLst>
                    <a:ext uri="{FF2B5EF4-FFF2-40B4-BE49-F238E27FC236}">
                      <a16:creationId xmlns:a16="http://schemas.microsoft.com/office/drawing/2014/main" id="{AFA522BB-2627-4A01-ADD4-E569F7EDB778}"/>
                    </a:ext>
                  </a:extLst>
                </p:cNvPr>
                <p:cNvSpPr>
                  <a:spLocks/>
                </p:cNvSpPr>
                <p:nvPr/>
              </p:nvSpPr>
              <p:spPr bwMode="auto">
                <a:xfrm>
                  <a:off x="547" y="3974"/>
                  <a:ext cx="88" cy="28"/>
                </a:xfrm>
                <a:custGeom>
                  <a:avLst/>
                  <a:gdLst>
                    <a:gd name="T0" fmla="*/ 87 w 88"/>
                    <a:gd name="T1" fmla="*/ 2 h 28"/>
                    <a:gd name="T2" fmla="*/ 76 w 88"/>
                    <a:gd name="T3" fmla="*/ 27 h 28"/>
                    <a:gd name="T4" fmla="*/ 33 w 88"/>
                    <a:gd name="T5" fmla="*/ 25 h 28"/>
                    <a:gd name="T6" fmla="*/ 0 w 88"/>
                    <a:gd name="T7" fmla="*/ 24 h 28"/>
                    <a:gd name="T8" fmla="*/ 9 w 88"/>
                    <a:gd name="T9" fmla="*/ 0 h 28"/>
                    <a:gd name="T10" fmla="*/ 12 w 88"/>
                    <a:gd name="T11" fmla="*/ 5 h 28"/>
                    <a:gd name="T12" fmla="*/ 22 w 88"/>
                    <a:gd name="T13" fmla="*/ 9 h 28"/>
                    <a:gd name="T14" fmla="*/ 40 w 88"/>
                    <a:gd name="T15" fmla="*/ 11 h 28"/>
                    <a:gd name="T16" fmla="*/ 60 w 88"/>
                    <a:gd name="T17" fmla="*/ 10 h 28"/>
                    <a:gd name="T18" fmla="*/ 76 w 88"/>
                    <a:gd name="T19" fmla="*/ 8 h 28"/>
                    <a:gd name="T20" fmla="*/ 87 w 88"/>
                    <a:gd name="T2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8">
                      <a:moveTo>
                        <a:pt x="87" y="2"/>
                      </a:moveTo>
                      <a:lnTo>
                        <a:pt x="76" y="27"/>
                      </a:lnTo>
                      <a:lnTo>
                        <a:pt x="33" y="25"/>
                      </a:lnTo>
                      <a:lnTo>
                        <a:pt x="0" y="24"/>
                      </a:lnTo>
                      <a:lnTo>
                        <a:pt x="9" y="0"/>
                      </a:lnTo>
                      <a:lnTo>
                        <a:pt x="12" y="5"/>
                      </a:lnTo>
                      <a:lnTo>
                        <a:pt x="22" y="9"/>
                      </a:lnTo>
                      <a:lnTo>
                        <a:pt x="40" y="11"/>
                      </a:lnTo>
                      <a:lnTo>
                        <a:pt x="60" y="10"/>
                      </a:lnTo>
                      <a:lnTo>
                        <a:pt x="76" y="8"/>
                      </a:lnTo>
                      <a:lnTo>
                        <a:pt x="87" y="2"/>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5" name="Line 9">
                  <a:extLst>
                    <a:ext uri="{FF2B5EF4-FFF2-40B4-BE49-F238E27FC236}">
                      <a16:creationId xmlns:a16="http://schemas.microsoft.com/office/drawing/2014/main" id="{950FEDBC-68B8-4963-A46B-A764377923D3}"/>
                    </a:ext>
                  </a:extLst>
                </p:cNvPr>
                <p:cNvSpPr>
                  <a:spLocks noChangeShapeType="1"/>
                </p:cNvSpPr>
                <p:nvPr/>
              </p:nvSpPr>
              <p:spPr bwMode="auto">
                <a:xfrm>
                  <a:off x="2020" y="4130"/>
                  <a:ext cx="192" cy="32"/>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6" name="Freeform 10">
                  <a:extLst>
                    <a:ext uri="{FF2B5EF4-FFF2-40B4-BE49-F238E27FC236}">
                      <a16:creationId xmlns:a16="http://schemas.microsoft.com/office/drawing/2014/main" id="{F2CB9F0B-136F-4D96-878E-4365FC1D6788}"/>
                    </a:ext>
                  </a:extLst>
                </p:cNvPr>
                <p:cNvSpPr>
                  <a:spLocks/>
                </p:cNvSpPr>
                <p:nvPr/>
              </p:nvSpPr>
              <p:spPr bwMode="auto">
                <a:xfrm>
                  <a:off x="1409" y="4099"/>
                  <a:ext cx="2967" cy="172"/>
                </a:xfrm>
                <a:custGeom>
                  <a:avLst/>
                  <a:gdLst>
                    <a:gd name="T0" fmla="*/ 0 w 2967"/>
                    <a:gd name="T1" fmla="*/ 125 h 172"/>
                    <a:gd name="T2" fmla="*/ 207 w 2967"/>
                    <a:gd name="T3" fmla="*/ 141 h 172"/>
                    <a:gd name="T4" fmla="*/ 442 w 2967"/>
                    <a:gd name="T5" fmla="*/ 152 h 172"/>
                    <a:gd name="T6" fmla="*/ 641 w 2967"/>
                    <a:gd name="T7" fmla="*/ 158 h 172"/>
                    <a:gd name="T8" fmla="*/ 897 w 2967"/>
                    <a:gd name="T9" fmla="*/ 164 h 172"/>
                    <a:gd name="T10" fmla="*/ 1215 w 2967"/>
                    <a:gd name="T11" fmla="*/ 169 h 172"/>
                    <a:gd name="T12" fmla="*/ 1392 w 2967"/>
                    <a:gd name="T13" fmla="*/ 171 h 172"/>
                    <a:gd name="T14" fmla="*/ 1710 w 2967"/>
                    <a:gd name="T15" fmla="*/ 171 h 172"/>
                    <a:gd name="T16" fmla="*/ 1998 w 2967"/>
                    <a:gd name="T17" fmla="*/ 166 h 172"/>
                    <a:gd name="T18" fmla="*/ 2258 w 2967"/>
                    <a:gd name="T19" fmla="*/ 162 h 172"/>
                    <a:gd name="T20" fmla="*/ 2493 w 2967"/>
                    <a:gd name="T21" fmla="*/ 156 h 172"/>
                    <a:gd name="T22" fmla="*/ 2674 w 2967"/>
                    <a:gd name="T23" fmla="*/ 150 h 172"/>
                    <a:gd name="T24" fmla="*/ 2829 w 2967"/>
                    <a:gd name="T25" fmla="*/ 143 h 172"/>
                    <a:gd name="T26" fmla="*/ 2966 w 2967"/>
                    <a:gd name="T27" fmla="*/ 136 h 172"/>
                    <a:gd name="T28" fmla="*/ 2966 w 2967"/>
                    <a:gd name="T29" fmla="*/ 0 h 172"/>
                    <a:gd name="T30" fmla="*/ 2833 w 2967"/>
                    <a:gd name="T31" fmla="*/ 8 h 172"/>
                    <a:gd name="T32" fmla="*/ 2563 w 2967"/>
                    <a:gd name="T33" fmla="*/ 21 h 172"/>
                    <a:gd name="T34" fmla="*/ 2382 w 2967"/>
                    <a:gd name="T35" fmla="*/ 27 h 172"/>
                    <a:gd name="T36" fmla="*/ 2135 w 2967"/>
                    <a:gd name="T37" fmla="*/ 33 h 172"/>
                    <a:gd name="T38" fmla="*/ 1945 w 2967"/>
                    <a:gd name="T39" fmla="*/ 36 h 172"/>
                    <a:gd name="T40" fmla="*/ 1746 w 2967"/>
                    <a:gd name="T41" fmla="*/ 39 h 172"/>
                    <a:gd name="T42" fmla="*/ 1529 w 2967"/>
                    <a:gd name="T43" fmla="*/ 39 h 172"/>
                    <a:gd name="T44" fmla="*/ 1295 w 2967"/>
                    <a:gd name="T45" fmla="*/ 39 h 172"/>
                    <a:gd name="T46" fmla="*/ 1047 w 2967"/>
                    <a:gd name="T47" fmla="*/ 37 h 172"/>
                    <a:gd name="T48" fmla="*/ 853 w 2967"/>
                    <a:gd name="T49" fmla="*/ 34 h 172"/>
                    <a:gd name="T50" fmla="*/ 654 w 2967"/>
                    <a:gd name="T51" fmla="*/ 30 h 172"/>
                    <a:gd name="T52" fmla="*/ 468 w 2967"/>
                    <a:gd name="T53" fmla="*/ 25 h 172"/>
                    <a:gd name="T54" fmla="*/ 296 w 2967"/>
                    <a:gd name="T55" fmla="*/ 19 h 172"/>
                    <a:gd name="T56" fmla="*/ 150 w 2967"/>
                    <a:gd name="T57" fmla="*/ 12 h 172"/>
                    <a:gd name="T58" fmla="*/ 13 w 2967"/>
                    <a:gd name="T59" fmla="*/ 4 h 172"/>
                    <a:gd name="T60" fmla="*/ 0 w 2967"/>
                    <a:gd name="T61" fmla="*/ 125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7" h="172">
                      <a:moveTo>
                        <a:pt x="0" y="125"/>
                      </a:moveTo>
                      <a:lnTo>
                        <a:pt x="207" y="141"/>
                      </a:lnTo>
                      <a:lnTo>
                        <a:pt x="442" y="152"/>
                      </a:lnTo>
                      <a:lnTo>
                        <a:pt x="641" y="158"/>
                      </a:lnTo>
                      <a:lnTo>
                        <a:pt x="897" y="164"/>
                      </a:lnTo>
                      <a:lnTo>
                        <a:pt x="1215" y="169"/>
                      </a:lnTo>
                      <a:lnTo>
                        <a:pt x="1392" y="171"/>
                      </a:lnTo>
                      <a:lnTo>
                        <a:pt x="1710" y="171"/>
                      </a:lnTo>
                      <a:lnTo>
                        <a:pt x="1998" y="166"/>
                      </a:lnTo>
                      <a:lnTo>
                        <a:pt x="2258" y="162"/>
                      </a:lnTo>
                      <a:lnTo>
                        <a:pt x="2493" y="156"/>
                      </a:lnTo>
                      <a:lnTo>
                        <a:pt x="2674" y="150"/>
                      </a:lnTo>
                      <a:lnTo>
                        <a:pt x="2829" y="143"/>
                      </a:lnTo>
                      <a:lnTo>
                        <a:pt x="2966" y="136"/>
                      </a:lnTo>
                      <a:lnTo>
                        <a:pt x="2966" y="0"/>
                      </a:lnTo>
                      <a:lnTo>
                        <a:pt x="2833" y="8"/>
                      </a:lnTo>
                      <a:lnTo>
                        <a:pt x="2563" y="21"/>
                      </a:lnTo>
                      <a:lnTo>
                        <a:pt x="2382" y="27"/>
                      </a:lnTo>
                      <a:lnTo>
                        <a:pt x="2135" y="33"/>
                      </a:lnTo>
                      <a:lnTo>
                        <a:pt x="1945" y="36"/>
                      </a:lnTo>
                      <a:lnTo>
                        <a:pt x="1746" y="39"/>
                      </a:lnTo>
                      <a:lnTo>
                        <a:pt x="1529" y="39"/>
                      </a:lnTo>
                      <a:lnTo>
                        <a:pt x="1295" y="39"/>
                      </a:lnTo>
                      <a:lnTo>
                        <a:pt x="1047" y="37"/>
                      </a:lnTo>
                      <a:lnTo>
                        <a:pt x="853" y="34"/>
                      </a:lnTo>
                      <a:lnTo>
                        <a:pt x="654" y="30"/>
                      </a:lnTo>
                      <a:lnTo>
                        <a:pt x="468" y="25"/>
                      </a:lnTo>
                      <a:lnTo>
                        <a:pt x="296" y="19"/>
                      </a:lnTo>
                      <a:lnTo>
                        <a:pt x="150" y="12"/>
                      </a:lnTo>
                      <a:lnTo>
                        <a:pt x="13" y="4"/>
                      </a:lnTo>
                      <a:lnTo>
                        <a:pt x="0" y="125"/>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7" name="Freeform 11">
                  <a:extLst>
                    <a:ext uri="{FF2B5EF4-FFF2-40B4-BE49-F238E27FC236}">
                      <a16:creationId xmlns:a16="http://schemas.microsoft.com/office/drawing/2014/main" id="{D8414DDE-1C52-4F17-9CE9-A6DCAE5BBFC6}"/>
                    </a:ext>
                  </a:extLst>
                </p:cNvPr>
                <p:cNvSpPr>
                  <a:spLocks/>
                </p:cNvSpPr>
                <p:nvPr/>
              </p:nvSpPr>
              <p:spPr bwMode="auto">
                <a:xfrm>
                  <a:off x="607" y="4073"/>
                  <a:ext cx="823" cy="162"/>
                </a:xfrm>
                <a:custGeom>
                  <a:avLst/>
                  <a:gdLst>
                    <a:gd name="T0" fmla="*/ 815 w 823"/>
                    <a:gd name="T1" fmla="*/ 150 h 162"/>
                    <a:gd name="T2" fmla="*/ 822 w 823"/>
                    <a:gd name="T3" fmla="*/ 29 h 162"/>
                    <a:gd name="T4" fmla="*/ 747 w 823"/>
                    <a:gd name="T5" fmla="*/ 17 h 162"/>
                    <a:gd name="T6" fmla="*/ 677 w 823"/>
                    <a:gd name="T7" fmla="*/ 9 h 162"/>
                    <a:gd name="T8" fmla="*/ 620 w 823"/>
                    <a:gd name="T9" fmla="*/ 5 h 162"/>
                    <a:gd name="T10" fmla="*/ 572 w 823"/>
                    <a:gd name="T11" fmla="*/ 3 h 162"/>
                    <a:gd name="T12" fmla="*/ 518 w 823"/>
                    <a:gd name="T13" fmla="*/ 1 h 162"/>
                    <a:gd name="T14" fmla="*/ 428 w 823"/>
                    <a:gd name="T15" fmla="*/ 0 h 162"/>
                    <a:gd name="T16" fmla="*/ 345 w 823"/>
                    <a:gd name="T17" fmla="*/ 2 h 162"/>
                    <a:gd name="T18" fmla="*/ 260 w 823"/>
                    <a:gd name="T19" fmla="*/ 7 h 162"/>
                    <a:gd name="T20" fmla="*/ 178 w 823"/>
                    <a:gd name="T21" fmla="*/ 15 h 162"/>
                    <a:gd name="T22" fmla="*/ 106 w 823"/>
                    <a:gd name="T23" fmla="*/ 26 h 162"/>
                    <a:gd name="T24" fmla="*/ 41 w 823"/>
                    <a:gd name="T25" fmla="*/ 38 h 162"/>
                    <a:gd name="T26" fmla="*/ 0 w 823"/>
                    <a:gd name="T27" fmla="*/ 50 h 162"/>
                    <a:gd name="T28" fmla="*/ 0 w 823"/>
                    <a:gd name="T29" fmla="*/ 161 h 162"/>
                    <a:gd name="T30" fmla="*/ 47 w 823"/>
                    <a:gd name="T31" fmla="*/ 151 h 162"/>
                    <a:gd name="T32" fmla="*/ 106 w 823"/>
                    <a:gd name="T33" fmla="*/ 143 h 162"/>
                    <a:gd name="T34" fmla="*/ 176 w 823"/>
                    <a:gd name="T35" fmla="*/ 136 h 162"/>
                    <a:gd name="T36" fmla="*/ 245 w 823"/>
                    <a:gd name="T37" fmla="*/ 130 h 162"/>
                    <a:gd name="T38" fmla="*/ 315 w 823"/>
                    <a:gd name="T39" fmla="*/ 127 h 162"/>
                    <a:gd name="T40" fmla="*/ 362 w 823"/>
                    <a:gd name="T41" fmla="*/ 126 h 162"/>
                    <a:gd name="T42" fmla="*/ 402 w 823"/>
                    <a:gd name="T43" fmla="*/ 125 h 162"/>
                    <a:gd name="T44" fmla="*/ 472 w 823"/>
                    <a:gd name="T45" fmla="*/ 125 h 162"/>
                    <a:gd name="T46" fmla="*/ 516 w 823"/>
                    <a:gd name="T47" fmla="*/ 126 h 162"/>
                    <a:gd name="T48" fmla="*/ 556 w 823"/>
                    <a:gd name="T49" fmla="*/ 128 h 162"/>
                    <a:gd name="T50" fmla="*/ 601 w 823"/>
                    <a:gd name="T51" fmla="*/ 129 h 162"/>
                    <a:gd name="T52" fmla="*/ 640 w 823"/>
                    <a:gd name="T53" fmla="*/ 132 h 162"/>
                    <a:gd name="T54" fmla="*/ 690 w 823"/>
                    <a:gd name="T55" fmla="*/ 135 h 162"/>
                    <a:gd name="T56" fmla="*/ 734 w 823"/>
                    <a:gd name="T57" fmla="*/ 140 h 162"/>
                    <a:gd name="T58" fmla="*/ 777 w 823"/>
                    <a:gd name="T59" fmla="*/ 145 h 162"/>
                    <a:gd name="T60" fmla="*/ 815 w 823"/>
                    <a:gd name="T61" fmla="*/ 15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3" h="162">
                      <a:moveTo>
                        <a:pt x="815" y="150"/>
                      </a:moveTo>
                      <a:lnTo>
                        <a:pt x="822" y="29"/>
                      </a:lnTo>
                      <a:lnTo>
                        <a:pt x="747" y="17"/>
                      </a:lnTo>
                      <a:lnTo>
                        <a:pt x="677" y="9"/>
                      </a:lnTo>
                      <a:lnTo>
                        <a:pt x="620" y="5"/>
                      </a:lnTo>
                      <a:lnTo>
                        <a:pt x="572" y="3"/>
                      </a:lnTo>
                      <a:lnTo>
                        <a:pt x="518" y="1"/>
                      </a:lnTo>
                      <a:lnTo>
                        <a:pt x="428" y="0"/>
                      </a:lnTo>
                      <a:lnTo>
                        <a:pt x="345" y="2"/>
                      </a:lnTo>
                      <a:lnTo>
                        <a:pt x="260" y="7"/>
                      </a:lnTo>
                      <a:lnTo>
                        <a:pt x="178" y="15"/>
                      </a:lnTo>
                      <a:lnTo>
                        <a:pt x="106" y="26"/>
                      </a:lnTo>
                      <a:lnTo>
                        <a:pt x="41" y="38"/>
                      </a:lnTo>
                      <a:lnTo>
                        <a:pt x="0" y="50"/>
                      </a:lnTo>
                      <a:lnTo>
                        <a:pt x="0" y="161"/>
                      </a:lnTo>
                      <a:lnTo>
                        <a:pt x="47" y="151"/>
                      </a:lnTo>
                      <a:lnTo>
                        <a:pt x="106" y="143"/>
                      </a:lnTo>
                      <a:lnTo>
                        <a:pt x="176" y="136"/>
                      </a:lnTo>
                      <a:lnTo>
                        <a:pt x="245" y="130"/>
                      </a:lnTo>
                      <a:lnTo>
                        <a:pt x="315" y="127"/>
                      </a:lnTo>
                      <a:lnTo>
                        <a:pt x="362" y="126"/>
                      </a:lnTo>
                      <a:lnTo>
                        <a:pt x="402" y="125"/>
                      </a:lnTo>
                      <a:lnTo>
                        <a:pt x="472" y="125"/>
                      </a:lnTo>
                      <a:lnTo>
                        <a:pt x="516" y="126"/>
                      </a:lnTo>
                      <a:lnTo>
                        <a:pt x="556" y="128"/>
                      </a:lnTo>
                      <a:lnTo>
                        <a:pt x="601" y="129"/>
                      </a:lnTo>
                      <a:lnTo>
                        <a:pt x="640" y="132"/>
                      </a:lnTo>
                      <a:lnTo>
                        <a:pt x="690" y="135"/>
                      </a:lnTo>
                      <a:lnTo>
                        <a:pt x="734" y="140"/>
                      </a:lnTo>
                      <a:lnTo>
                        <a:pt x="777" y="145"/>
                      </a:lnTo>
                      <a:lnTo>
                        <a:pt x="815" y="15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8" name="Freeform 12">
                  <a:extLst>
                    <a:ext uri="{FF2B5EF4-FFF2-40B4-BE49-F238E27FC236}">
                      <a16:creationId xmlns:a16="http://schemas.microsoft.com/office/drawing/2014/main" id="{D0EB9735-0FEC-46B9-B99D-EC3F4F151CE7}"/>
                    </a:ext>
                  </a:extLst>
                </p:cNvPr>
                <p:cNvSpPr>
                  <a:spLocks/>
                </p:cNvSpPr>
                <p:nvPr/>
              </p:nvSpPr>
              <p:spPr bwMode="auto">
                <a:xfrm>
                  <a:off x="154" y="3951"/>
                  <a:ext cx="551" cy="129"/>
                </a:xfrm>
                <a:custGeom>
                  <a:avLst/>
                  <a:gdLst>
                    <a:gd name="T0" fmla="*/ 16 w 551"/>
                    <a:gd name="T1" fmla="*/ 107 h 129"/>
                    <a:gd name="T2" fmla="*/ 0 w 551"/>
                    <a:gd name="T3" fmla="*/ 81 h 129"/>
                    <a:gd name="T4" fmla="*/ 10 w 551"/>
                    <a:gd name="T5" fmla="*/ 72 h 129"/>
                    <a:gd name="T6" fmla="*/ 33 w 551"/>
                    <a:gd name="T7" fmla="*/ 58 h 129"/>
                    <a:gd name="T8" fmla="*/ 57 w 551"/>
                    <a:gd name="T9" fmla="*/ 45 h 129"/>
                    <a:gd name="T10" fmla="*/ 85 w 551"/>
                    <a:gd name="T11" fmla="*/ 35 h 129"/>
                    <a:gd name="T12" fmla="*/ 120 w 551"/>
                    <a:gd name="T13" fmla="*/ 25 h 129"/>
                    <a:gd name="T14" fmla="*/ 153 w 551"/>
                    <a:gd name="T15" fmla="*/ 18 h 129"/>
                    <a:gd name="T16" fmla="*/ 189 w 551"/>
                    <a:gd name="T17" fmla="*/ 11 h 129"/>
                    <a:gd name="T18" fmla="*/ 235 w 551"/>
                    <a:gd name="T19" fmla="*/ 5 h 129"/>
                    <a:gd name="T20" fmla="*/ 270 w 551"/>
                    <a:gd name="T21" fmla="*/ 2 h 129"/>
                    <a:gd name="T22" fmla="*/ 312 w 551"/>
                    <a:gd name="T23" fmla="*/ 0 h 129"/>
                    <a:gd name="T24" fmla="*/ 351 w 551"/>
                    <a:gd name="T25" fmla="*/ 0 h 129"/>
                    <a:gd name="T26" fmla="*/ 393 w 551"/>
                    <a:gd name="T27" fmla="*/ 1 h 129"/>
                    <a:gd name="T28" fmla="*/ 436 w 551"/>
                    <a:gd name="T29" fmla="*/ 6 h 129"/>
                    <a:gd name="T30" fmla="*/ 475 w 551"/>
                    <a:gd name="T31" fmla="*/ 13 h 129"/>
                    <a:gd name="T32" fmla="*/ 498 w 551"/>
                    <a:gd name="T33" fmla="*/ 19 h 129"/>
                    <a:gd name="T34" fmla="*/ 526 w 551"/>
                    <a:gd name="T35" fmla="*/ 28 h 129"/>
                    <a:gd name="T36" fmla="*/ 541 w 551"/>
                    <a:gd name="T37" fmla="*/ 35 h 129"/>
                    <a:gd name="T38" fmla="*/ 550 w 551"/>
                    <a:gd name="T39" fmla="*/ 42 h 129"/>
                    <a:gd name="T40" fmla="*/ 550 w 551"/>
                    <a:gd name="T41" fmla="*/ 48 h 129"/>
                    <a:gd name="T42" fmla="*/ 544 w 551"/>
                    <a:gd name="T43" fmla="*/ 57 h 129"/>
                    <a:gd name="T44" fmla="*/ 532 w 551"/>
                    <a:gd name="T45" fmla="*/ 63 h 129"/>
                    <a:gd name="T46" fmla="*/ 523 w 551"/>
                    <a:gd name="T47" fmla="*/ 76 h 129"/>
                    <a:gd name="T48" fmla="*/ 519 w 551"/>
                    <a:gd name="T49" fmla="*/ 83 h 129"/>
                    <a:gd name="T50" fmla="*/ 267 w 551"/>
                    <a:gd name="T51" fmla="*/ 77 h 129"/>
                    <a:gd name="T52" fmla="*/ 234 w 551"/>
                    <a:gd name="T53" fmla="*/ 80 h 129"/>
                    <a:gd name="T54" fmla="*/ 193 w 551"/>
                    <a:gd name="T55" fmla="*/ 84 h 129"/>
                    <a:gd name="T56" fmla="*/ 162 w 551"/>
                    <a:gd name="T57" fmla="*/ 91 h 129"/>
                    <a:gd name="T58" fmla="*/ 129 w 551"/>
                    <a:gd name="T59" fmla="*/ 98 h 129"/>
                    <a:gd name="T60" fmla="*/ 97 w 551"/>
                    <a:gd name="T61" fmla="*/ 109 h 129"/>
                    <a:gd name="T62" fmla="*/ 78 w 551"/>
                    <a:gd name="T63" fmla="*/ 118 h 129"/>
                    <a:gd name="T64" fmla="*/ 60 w 551"/>
                    <a:gd name="T65" fmla="*/ 128 h 129"/>
                    <a:gd name="T66" fmla="*/ 16 w 551"/>
                    <a:gd name="T67" fmla="*/ 107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129">
                      <a:moveTo>
                        <a:pt x="16" y="107"/>
                      </a:moveTo>
                      <a:lnTo>
                        <a:pt x="0" y="81"/>
                      </a:lnTo>
                      <a:lnTo>
                        <a:pt x="10" y="72"/>
                      </a:lnTo>
                      <a:lnTo>
                        <a:pt x="33" y="58"/>
                      </a:lnTo>
                      <a:lnTo>
                        <a:pt x="57" y="45"/>
                      </a:lnTo>
                      <a:lnTo>
                        <a:pt x="85" y="35"/>
                      </a:lnTo>
                      <a:lnTo>
                        <a:pt x="120" y="25"/>
                      </a:lnTo>
                      <a:lnTo>
                        <a:pt x="153" y="18"/>
                      </a:lnTo>
                      <a:lnTo>
                        <a:pt x="189" y="11"/>
                      </a:lnTo>
                      <a:lnTo>
                        <a:pt x="235" y="5"/>
                      </a:lnTo>
                      <a:lnTo>
                        <a:pt x="270" y="2"/>
                      </a:lnTo>
                      <a:lnTo>
                        <a:pt x="312" y="0"/>
                      </a:lnTo>
                      <a:lnTo>
                        <a:pt x="351" y="0"/>
                      </a:lnTo>
                      <a:lnTo>
                        <a:pt x="393" y="1"/>
                      </a:lnTo>
                      <a:lnTo>
                        <a:pt x="436" y="6"/>
                      </a:lnTo>
                      <a:lnTo>
                        <a:pt x="475" y="13"/>
                      </a:lnTo>
                      <a:lnTo>
                        <a:pt x="498" y="19"/>
                      </a:lnTo>
                      <a:lnTo>
                        <a:pt x="526" y="28"/>
                      </a:lnTo>
                      <a:lnTo>
                        <a:pt x="541" y="35"/>
                      </a:lnTo>
                      <a:lnTo>
                        <a:pt x="550" y="42"/>
                      </a:lnTo>
                      <a:lnTo>
                        <a:pt x="550" y="48"/>
                      </a:lnTo>
                      <a:lnTo>
                        <a:pt x="544" y="57"/>
                      </a:lnTo>
                      <a:lnTo>
                        <a:pt x="532" y="63"/>
                      </a:lnTo>
                      <a:lnTo>
                        <a:pt x="523" y="76"/>
                      </a:lnTo>
                      <a:lnTo>
                        <a:pt x="519" y="83"/>
                      </a:lnTo>
                      <a:lnTo>
                        <a:pt x="267" y="77"/>
                      </a:lnTo>
                      <a:lnTo>
                        <a:pt x="234" y="80"/>
                      </a:lnTo>
                      <a:lnTo>
                        <a:pt x="193" y="84"/>
                      </a:lnTo>
                      <a:lnTo>
                        <a:pt x="162" y="91"/>
                      </a:lnTo>
                      <a:lnTo>
                        <a:pt x="129" y="98"/>
                      </a:lnTo>
                      <a:lnTo>
                        <a:pt x="97" y="109"/>
                      </a:lnTo>
                      <a:lnTo>
                        <a:pt x="78" y="118"/>
                      </a:lnTo>
                      <a:lnTo>
                        <a:pt x="60" y="128"/>
                      </a:lnTo>
                      <a:lnTo>
                        <a:pt x="16" y="107"/>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9" name="Freeform 13">
                  <a:extLst>
                    <a:ext uri="{FF2B5EF4-FFF2-40B4-BE49-F238E27FC236}">
                      <a16:creationId xmlns:a16="http://schemas.microsoft.com/office/drawing/2014/main" id="{EF3293FB-D501-4507-92BE-A535F4410EF6}"/>
                    </a:ext>
                  </a:extLst>
                </p:cNvPr>
                <p:cNvSpPr>
                  <a:spLocks/>
                </p:cNvSpPr>
                <p:nvPr/>
              </p:nvSpPr>
              <p:spPr bwMode="auto">
                <a:xfrm>
                  <a:off x="134" y="4027"/>
                  <a:ext cx="475" cy="208"/>
                </a:xfrm>
                <a:custGeom>
                  <a:avLst/>
                  <a:gdLst>
                    <a:gd name="T0" fmla="*/ 474 w 475"/>
                    <a:gd name="T1" fmla="*/ 207 h 208"/>
                    <a:gd name="T2" fmla="*/ 474 w 475"/>
                    <a:gd name="T3" fmla="*/ 96 h 208"/>
                    <a:gd name="T4" fmla="*/ 446 w 475"/>
                    <a:gd name="T5" fmla="*/ 97 h 208"/>
                    <a:gd name="T6" fmla="*/ 411 w 475"/>
                    <a:gd name="T7" fmla="*/ 96 h 208"/>
                    <a:gd name="T8" fmla="*/ 353 w 475"/>
                    <a:gd name="T9" fmla="*/ 94 h 208"/>
                    <a:gd name="T10" fmla="*/ 296 w 475"/>
                    <a:gd name="T11" fmla="*/ 90 h 208"/>
                    <a:gd name="T12" fmla="*/ 243 w 475"/>
                    <a:gd name="T13" fmla="*/ 85 h 208"/>
                    <a:gd name="T14" fmla="*/ 200 w 475"/>
                    <a:gd name="T15" fmla="*/ 79 h 208"/>
                    <a:gd name="T16" fmla="*/ 149 w 475"/>
                    <a:gd name="T17" fmla="*/ 70 h 208"/>
                    <a:gd name="T18" fmla="*/ 110 w 475"/>
                    <a:gd name="T19" fmla="*/ 60 h 208"/>
                    <a:gd name="T20" fmla="*/ 81 w 475"/>
                    <a:gd name="T21" fmla="*/ 50 h 208"/>
                    <a:gd name="T22" fmla="*/ 60 w 475"/>
                    <a:gd name="T23" fmla="*/ 41 h 208"/>
                    <a:gd name="T24" fmla="*/ 47 w 475"/>
                    <a:gd name="T25" fmla="*/ 33 h 208"/>
                    <a:gd name="T26" fmla="*/ 35 w 475"/>
                    <a:gd name="T27" fmla="*/ 23 h 208"/>
                    <a:gd name="T28" fmla="*/ 30 w 475"/>
                    <a:gd name="T29" fmla="*/ 14 h 208"/>
                    <a:gd name="T30" fmla="*/ 23 w 475"/>
                    <a:gd name="T31" fmla="*/ 0 h 208"/>
                    <a:gd name="T32" fmla="*/ 17 w 475"/>
                    <a:gd name="T33" fmla="*/ 12 h 208"/>
                    <a:gd name="T34" fmla="*/ 8 w 475"/>
                    <a:gd name="T35" fmla="*/ 26 h 208"/>
                    <a:gd name="T36" fmla="*/ 5 w 475"/>
                    <a:gd name="T37" fmla="*/ 36 h 208"/>
                    <a:gd name="T38" fmla="*/ 0 w 475"/>
                    <a:gd name="T39" fmla="*/ 48 h 208"/>
                    <a:gd name="T40" fmla="*/ 2 w 475"/>
                    <a:gd name="T41" fmla="*/ 59 h 208"/>
                    <a:gd name="T42" fmla="*/ 8 w 475"/>
                    <a:gd name="T43" fmla="*/ 71 h 208"/>
                    <a:gd name="T44" fmla="*/ 15 w 475"/>
                    <a:gd name="T45" fmla="*/ 87 h 208"/>
                    <a:gd name="T46" fmla="*/ 30 w 475"/>
                    <a:gd name="T47" fmla="*/ 101 h 208"/>
                    <a:gd name="T48" fmla="*/ 50 w 475"/>
                    <a:gd name="T49" fmla="*/ 117 h 208"/>
                    <a:gd name="T50" fmla="*/ 75 w 475"/>
                    <a:gd name="T51" fmla="*/ 133 h 208"/>
                    <a:gd name="T52" fmla="*/ 111 w 475"/>
                    <a:gd name="T53" fmla="*/ 149 h 208"/>
                    <a:gd name="T54" fmla="*/ 152 w 475"/>
                    <a:gd name="T55" fmla="*/ 163 h 208"/>
                    <a:gd name="T56" fmla="*/ 188 w 475"/>
                    <a:gd name="T57" fmla="*/ 174 h 208"/>
                    <a:gd name="T58" fmla="*/ 233 w 475"/>
                    <a:gd name="T59" fmla="*/ 184 h 208"/>
                    <a:gd name="T60" fmla="*/ 279 w 475"/>
                    <a:gd name="T61" fmla="*/ 191 h 208"/>
                    <a:gd name="T62" fmla="*/ 333 w 475"/>
                    <a:gd name="T63" fmla="*/ 198 h 208"/>
                    <a:gd name="T64" fmla="*/ 380 w 475"/>
                    <a:gd name="T65" fmla="*/ 202 h 208"/>
                    <a:gd name="T66" fmla="*/ 435 w 475"/>
                    <a:gd name="T67" fmla="*/ 205 h 208"/>
                    <a:gd name="T68" fmla="*/ 474 w 475"/>
                    <a:gd name="T69" fmla="*/ 20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208">
                      <a:moveTo>
                        <a:pt x="474" y="207"/>
                      </a:moveTo>
                      <a:lnTo>
                        <a:pt x="474" y="96"/>
                      </a:lnTo>
                      <a:lnTo>
                        <a:pt x="446" y="97"/>
                      </a:lnTo>
                      <a:lnTo>
                        <a:pt x="411" y="96"/>
                      </a:lnTo>
                      <a:lnTo>
                        <a:pt x="353" y="94"/>
                      </a:lnTo>
                      <a:lnTo>
                        <a:pt x="296" y="90"/>
                      </a:lnTo>
                      <a:lnTo>
                        <a:pt x="243" y="85"/>
                      </a:lnTo>
                      <a:lnTo>
                        <a:pt x="200" y="79"/>
                      </a:lnTo>
                      <a:lnTo>
                        <a:pt x="149" y="70"/>
                      </a:lnTo>
                      <a:lnTo>
                        <a:pt x="110" y="60"/>
                      </a:lnTo>
                      <a:lnTo>
                        <a:pt x="81" y="50"/>
                      </a:lnTo>
                      <a:lnTo>
                        <a:pt x="60" y="41"/>
                      </a:lnTo>
                      <a:lnTo>
                        <a:pt x="47" y="33"/>
                      </a:lnTo>
                      <a:lnTo>
                        <a:pt x="35" y="23"/>
                      </a:lnTo>
                      <a:lnTo>
                        <a:pt x="30" y="14"/>
                      </a:lnTo>
                      <a:lnTo>
                        <a:pt x="23" y="0"/>
                      </a:lnTo>
                      <a:lnTo>
                        <a:pt x="17" y="12"/>
                      </a:lnTo>
                      <a:lnTo>
                        <a:pt x="8" y="26"/>
                      </a:lnTo>
                      <a:lnTo>
                        <a:pt x="5" y="36"/>
                      </a:lnTo>
                      <a:lnTo>
                        <a:pt x="0" y="48"/>
                      </a:lnTo>
                      <a:lnTo>
                        <a:pt x="2" y="59"/>
                      </a:lnTo>
                      <a:lnTo>
                        <a:pt x="8" y="71"/>
                      </a:lnTo>
                      <a:lnTo>
                        <a:pt x="15" y="87"/>
                      </a:lnTo>
                      <a:lnTo>
                        <a:pt x="30" y="101"/>
                      </a:lnTo>
                      <a:lnTo>
                        <a:pt x="50" y="117"/>
                      </a:lnTo>
                      <a:lnTo>
                        <a:pt x="75" y="133"/>
                      </a:lnTo>
                      <a:lnTo>
                        <a:pt x="111" y="149"/>
                      </a:lnTo>
                      <a:lnTo>
                        <a:pt x="152" y="163"/>
                      </a:lnTo>
                      <a:lnTo>
                        <a:pt x="188" y="174"/>
                      </a:lnTo>
                      <a:lnTo>
                        <a:pt x="233" y="184"/>
                      </a:lnTo>
                      <a:lnTo>
                        <a:pt x="279" y="191"/>
                      </a:lnTo>
                      <a:lnTo>
                        <a:pt x="333" y="198"/>
                      </a:lnTo>
                      <a:lnTo>
                        <a:pt x="380" y="202"/>
                      </a:lnTo>
                      <a:lnTo>
                        <a:pt x="435" y="205"/>
                      </a:lnTo>
                      <a:lnTo>
                        <a:pt x="474" y="207"/>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0" name="Freeform 14">
                  <a:extLst>
                    <a:ext uri="{FF2B5EF4-FFF2-40B4-BE49-F238E27FC236}">
                      <a16:creationId xmlns:a16="http://schemas.microsoft.com/office/drawing/2014/main" id="{E67154FB-25AC-4D53-A06D-ADBB3D8506AC}"/>
                    </a:ext>
                  </a:extLst>
                </p:cNvPr>
                <p:cNvSpPr>
                  <a:spLocks/>
                </p:cNvSpPr>
                <p:nvPr/>
              </p:nvSpPr>
              <p:spPr bwMode="auto">
                <a:xfrm>
                  <a:off x="422" y="3977"/>
                  <a:ext cx="156" cy="44"/>
                </a:xfrm>
                <a:custGeom>
                  <a:avLst/>
                  <a:gdLst>
                    <a:gd name="T0" fmla="*/ 72 w 156"/>
                    <a:gd name="T1" fmla="*/ 43 h 44"/>
                    <a:gd name="T2" fmla="*/ 21 w 156"/>
                    <a:gd name="T3" fmla="*/ 35 h 44"/>
                    <a:gd name="T4" fmla="*/ 3 w 156"/>
                    <a:gd name="T5" fmla="*/ 26 h 44"/>
                    <a:gd name="T6" fmla="*/ 0 w 156"/>
                    <a:gd name="T7" fmla="*/ 17 h 44"/>
                    <a:gd name="T8" fmla="*/ 0 w 156"/>
                    <a:gd name="T9" fmla="*/ 12 h 44"/>
                    <a:gd name="T10" fmla="*/ 9 w 156"/>
                    <a:gd name="T11" fmla="*/ 6 h 44"/>
                    <a:gd name="T12" fmla="*/ 29 w 156"/>
                    <a:gd name="T13" fmla="*/ 3 h 44"/>
                    <a:gd name="T14" fmla="*/ 50 w 156"/>
                    <a:gd name="T15" fmla="*/ 1 h 44"/>
                    <a:gd name="T16" fmla="*/ 69 w 156"/>
                    <a:gd name="T17" fmla="*/ 0 h 44"/>
                    <a:gd name="T18" fmla="*/ 86 w 156"/>
                    <a:gd name="T19" fmla="*/ 0 h 44"/>
                    <a:gd name="T20" fmla="*/ 114 w 156"/>
                    <a:gd name="T21" fmla="*/ 1 h 44"/>
                    <a:gd name="T22" fmla="*/ 134 w 156"/>
                    <a:gd name="T23" fmla="*/ 3 h 44"/>
                    <a:gd name="T24" fmla="*/ 146 w 156"/>
                    <a:gd name="T25" fmla="*/ 6 h 44"/>
                    <a:gd name="T26" fmla="*/ 153 w 156"/>
                    <a:gd name="T27" fmla="*/ 9 h 44"/>
                    <a:gd name="T28" fmla="*/ 155 w 156"/>
                    <a:gd name="T29" fmla="*/ 14 h 44"/>
                    <a:gd name="T30" fmla="*/ 153 w 156"/>
                    <a:gd name="T31" fmla="*/ 20 h 44"/>
                    <a:gd name="T32" fmla="*/ 146 w 156"/>
                    <a:gd name="T33" fmla="*/ 38 h 44"/>
                    <a:gd name="T34" fmla="*/ 72 w 156"/>
                    <a:gd name="T35"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4">
                      <a:moveTo>
                        <a:pt x="72" y="43"/>
                      </a:moveTo>
                      <a:lnTo>
                        <a:pt x="21" y="35"/>
                      </a:lnTo>
                      <a:lnTo>
                        <a:pt x="3" y="26"/>
                      </a:lnTo>
                      <a:lnTo>
                        <a:pt x="0" y="17"/>
                      </a:lnTo>
                      <a:lnTo>
                        <a:pt x="0" y="12"/>
                      </a:lnTo>
                      <a:lnTo>
                        <a:pt x="9" y="6"/>
                      </a:lnTo>
                      <a:lnTo>
                        <a:pt x="29" y="3"/>
                      </a:lnTo>
                      <a:lnTo>
                        <a:pt x="50" y="1"/>
                      </a:lnTo>
                      <a:lnTo>
                        <a:pt x="69" y="0"/>
                      </a:lnTo>
                      <a:lnTo>
                        <a:pt x="86" y="0"/>
                      </a:lnTo>
                      <a:lnTo>
                        <a:pt x="114" y="1"/>
                      </a:lnTo>
                      <a:lnTo>
                        <a:pt x="134" y="3"/>
                      </a:lnTo>
                      <a:lnTo>
                        <a:pt x="146" y="6"/>
                      </a:lnTo>
                      <a:lnTo>
                        <a:pt x="153" y="9"/>
                      </a:lnTo>
                      <a:lnTo>
                        <a:pt x="155" y="14"/>
                      </a:lnTo>
                      <a:lnTo>
                        <a:pt x="153" y="20"/>
                      </a:lnTo>
                      <a:lnTo>
                        <a:pt x="146" y="38"/>
                      </a:lnTo>
                      <a:lnTo>
                        <a:pt x="72" y="43"/>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1" name="Freeform 15">
                  <a:extLst>
                    <a:ext uri="{FF2B5EF4-FFF2-40B4-BE49-F238E27FC236}">
                      <a16:creationId xmlns:a16="http://schemas.microsoft.com/office/drawing/2014/main" id="{1C93B579-6492-48A5-AB9B-67C26E5556B0}"/>
                    </a:ext>
                  </a:extLst>
                </p:cNvPr>
                <p:cNvSpPr>
                  <a:spLocks/>
                </p:cNvSpPr>
                <p:nvPr/>
              </p:nvSpPr>
              <p:spPr bwMode="auto">
                <a:xfrm>
                  <a:off x="494" y="3988"/>
                  <a:ext cx="88" cy="29"/>
                </a:xfrm>
                <a:custGeom>
                  <a:avLst/>
                  <a:gdLst>
                    <a:gd name="T0" fmla="*/ 87 w 88"/>
                    <a:gd name="T1" fmla="*/ 2 h 29"/>
                    <a:gd name="T2" fmla="*/ 76 w 88"/>
                    <a:gd name="T3" fmla="*/ 28 h 29"/>
                    <a:gd name="T4" fmla="*/ 33 w 88"/>
                    <a:gd name="T5" fmla="*/ 26 h 29"/>
                    <a:gd name="T6" fmla="*/ 0 w 88"/>
                    <a:gd name="T7" fmla="*/ 24 h 29"/>
                    <a:gd name="T8" fmla="*/ 9 w 88"/>
                    <a:gd name="T9" fmla="*/ 0 h 29"/>
                    <a:gd name="T10" fmla="*/ 12 w 88"/>
                    <a:gd name="T11" fmla="*/ 5 h 29"/>
                    <a:gd name="T12" fmla="*/ 22 w 88"/>
                    <a:gd name="T13" fmla="*/ 10 h 29"/>
                    <a:gd name="T14" fmla="*/ 40 w 88"/>
                    <a:gd name="T15" fmla="*/ 11 h 29"/>
                    <a:gd name="T16" fmla="*/ 60 w 88"/>
                    <a:gd name="T17" fmla="*/ 11 h 29"/>
                    <a:gd name="T18" fmla="*/ 76 w 88"/>
                    <a:gd name="T19" fmla="*/ 8 h 29"/>
                    <a:gd name="T20" fmla="*/ 87 w 88"/>
                    <a:gd name="T21"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9">
                      <a:moveTo>
                        <a:pt x="87" y="2"/>
                      </a:moveTo>
                      <a:lnTo>
                        <a:pt x="76" y="28"/>
                      </a:lnTo>
                      <a:lnTo>
                        <a:pt x="33" y="26"/>
                      </a:lnTo>
                      <a:lnTo>
                        <a:pt x="0" y="24"/>
                      </a:lnTo>
                      <a:lnTo>
                        <a:pt x="9" y="0"/>
                      </a:lnTo>
                      <a:lnTo>
                        <a:pt x="12" y="5"/>
                      </a:lnTo>
                      <a:lnTo>
                        <a:pt x="22" y="10"/>
                      </a:lnTo>
                      <a:lnTo>
                        <a:pt x="40" y="11"/>
                      </a:lnTo>
                      <a:lnTo>
                        <a:pt x="60" y="11"/>
                      </a:lnTo>
                      <a:lnTo>
                        <a:pt x="76" y="8"/>
                      </a:lnTo>
                      <a:lnTo>
                        <a:pt x="87" y="2"/>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2" name="Freeform 16">
                  <a:extLst>
                    <a:ext uri="{FF2B5EF4-FFF2-40B4-BE49-F238E27FC236}">
                      <a16:creationId xmlns:a16="http://schemas.microsoft.com/office/drawing/2014/main" id="{9A5648DF-5F75-4F9D-91CA-ED1DC46B4197}"/>
                    </a:ext>
                  </a:extLst>
                </p:cNvPr>
                <p:cNvSpPr>
                  <a:spLocks/>
                </p:cNvSpPr>
                <p:nvPr/>
              </p:nvSpPr>
              <p:spPr bwMode="auto">
                <a:xfrm>
                  <a:off x="386" y="3991"/>
                  <a:ext cx="319" cy="108"/>
                </a:xfrm>
                <a:custGeom>
                  <a:avLst/>
                  <a:gdLst>
                    <a:gd name="T0" fmla="*/ 317 w 319"/>
                    <a:gd name="T1" fmla="*/ 3 h 108"/>
                    <a:gd name="T2" fmla="*/ 315 w 319"/>
                    <a:gd name="T3" fmla="*/ 11 h 108"/>
                    <a:gd name="T4" fmla="*/ 306 w 319"/>
                    <a:gd name="T5" fmla="*/ 18 h 108"/>
                    <a:gd name="T6" fmla="*/ 299 w 319"/>
                    <a:gd name="T7" fmla="*/ 24 h 108"/>
                    <a:gd name="T8" fmla="*/ 294 w 319"/>
                    <a:gd name="T9" fmla="*/ 33 h 108"/>
                    <a:gd name="T10" fmla="*/ 288 w 319"/>
                    <a:gd name="T11" fmla="*/ 46 h 108"/>
                    <a:gd name="T12" fmla="*/ 284 w 319"/>
                    <a:gd name="T13" fmla="*/ 59 h 108"/>
                    <a:gd name="T14" fmla="*/ 281 w 319"/>
                    <a:gd name="T15" fmla="*/ 71 h 108"/>
                    <a:gd name="T16" fmla="*/ 279 w 319"/>
                    <a:gd name="T17" fmla="*/ 81 h 108"/>
                    <a:gd name="T18" fmla="*/ 278 w 319"/>
                    <a:gd name="T19" fmla="*/ 90 h 108"/>
                    <a:gd name="T20" fmla="*/ 270 w 319"/>
                    <a:gd name="T21" fmla="*/ 95 h 108"/>
                    <a:gd name="T22" fmla="*/ 255 w 319"/>
                    <a:gd name="T23" fmla="*/ 100 h 108"/>
                    <a:gd name="T24" fmla="*/ 240 w 319"/>
                    <a:gd name="T25" fmla="*/ 103 h 108"/>
                    <a:gd name="T26" fmla="*/ 216 w 319"/>
                    <a:gd name="T27" fmla="*/ 105 h 108"/>
                    <a:gd name="T28" fmla="*/ 189 w 319"/>
                    <a:gd name="T29" fmla="*/ 107 h 108"/>
                    <a:gd name="T30" fmla="*/ 147 w 319"/>
                    <a:gd name="T31" fmla="*/ 107 h 108"/>
                    <a:gd name="T32" fmla="*/ 110 w 319"/>
                    <a:gd name="T33" fmla="*/ 105 h 108"/>
                    <a:gd name="T34" fmla="*/ 74 w 319"/>
                    <a:gd name="T35" fmla="*/ 103 h 108"/>
                    <a:gd name="T36" fmla="*/ 41 w 319"/>
                    <a:gd name="T37" fmla="*/ 98 h 108"/>
                    <a:gd name="T38" fmla="*/ 20 w 319"/>
                    <a:gd name="T39" fmla="*/ 93 h 108"/>
                    <a:gd name="T40" fmla="*/ 8 w 319"/>
                    <a:gd name="T41" fmla="*/ 88 h 108"/>
                    <a:gd name="T42" fmla="*/ 0 w 319"/>
                    <a:gd name="T43" fmla="*/ 83 h 108"/>
                    <a:gd name="T44" fmla="*/ 2 w 319"/>
                    <a:gd name="T45" fmla="*/ 78 h 108"/>
                    <a:gd name="T46" fmla="*/ 5 w 319"/>
                    <a:gd name="T47" fmla="*/ 73 h 108"/>
                    <a:gd name="T48" fmla="*/ 15 w 319"/>
                    <a:gd name="T49" fmla="*/ 67 h 108"/>
                    <a:gd name="T50" fmla="*/ 23 w 319"/>
                    <a:gd name="T51" fmla="*/ 60 h 108"/>
                    <a:gd name="T52" fmla="*/ 27 w 319"/>
                    <a:gd name="T53" fmla="*/ 50 h 108"/>
                    <a:gd name="T54" fmla="*/ 30 w 319"/>
                    <a:gd name="T55" fmla="*/ 40 h 108"/>
                    <a:gd name="T56" fmla="*/ 35 w 319"/>
                    <a:gd name="T57" fmla="*/ 31 h 108"/>
                    <a:gd name="T58" fmla="*/ 36 w 319"/>
                    <a:gd name="T59" fmla="*/ 18 h 108"/>
                    <a:gd name="T60" fmla="*/ 38 w 319"/>
                    <a:gd name="T61" fmla="*/ 7 h 108"/>
                    <a:gd name="T62" fmla="*/ 38 w 319"/>
                    <a:gd name="T63" fmla="*/ 0 h 108"/>
                    <a:gd name="T64" fmla="*/ 48 w 319"/>
                    <a:gd name="T65" fmla="*/ 9 h 108"/>
                    <a:gd name="T66" fmla="*/ 68 w 319"/>
                    <a:gd name="T67" fmla="*/ 13 h 108"/>
                    <a:gd name="T68" fmla="*/ 86 w 319"/>
                    <a:gd name="T69" fmla="*/ 16 h 108"/>
                    <a:gd name="T70" fmla="*/ 108 w 319"/>
                    <a:gd name="T71" fmla="*/ 18 h 108"/>
                    <a:gd name="T72" fmla="*/ 143 w 319"/>
                    <a:gd name="T73" fmla="*/ 20 h 108"/>
                    <a:gd name="T74" fmla="*/ 177 w 319"/>
                    <a:gd name="T75" fmla="*/ 21 h 108"/>
                    <a:gd name="T76" fmla="*/ 197 w 319"/>
                    <a:gd name="T77" fmla="*/ 21 h 108"/>
                    <a:gd name="T78" fmla="*/ 228 w 319"/>
                    <a:gd name="T79" fmla="*/ 20 h 108"/>
                    <a:gd name="T80" fmla="*/ 264 w 319"/>
                    <a:gd name="T81" fmla="*/ 17 h 108"/>
                    <a:gd name="T82" fmla="*/ 287 w 319"/>
                    <a:gd name="T83" fmla="*/ 14 h 108"/>
                    <a:gd name="T84" fmla="*/ 302 w 319"/>
                    <a:gd name="T85" fmla="*/ 11 h 108"/>
                    <a:gd name="T86" fmla="*/ 318 w 319"/>
                    <a:gd name="T87" fmla="*/ 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108">
                      <a:moveTo>
                        <a:pt x="317" y="3"/>
                      </a:moveTo>
                      <a:lnTo>
                        <a:pt x="315" y="11"/>
                      </a:lnTo>
                      <a:lnTo>
                        <a:pt x="306" y="18"/>
                      </a:lnTo>
                      <a:lnTo>
                        <a:pt x="299" y="24"/>
                      </a:lnTo>
                      <a:lnTo>
                        <a:pt x="294" y="33"/>
                      </a:lnTo>
                      <a:lnTo>
                        <a:pt x="288" y="46"/>
                      </a:lnTo>
                      <a:lnTo>
                        <a:pt x="284" y="59"/>
                      </a:lnTo>
                      <a:lnTo>
                        <a:pt x="281" y="71"/>
                      </a:lnTo>
                      <a:lnTo>
                        <a:pt x="279" y="81"/>
                      </a:lnTo>
                      <a:lnTo>
                        <a:pt x="278" y="90"/>
                      </a:lnTo>
                      <a:lnTo>
                        <a:pt x="270" y="95"/>
                      </a:lnTo>
                      <a:lnTo>
                        <a:pt x="255" y="100"/>
                      </a:lnTo>
                      <a:lnTo>
                        <a:pt x="240" y="103"/>
                      </a:lnTo>
                      <a:lnTo>
                        <a:pt x="216" y="105"/>
                      </a:lnTo>
                      <a:lnTo>
                        <a:pt x="189" y="107"/>
                      </a:lnTo>
                      <a:lnTo>
                        <a:pt x="147" y="107"/>
                      </a:lnTo>
                      <a:lnTo>
                        <a:pt x="110" y="105"/>
                      </a:lnTo>
                      <a:lnTo>
                        <a:pt x="74" y="103"/>
                      </a:lnTo>
                      <a:lnTo>
                        <a:pt x="41" y="98"/>
                      </a:lnTo>
                      <a:lnTo>
                        <a:pt x="20" y="93"/>
                      </a:lnTo>
                      <a:lnTo>
                        <a:pt x="8" y="88"/>
                      </a:lnTo>
                      <a:lnTo>
                        <a:pt x="0" y="83"/>
                      </a:lnTo>
                      <a:lnTo>
                        <a:pt x="2" y="78"/>
                      </a:lnTo>
                      <a:lnTo>
                        <a:pt x="5" y="73"/>
                      </a:lnTo>
                      <a:lnTo>
                        <a:pt x="15" y="67"/>
                      </a:lnTo>
                      <a:lnTo>
                        <a:pt x="23" y="60"/>
                      </a:lnTo>
                      <a:lnTo>
                        <a:pt x="27" y="50"/>
                      </a:lnTo>
                      <a:lnTo>
                        <a:pt x="30" y="40"/>
                      </a:lnTo>
                      <a:lnTo>
                        <a:pt x="35" y="31"/>
                      </a:lnTo>
                      <a:lnTo>
                        <a:pt x="36" y="18"/>
                      </a:lnTo>
                      <a:lnTo>
                        <a:pt x="38" y="7"/>
                      </a:lnTo>
                      <a:lnTo>
                        <a:pt x="38" y="0"/>
                      </a:lnTo>
                      <a:lnTo>
                        <a:pt x="48" y="9"/>
                      </a:lnTo>
                      <a:lnTo>
                        <a:pt x="68" y="13"/>
                      </a:lnTo>
                      <a:lnTo>
                        <a:pt x="86" y="16"/>
                      </a:lnTo>
                      <a:lnTo>
                        <a:pt x="108" y="18"/>
                      </a:lnTo>
                      <a:lnTo>
                        <a:pt x="143" y="20"/>
                      </a:lnTo>
                      <a:lnTo>
                        <a:pt x="177" y="21"/>
                      </a:lnTo>
                      <a:lnTo>
                        <a:pt x="197" y="21"/>
                      </a:lnTo>
                      <a:lnTo>
                        <a:pt x="228" y="20"/>
                      </a:lnTo>
                      <a:lnTo>
                        <a:pt x="264" y="17"/>
                      </a:lnTo>
                      <a:lnTo>
                        <a:pt x="287" y="14"/>
                      </a:lnTo>
                      <a:lnTo>
                        <a:pt x="302" y="11"/>
                      </a:lnTo>
                      <a:lnTo>
                        <a:pt x="318" y="6"/>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3" name="Freeform 17">
                  <a:extLst>
                    <a:ext uri="{FF2B5EF4-FFF2-40B4-BE49-F238E27FC236}">
                      <a16:creationId xmlns:a16="http://schemas.microsoft.com/office/drawing/2014/main" id="{240B18C7-D59E-459A-AA7F-A338DDEEC522}"/>
                    </a:ext>
                  </a:extLst>
                </p:cNvPr>
                <p:cNvSpPr>
                  <a:spLocks/>
                </p:cNvSpPr>
                <p:nvPr/>
              </p:nvSpPr>
              <p:spPr bwMode="auto">
                <a:xfrm>
                  <a:off x="5101" y="3951"/>
                  <a:ext cx="551" cy="127"/>
                </a:xfrm>
                <a:custGeom>
                  <a:avLst/>
                  <a:gdLst>
                    <a:gd name="T0" fmla="*/ 534 w 551"/>
                    <a:gd name="T1" fmla="*/ 107 h 127"/>
                    <a:gd name="T2" fmla="*/ 550 w 551"/>
                    <a:gd name="T3" fmla="*/ 81 h 127"/>
                    <a:gd name="T4" fmla="*/ 540 w 551"/>
                    <a:gd name="T5" fmla="*/ 72 h 127"/>
                    <a:gd name="T6" fmla="*/ 517 w 551"/>
                    <a:gd name="T7" fmla="*/ 58 h 127"/>
                    <a:gd name="T8" fmla="*/ 493 w 551"/>
                    <a:gd name="T9" fmla="*/ 45 h 127"/>
                    <a:gd name="T10" fmla="*/ 465 w 551"/>
                    <a:gd name="T11" fmla="*/ 35 h 127"/>
                    <a:gd name="T12" fmla="*/ 430 w 551"/>
                    <a:gd name="T13" fmla="*/ 25 h 127"/>
                    <a:gd name="T14" fmla="*/ 397 w 551"/>
                    <a:gd name="T15" fmla="*/ 18 h 127"/>
                    <a:gd name="T16" fmla="*/ 361 w 551"/>
                    <a:gd name="T17" fmla="*/ 11 h 127"/>
                    <a:gd name="T18" fmla="*/ 315 w 551"/>
                    <a:gd name="T19" fmla="*/ 5 h 127"/>
                    <a:gd name="T20" fmla="*/ 280 w 551"/>
                    <a:gd name="T21" fmla="*/ 2 h 127"/>
                    <a:gd name="T22" fmla="*/ 238 w 551"/>
                    <a:gd name="T23" fmla="*/ 0 h 127"/>
                    <a:gd name="T24" fmla="*/ 199 w 551"/>
                    <a:gd name="T25" fmla="*/ 0 h 127"/>
                    <a:gd name="T26" fmla="*/ 157 w 551"/>
                    <a:gd name="T27" fmla="*/ 1 h 127"/>
                    <a:gd name="T28" fmla="*/ 114 w 551"/>
                    <a:gd name="T29" fmla="*/ 6 h 127"/>
                    <a:gd name="T30" fmla="*/ 75 w 551"/>
                    <a:gd name="T31" fmla="*/ 13 h 127"/>
                    <a:gd name="T32" fmla="*/ 52 w 551"/>
                    <a:gd name="T33" fmla="*/ 19 h 127"/>
                    <a:gd name="T34" fmla="*/ 24 w 551"/>
                    <a:gd name="T35" fmla="*/ 28 h 127"/>
                    <a:gd name="T36" fmla="*/ 9 w 551"/>
                    <a:gd name="T37" fmla="*/ 35 h 127"/>
                    <a:gd name="T38" fmla="*/ 0 w 551"/>
                    <a:gd name="T39" fmla="*/ 42 h 127"/>
                    <a:gd name="T40" fmla="*/ 0 w 551"/>
                    <a:gd name="T41" fmla="*/ 48 h 127"/>
                    <a:gd name="T42" fmla="*/ 6 w 551"/>
                    <a:gd name="T43" fmla="*/ 57 h 127"/>
                    <a:gd name="T44" fmla="*/ 18 w 551"/>
                    <a:gd name="T45" fmla="*/ 63 h 127"/>
                    <a:gd name="T46" fmla="*/ 27 w 551"/>
                    <a:gd name="T47" fmla="*/ 76 h 127"/>
                    <a:gd name="T48" fmla="*/ 31 w 551"/>
                    <a:gd name="T49" fmla="*/ 83 h 127"/>
                    <a:gd name="T50" fmla="*/ 283 w 551"/>
                    <a:gd name="T51" fmla="*/ 77 h 127"/>
                    <a:gd name="T52" fmla="*/ 316 w 551"/>
                    <a:gd name="T53" fmla="*/ 79 h 127"/>
                    <a:gd name="T54" fmla="*/ 357 w 551"/>
                    <a:gd name="T55" fmla="*/ 84 h 127"/>
                    <a:gd name="T56" fmla="*/ 388 w 551"/>
                    <a:gd name="T57" fmla="*/ 90 h 127"/>
                    <a:gd name="T58" fmla="*/ 421 w 551"/>
                    <a:gd name="T59" fmla="*/ 98 h 127"/>
                    <a:gd name="T60" fmla="*/ 453 w 551"/>
                    <a:gd name="T61" fmla="*/ 109 h 127"/>
                    <a:gd name="T62" fmla="*/ 472 w 551"/>
                    <a:gd name="T63" fmla="*/ 118 h 127"/>
                    <a:gd name="T64" fmla="*/ 486 w 551"/>
                    <a:gd name="T65" fmla="*/ 126 h 127"/>
                    <a:gd name="T66" fmla="*/ 534 w 551"/>
                    <a:gd name="T67" fmla="*/ 10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127">
                      <a:moveTo>
                        <a:pt x="534" y="107"/>
                      </a:moveTo>
                      <a:lnTo>
                        <a:pt x="550" y="81"/>
                      </a:lnTo>
                      <a:lnTo>
                        <a:pt x="540" y="72"/>
                      </a:lnTo>
                      <a:lnTo>
                        <a:pt x="517" y="58"/>
                      </a:lnTo>
                      <a:lnTo>
                        <a:pt x="493" y="45"/>
                      </a:lnTo>
                      <a:lnTo>
                        <a:pt x="465" y="35"/>
                      </a:lnTo>
                      <a:lnTo>
                        <a:pt x="430" y="25"/>
                      </a:lnTo>
                      <a:lnTo>
                        <a:pt x="397" y="18"/>
                      </a:lnTo>
                      <a:lnTo>
                        <a:pt x="361" y="11"/>
                      </a:lnTo>
                      <a:lnTo>
                        <a:pt x="315" y="5"/>
                      </a:lnTo>
                      <a:lnTo>
                        <a:pt x="280" y="2"/>
                      </a:lnTo>
                      <a:lnTo>
                        <a:pt x="238" y="0"/>
                      </a:lnTo>
                      <a:lnTo>
                        <a:pt x="199" y="0"/>
                      </a:lnTo>
                      <a:lnTo>
                        <a:pt x="157" y="1"/>
                      </a:lnTo>
                      <a:lnTo>
                        <a:pt x="114" y="6"/>
                      </a:lnTo>
                      <a:lnTo>
                        <a:pt x="75" y="13"/>
                      </a:lnTo>
                      <a:lnTo>
                        <a:pt x="52" y="19"/>
                      </a:lnTo>
                      <a:lnTo>
                        <a:pt x="24" y="28"/>
                      </a:lnTo>
                      <a:lnTo>
                        <a:pt x="9" y="35"/>
                      </a:lnTo>
                      <a:lnTo>
                        <a:pt x="0" y="42"/>
                      </a:lnTo>
                      <a:lnTo>
                        <a:pt x="0" y="48"/>
                      </a:lnTo>
                      <a:lnTo>
                        <a:pt x="6" y="57"/>
                      </a:lnTo>
                      <a:lnTo>
                        <a:pt x="18" y="63"/>
                      </a:lnTo>
                      <a:lnTo>
                        <a:pt x="27" y="76"/>
                      </a:lnTo>
                      <a:lnTo>
                        <a:pt x="31" y="83"/>
                      </a:lnTo>
                      <a:lnTo>
                        <a:pt x="283" y="77"/>
                      </a:lnTo>
                      <a:lnTo>
                        <a:pt x="316" y="79"/>
                      </a:lnTo>
                      <a:lnTo>
                        <a:pt x="357" y="84"/>
                      </a:lnTo>
                      <a:lnTo>
                        <a:pt x="388" y="90"/>
                      </a:lnTo>
                      <a:lnTo>
                        <a:pt x="421" y="98"/>
                      </a:lnTo>
                      <a:lnTo>
                        <a:pt x="453" y="109"/>
                      </a:lnTo>
                      <a:lnTo>
                        <a:pt x="472" y="118"/>
                      </a:lnTo>
                      <a:lnTo>
                        <a:pt x="486" y="126"/>
                      </a:lnTo>
                      <a:lnTo>
                        <a:pt x="534" y="107"/>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4" name="Freeform 18">
                  <a:extLst>
                    <a:ext uri="{FF2B5EF4-FFF2-40B4-BE49-F238E27FC236}">
                      <a16:creationId xmlns:a16="http://schemas.microsoft.com/office/drawing/2014/main" id="{E933B161-6C11-4B6D-9BB1-B75333E0B890}"/>
                    </a:ext>
                  </a:extLst>
                </p:cNvPr>
                <p:cNvSpPr>
                  <a:spLocks/>
                </p:cNvSpPr>
                <p:nvPr/>
              </p:nvSpPr>
              <p:spPr bwMode="auto">
                <a:xfrm>
                  <a:off x="5197" y="4027"/>
                  <a:ext cx="475" cy="208"/>
                </a:xfrm>
                <a:custGeom>
                  <a:avLst/>
                  <a:gdLst>
                    <a:gd name="T0" fmla="*/ 0 w 475"/>
                    <a:gd name="T1" fmla="*/ 207 h 208"/>
                    <a:gd name="T2" fmla="*/ 0 w 475"/>
                    <a:gd name="T3" fmla="*/ 96 h 208"/>
                    <a:gd name="T4" fmla="*/ 28 w 475"/>
                    <a:gd name="T5" fmla="*/ 97 h 208"/>
                    <a:gd name="T6" fmla="*/ 63 w 475"/>
                    <a:gd name="T7" fmla="*/ 96 h 208"/>
                    <a:gd name="T8" fmla="*/ 121 w 475"/>
                    <a:gd name="T9" fmla="*/ 94 h 208"/>
                    <a:gd name="T10" fmla="*/ 178 w 475"/>
                    <a:gd name="T11" fmla="*/ 90 h 208"/>
                    <a:gd name="T12" fmla="*/ 231 w 475"/>
                    <a:gd name="T13" fmla="*/ 85 h 208"/>
                    <a:gd name="T14" fmla="*/ 274 w 475"/>
                    <a:gd name="T15" fmla="*/ 79 h 208"/>
                    <a:gd name="T16" fmla="*/ 325 w 475"/>
                    <a:gd name="T17" fmla="*/ 70 h 208"/>
                    <a:gd name="T18" fmla="*/ 364 w 475"/>
                    <a:gd name="T19" fmla="*/ 60 h 208"/>
                    <a:gd name="T20" fmla="*/ 393 w 475"/>
                    <a:gd name="T21" fmla="*/ 50 h 208"/>
                    <a:gd name="T22" fmla="*/ 414 w 475"/>
                    <a:gd name="T23" fmla="*/ 41 h 208"/>
                    <a:gd name="T24" fmla="*/ 427 w 475"/>
                    <a:gd name="T25" fmla="*/ 33 h 208"/>
                    <a:gd name="T26" fmla="*/ 439 w 475"/>
                    <a:gd name="T27" fmla="*/ 23 h 208"/>
                    <a:gd name="T28" fmla="*/ 444 w 475"/>
                    <a:gd name="T29" fmla="*/ 14 h 208"/>
                    <a:gd name="T30" fmla="*/ 451 w 475"/>
                    <a:gd name="T31" fmla="*/ 0 h 208"/>
                    <a:gd name="T32" fmla="*/ 457 w 475"/>
                    <a:gd name="T33" fmla="*/ 12 h 208"/>
                    <a:gd name="T34" fmla="*/ 466 w 475"/>
                    <a:gd name="T35" fmla="*/ 26 h 208"/>
                    <a:gd name="T36" fmla="*/ 469 w 475"/>
                    <a:gd name="T37" fmla="*/ 36 h 208"/>
                    <a:gd name="T38" fmla="*/ 474 w 475"/>
                    <a:gd name="T39" fmla="*/ 48 h 208"/>
                    <a:gd name="T40" fmla="*/ 472 w 475"/>
                    <a:gd name="T41" fmla="*/ 59 h 208"/>
                    <a:gd name="T42" fmla="*/ 466 w 475"/>
                    <a:gd name="T43" fmla="*/ 71 h 208"/>
                    <a:gd name="T44" fmla="*/ 459 w 475"/>
                    <a:gd name="T45" fmla="*/ 87 h 208"/>
                    <a:gd name="T46" fmla="*/ 444 w 475"/>
                    <a:gd name="T47" fmla="*/ 101 h 208"/>
                    <a:gd name="T48" fmla="*/ 424 w 475"/>
                    <a:gd name="T49" fmla="*/ 117 h 208"/>
                    <a:gd name="T50" fmla="*/ 399 w 475"/>
                    <a:gd name="T51" fmla="*/ 133 h 208"/>
                    <a:gd name="T52" fmla="*/ 363 w 475"/>
                    <a:gd name="T53" fmla="*/ 149 h 208"/>
                    <a:gd name="T54" fmla="*/ 322 w 475"/>
                    <a:gd name="T55" fmla="*/ 163 h 208"/>
                    <a:gd name="T56" fmla="*/ 286 w 475"/>
                    <a:gd name="T57" fmla="*/ 174 h 208"/>
                    <a:gd name="T58" fmla="*/ 241 w 475"/>
                    <a:gd name="T59" fmla="*/ 184 h 208"/>
                    <a:gd name="T60" fmla="*/ 195 w 475"/>
                    <a:gd name="T61" fmla="*/ 191 h 208"/>
                    <a:gd name="T62" fmla="*/ 141 w 475"/>
                    <a:gd name="T63" fmla="*/ 198 h 208"/>
                    <a:gd name="T64" fmla="*/ 94 w 475"/>
                    <a:gd name="T65" fmla="*/ 202 h 208"/>
                    <a:gd name="T66" fmla="*/ 39 w 475"/>
                    <a:gd name="T67" fmla="*/ 205 h 208"/>
                    <a:gd name="T68" fmla="*/ 0 w 475"/>
                    <a:gd name="T69" fmla="*/ 20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208">
                      <a:moveTo>
                        <a:pt x="0" y="207"/>
                      </a:moveTo>
                      <a:lnTo>
                        <a:pt x="0" y="96"/>
                      </a:lnTo>
                      <a:lnTo>
                        <a:pt x="28" y="97"/>
                      </a:lnTo>
                      <a:lnTo>
                        <a:pt x="63" y="96"/>
                      </a:lnTo>
                      <a:lnTo>
                        <a:pt x="121" y="94"/>
                      </a:lnTo>
                      <a:lnTo>
                        <a:pt x="178" y="90"/>
                      </a:lnTo>
                      <a:lnTo>
                        <a:pt x="231" y="85"/>
                      </a:lnTo>
                      <a:lnTo>
                        <a:pt x="274" y="79"/>
                      </a:lnTo>
                      <a:lnTo>
                        <a:pt x="325" y="70"/>
                      </a:lnTo>
                      <a:lnTo>
                        <a:pt x="364" y="60"/>
                      </a:lnTo>
                      <a:lnTo>
                        <a:pt x="393" y="50"/>
                      </a:lnTo>
                      <a:lnTo>
                        <a:pt x="414" y="41"/>
                      </a:lnTo>
                      <a:lnTo>
                        <a:pt x="427" y="33"/>
                      </a:lnTo>
                      <a:lnTo>
                        <a:pt x="439" y="23"/>
                      </a:lnTo>
                      <a:lnTo>
                        <a:pt x="444" y="14"/>
                      </a:lnTo>
                      <a:lnTo>
                        <a:pt x="451" y="0"/>
                      </a:lnTo>
                      <a:lnTo>
                        <a:pt x="457" y="12"/>
                      </a:lnTo>
                      <a:lnTo>
                        <a:pt x="466" y="26"/>
                      </a:lnTo>
                      <a:lnTo>
                        <a:pt x="469" y="36"/>
                      </a:lnTo>
                      <a:lnTo>
                        <a:pt x="474" y="48"/>
                      </a:lnTo>
                      <a:lnTo>
                        <a:pt x="472" y="59"/>
                      </a:lnTo>
                      <a:lnTo>
                        <a:pt x="466" y="71"/>
                      </a:lnTo>
                      <a:lnTo>
                        <a:pt x="459" y="87"/>
                      </a:lnTo>
                      <a:lnTo>
                        <a:pt x="444" y="101"/>
                      </a:lnTo>
                      <a:lnTo>
                        <a:pt x="424" y="117"/>
                      </a:lnTo>
                      <a:lnTo>
                        <a:pt x="399" y="133"/>
                      </a:lnTo>
                      <a:lnTo>
                        <a:pt x="363" y="149"/>
                      </a:lnTo>
                      <a:lnTo>
                        <a:pt x="322" y="163"/>
                      </a:lnTo>
                      <a:lnTo>
                        <a:pt x="286" y="174"/>
                      </a:lnTo>
                      <a:lnTo>
                        <a:pt x="241" y="184"/>
                      </a:lnTo>
                      <a:lnTo>
                        <a:pt x="195" y="191"/>
                      </a:lnTo>
                      <a:lnTo>
                        <a:pt x="141" y="198"/>
                      </a:lnTo>
                      <a:lnTo>
                        <a:pt x="94" y="202"/>
                      </a:lnTo>
                      <a:lnTo>
                        <a:pt x="39" y="205"/>
                      </a:lnTo>
                      <a:lnTo>
                        <a:pt x="0" y="207"/>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5" name="Freeform 19">
                  <a:extLst>
                    <a:ext uri="{FF2B5EF4-FFF2-40B4-BE49-F238E27FC236}">
                      <a16:creationId xmlns:a16="http://schemas.microsoft.com/office/drawing/2014/main" id="{8A395473-3C07-4888-BF2C-E7B9BDF21C09}"/>
                    </a:ext>
                  </a:extLst>
                </p:cNvPr>
                <p:cNvSpPr>
                  <a:spLocks/>
                </p:cNvSpPr>
                <p:nvPr/>
              </p:nvSpPr>
              <p:spPr bwMode="auto">
                <a:xfrm>
                  <a:off x="5228" y="3977"/>
                  <a:ext cx="156" cy="44"/>
                </a:xfrm>
                <a:custGeom>
                  <a:avLst/>
                  <a:gdLst>
                    <a:gd name="T0" fmla="*/ 83 w 156"/>
                    <a:gd name="T1" fmla="*/ 43 h 44"/>
                    <a:gd name="T2" fmla="*/ 134 w 156"/>
                    <a:gd name="T3" fmla="*/ 35 h 44"/>
                    <a:gd name="T4" fmla="*/ 152 w 156"/>
                    <a:gd name="T5" fmla="*/ 26 h 44"/>
                    <a:gd name="T6" fmla="*/ 155 w 156"/>
                    <a:gd name="T7" fmla="*/ 17 h 44"/>
                    <a:gd name="T8" fmla="*/ 155 w 156"/>
                    <a:gd name="T9" fmla="*/ 12 h 44"/>
                    <a:gd name="T10" fmla="*/ 146 w 156"/>
                    <a:gd name="T11" fmla="*/ 6 h 44"/>
                    <a:gd name="T12" fmla="*/ 126 w 156"/>
                    <a:gd name="T13" fmla="*/ 3 h 44"/>
                    <a:gd name="T14" fmla="*/ 105 w 156"/>
                    <a:gd name="T15" fmla="*/ 1 h 44"/>
                    <a:gd name="T16" fmla="*/ 86 w 156"/>
                    <a:gd name="T17" fmla="*/ 0 h 44"/>
                    <a:gd name="T18" fmla="*/ 69 w 156"/>
                    <a:gd name="T19" fmla="*/ 0 h 44"/>
                    <a:gd name="T20" fmla="*/ 41 w 156"/>
                    <a:gd name="T21" fmla="*/ 1 h 44"/>
                    <a:gd name="T22" fmla="*/ 21 w 156"/>
                    <a:gd name="T23" fmla="*/ 3 h 44"/>
                    <a:gd name="T24" fmla="*/ 9 w 156"/>
                    <a:gd name="T25" fmla="*/ 6 h 44"/>
                    <a:gd name="T26" fmla="*/ 2 w 156"/>
                    <a:gd name="T27" fmla="*/ 9 h 44"/>
                    <a:gd name="T28" fmla="*/ 0 w 156"/>
                    <a:gd name="T29" fmla="*/ 14 h 44"/>
                    <a:gd name="T30" fmla="*/ 2 w 156"/>
                    <a:gd name="T31" fmla="*/ 20 h 44"/>
                    <a:gd name="T32" fmla="*/ 9 w 156"/>
                    <a:gd name="T33" fmla="*/ 38 h 44"/>
                    <a:gd name="T34" fmla="*/ 83 w 156"/>
                    <a:gd name="T35"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4">
                      <a:moveTo>
                        <a:pt x="83" y="43"/>
                      </a:moveTo>
                      <a:lnTo>
                        <a:pt x="134" y="35"/>
                      </a:lnTo>
                      <a:lnTo>
                        <a:pt x="152" y="26"/>
                      </a:lnTo>
                      <a:lnTo>
                        <a:pt x="155" y="17"/>
                      </a:lnTo>
                      <a:lnTo>
                        <a:pt x="155" y="12"/>
                      </a:lnTo>
                      <a:lnTo>
                        <a:pt x="146" y="6"/>
                      </a:lnTo>
                      <a:lnTo>
                        <a:pt x="126" y="3"/>
                      </a:lnTo>
                      <a:lnTo>
                        <a:pt x="105" y="1"/>
                      </a:lnTo>
                      <a:lnTo>
                        <a:pt x="86" y="0"/>
                      </a:lnTo>
                      <a:lnTo>
                        <a:pt x="69" y="0"/>
                      </a:lnTo>
                      <a:lnTo>
                        <a:pt x="41" y="1"/>
                      </a:lnTo>
                      <a:lnTo>
                        <a:pt x="21" y="3"/>
                      </a:lnTo>
                      <a:lnTo>
                        <a:pt x="9" y="6"/>
                      </a:lnTo>
                      <a:lnTo>
                        <a:pt x="2" y="9"/>
                      </a:lnTo>
                      <a:lnTo>
                        <a:pt x="0" y="14"/>
                      </a:lnTo>
                      <a:lnTo>
                        <a:pt x="2" y="20"/>
                      </a:lnTo>
                      <a:lnTo>
                        <a:pt x="9" y="38"/>
                      </a:lnTo>
                      <a:lnTo>
                        <a:pt x="83" y="43"/>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6" name="Freeform 20">
                  <a:extLst>
                    <a:ext uri="{FF2B5EF4-FFF2-40B4-BE49-F238E27FC236}">
                      <a16:creationId xmlns:a16="http://schemas.microsoft.com/office/drawing/2014/main" id="{0FD1695E-6261-4993-9716-FFD3C1BD9F7A}"/>
                    </a:ext>
                  </a:extLst>
                </p:cNvPr>
                <p:cNvSpPr>
                  <a:spLocks/>
                </p:cNvSpPr>
                <p:nvPr/>
              </p:nvSpPr>
              <p:spPr bwMode="auto">
                <a:xfrm>
                  <a:off x="5224" y="3988"/>
                  <a:ext cx="88" cy="29"/>
                </a:xfrm>
                <a:custGeom>
                  <a:avLst/>
                  <a:gdLst>
                    <a:gd name="T0" fmla="*/ 0 w 88"/>
                    <a:gd name="T1" fmla="*/ 1 h 29"/>
                    <a:gd name="T2" fmla="*/ 11 w 88"/>
                    <a:gd name="T3" fmla="*/ 28 h 29"/>
                    <a:gd name="T4" fmla="*/ 54 w 88"/>
                    <a:gd name="T5" fmla="*/ 25 h 29"/>
                    <a:gd name="T6" fmla="*/ 87 w 88"/>
                    <a:gd name="T7" fmla="*/ 24 h 29"/>
                    <a:gd name="T8" fmla="*/ 78 w 88"/>
                    <a:gd name="T9" fmla="*/ 0 h 29"/>
                    <a:gd name="T10" fmla="*/ 75 w 88"/>
                    <a:gd name="T11" fmla="*/ 5 h 29"/>
                    <a:gd name="T12" fmla="*/ 65 w 88"/>
                    <a:gd name="T13" fmla="*/ 9 h 29"/>
                    <a:gd name="T14" fmla="*/ 47 w 88"/>
                    <a:gd name="T15" fmla="*/ 11 h 29"/>
                    <a:gd name="T16" fmla="*/ 27 w 88"/>
                    <a:gd name="T17" fmla="*/ 10 h 29"/>
                    <a:gd name="T18" fmla="*/ 11 w 88"/>
                    <a:gd name="T19" fmla="*/ 7 h 29"/>
                    <a:gd name="T20" fmla="*/ 0 w 88"/>
                    <a:gd name="T21" fmla="*/ 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9">
                      <a:moveTo>
                        <a:pt x="0" y="1"/>
                      </a:moveTo>
                      <a:lnTo>
                        <a:pt x="11" y="28"/>
                      </a:lnTo>
                      <a:lnTo>
                        <a:pt x="54" y="25"/>
                      </a:lnTo>
                      <a:lnTo>
                        <a:pt x="87" y="24"/>
                      </a:lnTo>
                      <a:lnTo>
                        <a:pt x="78" y="0"/>
                      </a:lnTo>
                      <a:lnTo>
                        <a:pt x="75" y="5"/>
                      </a:lnTo>
                      <a:lnTo>
                        <a:pt x="65" y="9"/>
                      </a:lnTo>
                      <a:lnTo>
                        <a:pt x="47" y="11"/>
                      </a:lnTo>
                      <a:lnTo>
                        <a:pt x="27" y="10"/>
                      </a:lnTo>
                      <a:lnTo>
                        <a:pt x="11" y="7"/>
                      </a:lnTo>
                      <a:lnTo>
                        <a:pt x="0" y="1"/>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7" name="Freeform 21">
                  <a:extLst>
                    <a:ext uri="{FF2B5EF4-FFF2-40B4-BE49-F238E27FC236}">
                      <a16:creationId xmlns:a16="http://schemas.microsoft.com/office/drawing/2014/main" id="{4B63885B-C080-40DB-A72C-C7450C108948}"/>
                    </a:ext>
                  </a:extLst>
                </p:cNvPr>
                <p:cNvSpPr>
                  <a:spLocks/>
                </p:cNvSpPr>
                <p:nvPr/>
              </p:nvSpPr>
              <p:spPr bwMode="auto">
                <a:xfrm>
                  <a:off x="5101" y="3991"/>
                  <a:ext cx="319" cy="108"/>
                </a:xfrm>
                <a:custGeom>
                  <a:avLst/>
                  <a:gdLst>
                    <a:gd name="T0" fmla="*/ 1 w 319"/>
                    <a:gd name="T1" fmla="*/ 3 h 108"/>
                    <a:gd name="T2" fmla="*/ 3 w 319"/>
                    <a:gd name="T3" fmla="*/ 11 h 108"/>
                    <a:gd name="T4" fmla="*/ 12 w 319"/>
                    <a:gd name="T5" fmla="*/ 18 h 108"/>
                    <a:gd name="T6" fmla="*/ 19 w 319"/>
                    <a:gd name="T7" fmla="*/ 24 h 108"/>
                    <a:gd name="T8" fmla="*/ 24 w 319"/>
                    <a:gd name="T9" fmla="*/ 33 h 108"/>
                    <a:gd name="T10" fmla="*/ 30 w 319"/>
                    <a:gd name="T11" fmla="*/ 46 h 108"/>
                    <a:gd name="T12" fmla="*/ 34 w 319"/>
                    <a:gd name="T13" fmla="*/ 59 h 108"/>
                    <a:gd name="T14" fmla="*/ 37 w 319"/>
                    <a:gd name="T15" fmla="*/ 71 h 108"/>
                    <a:gd name="T16" fmla="*/ 39 w 319"/>
                    <a:gd name="T17" fmla="*/ 81 h 108"/>
                    <a:gd name="T18" fmla="*/ 40 w 319"/>
                    <a:gd name="T19" fmla="*/ 90 h 108"/>
                    <a:gd name="T20" fmla="*/ 48 w 319"/>
                    <a:gd name="T21" fmla="*/ 95 h 108"/>
                    <a:gd name="T22" fmla="*/ 63 w 319"/>
                    <a:gd name="T23" fmla="*/ 100 h 108"/>
                    <a:gd name="T24" fmla="*/ 78 w 319"/>
                    <a:gd name="T25" fmla="*/ 103 h 108"/>
                    <a:gd name="T26" fmla="*/ 102 w 319"/>
                    <a:gd name="T27" fmla="*/ 105 h 108"/>
                    <a:gd name="T28" fmla="*/ 129 w 319"/>
                    <a:gd name="T29" fmla="*/ 107 h 108"/>
                    <a:gd name="T30" fmla="*/ 171 w 319"/>
                    <a:gd name="T31" fmla="*/ 107 h 108"/>
                    <a:gd name="T32" fmla="*/ 208 w 319"/>
                    <a:gd name="T33" fmla="*/ 105 h 108"/>
                    <a:gd name="T34" fmla="*/ 244 w 319"/>
                    <a:gd name="T35" fmla="*/ 103 h 108"/>
                    <a:gd name="T36" fmla="*/ 277 w 319"/>
                    <a:gd name="T37" fmla="*/ 98 h 108"/>
                    <a:gd name="T38" fmla="*/ 298 w 319"/>
                    <a:gd name="T39" fmla="*/ 93 h 108"/>
                    <a:gd name="T40" fmla="*/ 310 w 319"/>
                    <a:gd name="T41" fmla="*/ 88 h 108"/>
                    <a:gd name="T42" fmla="*/ 318 w 319"/>
                    <a:gd name="T43" fmla="*/ 83 h 108"/>
                    <a:gd name="T44" fmla="*/ 316 w 319"/>
                    <a:gd name="T45" fmla="*/ 78 h 108"/>
                    <a:gd name="T46" fmla="*/ 313 w 319"/>
                    <a:gd name="T47" fmla="*/ 73 h 108"/>
                    <a:gd name="T48" fmla="*/ 303 w 319"/>
                    <a:gd name="T49" fmla="*/ 67 h 108"/>
                    <a:gd name="T50" fmla="*/ 295 w 319"/>
                    <a:gd name="T51" fmla="*/ 60 h 108"/>
                    <a:gd name="T52" fmla="*/ 291 w 319"/>
                    <a:gd name="T53" fmla="*/ 50 h 108"/>
                    <a:gd name="T54" fmla="*/ 288 w 319"/>
                    <a:gd name="T55" fmla="*/ 40 h 108"/>
                    <a:gd name="T56" fmla="*/ 283 w 319"/>
                    <a:gd name="T57" fmla="*/ 31 h 108"/>
                    <a:gd name="T58" fmla="*/ 282 w 319"/>
                    <a:gd name="T59" fmla="*/ 18 h 108"/>
                    <a:gd name="T60" fmla="*/ 280 w 319"/>
                    <a:gd name="T61" fmla="*/ 7 h 108"/>
                    <a:gd name="T62" fmla="*/ 280 w 319"/>
                    <a:gd name="T63" fmla="*/ 0 h 108"/>
                    <a:gd name="T64" fmla="*/ 270 w 319"/>
                    <a:gd name="T65" fmla="*/ 9 h 108"/>
                    <a:gd name="T66" fmla="*/ 250 w 319"/>
                    <a:gd name="T67" fmla="*/ 13 h 108"/>
                    <a:gd name="T68" fmla="*/ 232 w 319"/>
                    <a:gd name="T69" fmla="*/ 16 h 108"/>
                    <a:gd name="T70" fmla="*/ 210 w 319"/>
                    <a:gd name="T71" fmla="*/ 18 h 108"/>
                    <a:gd name="T72" fmla="*/ 175 w 319"/>
                    <a:gd name="T73" fmla="*/ 20 h 108"/>
                    <a:gd name="T74" fmla="*/ 141 w 319"/>
                    <a:gd name="T75" fmla="*/ 21 h 108"/>
                    <a:gd name="T76" fmla="*/ 121 w 319"/>
                    <a:gd name="T77" fmla="*/ 21 h 108"/>
                    <a:gd name="T78" fmla="*/ 90 w 319"/>
                    <a:gd name="T79" fmla="*/ 20 h 108"/>
                    <a:gd name="T80" fmla="*/ 54 w 319"/>
                    <a:gd name="T81" fmla="*/ 17 h 108"/>
                    <a:gd name="T82" fmla="*/ 31 w 319"/>
                    <a:gd name="T83" fmla="*/ 14 h 108"/>
                    <a:gd name="T84" fmla="*/ 16 w 319"/>
                    <a:gd name="T85" fmla="*/ 11 h 108"/>
                    <a:gd name="T86" fmla="*/ 0 w 319"/>
                    <a:gd name="T87" fmla="*/ 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108">
                      <a:moveTo>
                        <a:pt x="1" y="3"/>
                      </a:moveTo>
                      <a:lnTo>
                        <a:pt x="3" y="11"/>
                      </a:lnTo>
                      <a:lnTo>
                        <a:pt x="12" y="18"/>
                      </a:lnTo>
                      <a:lnTo>
                        <a:pt x="19" y="24"/>
                      </a:lnTo>
                      <a:lnTo>
                        <a:pt x="24" y="33"/>
                      </a:lnTo>
                      <a:lnTo>
                        <a:pt x="30" y="46"/>
                      </a:lnTo>
                      <a:lnTo>
                        <a:pt x="34" y="59"/>
                      </a:lnTo>
                      <a:lnTo>
                        <a:pt x="37" y="71"/>
                      </a:lnTo>
                      <a:lnTo>
                        <a:pt x="39" y="81"/>
                      </a:lnTo>
                      <a:lnTo>
                        <a:pt x="40" y="90"/>
                      </a:lnTo>
                      <a:lnTo>
                        <a:pt x="48" y="95"/>
                      </a:lnTo>
                      <a:lnTo>
                        <a:pt x="63" y="100"/>
                      </a:lnTo>
                      <a:lnTo>
                        <a:pt x="78" y="103"/>
                      </a:lnTo>
                      <a:lnTo>
                        <a:pt x="102" y="105"/>
                      </a:lnTo>
                      <a:lnTo>
                        <a:pt x="129" y="107"/>
                      </a:lnTo>
                      <a:lnTo>
                        <a:pt x="171" y="107"/>
                      </a:lnTo>
                      <a:lnTo>
                        <a:pt x="208" y="105"/>
                      </a:lnTo>
                      <a:lnTo>
                        <a:pt x="244" y="103"/>
                      </a:lnTo>
                      <a:lnTo>
                        <a:pt x="277" y="98"/>
                      </a:lnTo>
                      <a:lnTo>
                        <a:pt x="298" y="93"/>
                      </a:lnTo>
                      <a:lnTo>
                        <a:pt x="310" y="88"/>
                      </a:lnTo>
                      <a:lnTo>
                        <a:pt x="318" y="83"/>
                      </a:lnTo>
                      <a:lnTo>
                        <a:pt x="316" y="78"/>
                      </a:lnTo>
                      <a:lnTo>
                        <a:pt x="313" y="73"/>
                      </a:lnTo>
                      <a:lnTo>
                        <a:pt x="303" y="67"/>
                      </a:lnTo>
                      <a:lnTo>
                        <a:pt x="295" y="60"/>
                      </a:lnTo>
                      <a:lnTo>
                        <a:pt x="291" y="50"/>
                      </a:lnTo>
                      <a:lnTo>
                        <a:pt x="288" y="40"/>
                      </a:lnTo>
                      <a:lnTo>
                        <a:pt x="283" y="31"/>
                      </a:lnTo>
                      <a:lnTo>
                        <a:pt x="282" y="18"/>
                      </a:lnTo>
                      <a:lnTo>
                        <a:pt x="280" y="7"/>
                      </a:lnTo>
                      <a:lnTo>
                        <a:pt x="280" y="0"/>
                      </a:lnTo>
                      <a:lnTo>
                        <a:pt x="270" y="9"/>
                      </a:lnTo>
                      <a:lnTo>
                        <a:pt x="250" y="13"/>
                      </a:lnTo>
                      <a:lnTo>
                        <a:pt x="232" y="16"/>
                      </a:lnTo>
                      <a:lnTo>
                        <a:pt x="210" y="18"/>
                      </a:lnTo>
                      <a:lnTo>
                        <a:pt x="175" y="20"/>
                      </a:lnTo>
                      <a:lnTo>
                        <a:pt x="141" y="21"/>
                      </a:lnTo>
                      <a:lnTo>
                        <a:pt x="121" y="21"/>
                      </a:lnTo>
                      <a:lnTo>
                        <a:pt x="90" y="20"/>
                      </a:lnTo>
                      <a:lnTo>
                        <a:pt x="54" y="17"/>
                      </a:lnTo>
                      <a:lnTo>
                        <a:pt x="31" y="14"/>
                      </a:lnTo>
                      <a:lnTo>
                        <a:pt x="16" y="11"/>
                      </a:lnTo>
                      <a:lnTo>
                        <a:pt x="0" y="6"/>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8" name="Freeform 22">
                  <a:extLst>
                    <a:ext uri="{FF2B5EF4-FFF2-40B4-BE49-F238E27FC236}">
                      <a16:creationId xmlns:a16="http://schemas.microsoft.com/office/drawing/2014/main" id="{189D5A09-7F31-474C-AC09-72566C3AA9C7}"/>
                    </a:ext>
                  </a:extLst>
                </p:cNvPr>
                <p:cNvSpPr>
                  <a:spLocks/>
                </p:cNvSpPr>
                <p:nvPr/>
              </p:nvSpPr>
              <p:spPr bwMode="auto">
                <a:xfrm>
                  <a:off x="4371" y="4076"/>
                  <a:ext cx="832" cy="159"/>
                </a:xfrm>
                <a:custGeom>
                  <a:avLst/>
                  <a:gdLst>
                    <a:gd name="T0" fmla="*/ 0 w 832"/>
                    <a:gd name="T1" fmla="*/ 158 h 159"/>
                    <a:gd name="T2" fmla="*/ 0 w 832"/>
                    <a:gd name="T3" fmla="*/ 23 h 159"/>
                    <a:gd name="T4" fmla="*/ 84 w 832"/>
                    <a:gd name="T5" fmla="*/ 16 h 159"/>
                    <a:gd name="T6" fmla="*/ 153 w 832"/>
                    <a:gd name="T7" fmla="*/ 9 h 159"/>
                    <a:gd name="T8" fmla="*/ 210 w 832"/>
                    <a:gd name="T9" fmla="*/ 5 h 159"/>
                    <a:gd name="T10" fmla="*/ 258 w 832"/>
                    <a:gd name="T11" fmla="*/ 3 h 159"/>
                    <a:gd name="T12" fmla="*/ 312 w 832"/>
                    <a:gd name="T13" fmla="*/ 1 h 159"/>
                    <a:gd name="T14" fmla="*/ 402 w 832"/>
                    <a:gd name="T15" fmla="*/ 0 h 159"/>
                    <a:gd name="T16" fmla="*/ 485 w 832"/>
                    <a:gd name="T17" fmla="*/ 2 h 159"/>
                    <a:gd name="T18" fmla="*/ 570 w 832"/>
                    <a:gd name="T19" fmla="*/ 7 h 159"/>
                    <a:gd name="T20" fmla="*/ 652 w 832"/>
                    <a:gd name="T21" fmla="*/ 15 h 159"/>
                    <a:gd name="T22" fmla="*/ 724 w 832"/>
                    <a:gd name="T23" fmla="*/ 26 h 159"/>
                    <a:gd name="T24" fmla="*/ 784 w 832"/>
                    <a:gd name="T25" fmla="*/ 42 h 159"/>
                    <a:gd name="T26" fmla="*/ 829 w 832"/>
                    <a:gd name="T27" fmla="*/ 48 h 159"/>
                    <a:gd name="T28" fmla="*/ 831 w 832"/>
                    <a:gd name="T29" fmla="*/ 156 h 159"/>
                    <a:gd name="T30" fmla="*/ 786 w 832"/>
                    <a:gd name="T31" fmla="*/ 154 h 159"/>
                    <a:gd name="T32" fmla="*/ 726 w 832"/>
                    <a:gd name="T33" fmla="*/ 146 h 159"/>
                    <a:gd name="T34" fmla="*/ 654 w 832"/>
                    <a:gd name="T35" fmla="*/ 137 h 159"/>
                    <a:gd name="T36" fmla="*/ 585 w 832"/>
                    <a:gd name="T37" fmla="*/ 131 h 159"/>
                    <a:gd name="T38" fmla="*/ 515 w 832"/>
                    <a:gd name="T39" fmla="*/ 128 h 159"/>
                    <a:gd name="T40" fmla="*/ 468 w 832"/>
                    <a:gd name="T41" fmla="*/ 126 h 159"/>
                    <a:gd name="T42" fmla="*/ 428 w 832"/>
                    <a:gd name="T43" fmla="*/ 126 h 159"/>
                    <a:gd name="T44" fmla="*/ 358 w 832"/>
                    <a:gd name="T45" fmla="*/ 126 h 159"/>
                    <a:gd name="T46" fmla="*/ 314 w 832"/>
                    <a:gd name="T47" fmla="*/ 127 h 159"/>
                    <a:gd name="T48" fmla="*/ 274 w 832"/>
                    <a:gd name="T49" fmla="*/ 128 h 159"/>
                    <a:gd name="T50" fmla="*/ 229 w 832"/>
                    <a:gd name="T51" fmla="*/ 130 h 159"/>
                    <a:gd name="T52" fmla="*/ 190 w 832"/>
                    <a:gd name="T53" fmla="*/ 133 h 159"/>
                    <a:gd name="T54" fmla="*/ 140 w 832"/>
                    <a:gd name="T55" fmla="*/ 136 h 159"/>
                    <a:gd name="T56" fmla="*/ 96 w 832"/>
                    <a:gd name="T57" fmla="*/ 141 h 159"/>
                    <a:gd name="T58" fmla="*/ 49 w 832"/>
                    <a:gd name="T59" fmla="*/ 148 h 159"/>
                    <a:gd name="T60" fmla="*/ 0 w 832"/>
                    <a:gd name="T61" fmla="*/ 15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2" h="159">
                      <a:moveTo>
                        <a:pt x="0" y="158"/>
                      </a:moveTo>
                      <a:lnTo>
                        <a:pt x="0" y="23"/>
                      </a:lnTo>
                      <a:lnTo>
                        <a:pt x="84" y="16"/>
                      </a:lnTo>
                      <a:lnTo>
                        <a:pt x="153" y="9"/>
                      </a:lnTo>
                      <a:lnTo>
                        <a:pt x="210" y="5"/>
                      </a:lnTo>
                      <a:lnTo>
                        <a:pt x="258" y="3"/>
                      </a:lnTo>
                      <a:lnTo>
                        <a:pt x="312" y="1"/>
                      </a:lnTo>
                      <a:lnTo>
                        <a:pt x="402" y="0"/>
                      </a:lnTo>
                      <a:lnTo>
                        <a:pt x="485" y="2"/>
                      </a:lnTo>
                      <a:lnTo>
                        <a:pt x="570" y="7"/>
                      </a:lnTo>
                      <a:lnTo>
                        <a:pt x="652" y="15"/>
                      </a:lnTo>
                      <a:lnTo>
                        <a:pt x="724" y="26"/>
                      </a:lnTo>
                      <a:lnTo>
                        <a:pt x="784" y="42"/>
                      </a:lnTo>
                      <a:lnTo>
                        <a:pt x="829" y="48"/>
                      </a:lnTo>
                      <a:lnTo>
                        <a:pt x="831" y="156"/>
                      </a:lnTo>
                      <a:lnTo>
                        <a:pt x="786" y="154"/>
                      </a:lnTo>
                      <a:lnTo>
                        <a:pt x="726" y="146"/>
                      </a:lnTo>
                      <a:lnTo>
                        <a:pt x="654" y="137"/>
                      </a:lnTo>
                      <a:lnTo>
                        <a:pt x="585" y="131"/>
                      </a:lnTo>
                      <a:lnTo>
                        <a:pt x="515" y="128"/>
                      </a:lnTo>
                      <a:lnTo>
                        <a:pt x="468" y="126"/>
                      </a:lnTo>
                      <a:lnTo>
                        <a:pt x="428" y="126"/>
                      </a:lnTo>
                      <a:lnTo>
                        <a:pt x="358" y="126"/>
                      </a:lnTo>
                      <a:lnTo>
                        <a:pt x="314" y="127"/>
                      </a:lnTo>
                      <a:lnTo>
                        <a:pt x="274" y="128"/>
                      </a:lnTo>
                      <a:lnTo>
                        <a:pt x="229" y="130"/>
                      </a:lnTo>
                      <a:lnTo>
                        <a:pt x="190" y="133"/>
                      </a:lnTo>
                      <a:lnTo>
                        <a:pt x="140" y="136"/>
                      </a:lnTo>
                      <a:lnTo>
                        <a:pt x="96" y="141"/>
                      </a:lnTo>
                      <a:lnTo>
                        <a:pt x="49" y="148"/>
                      </a:lnTo>
                      <a:lnTo>
                        <a:pt x="0" y="158"/>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119" name="Group 23">
                <a:extLst>
                  <a:ext uri="{FF2B5EF4-FFF2-40B4-BE49-F238E27FC236}">
                    <a16:creationId xmlns:a16="http://schemas.microsoft.com/office/drawing/2014/main" id="{96C6D6F0-26DF-4B1B-A6CA-D91E31DEA73E}"/>
                  </a:ext>
                </a:extLst>
              </p:cNvPr>
              <p:cNvGrpSpPr>
                <a:grpSpLocks/>
              </p:cNvGrpSpPr>
              <p:nvPr/>
            </p:nvGrpSpPr>
            <p:grpSpPr bwMode="auto">
              <a:xfrm>
                <a:off x="82" y="3936"/>
                <a:ext cx="5538" cy="320"/>
                <a:chOff x="82" y="3936"/>
                <a:chExt cx="5538" cy="320"/>
              </a:xfrm>
            </p:grpSpPr>
            <p:sp>
              <p:nvSpPr>
                <p:cNvPr id="4120" name="Freeform 24">
                  <a:extLst>
                    <a:ext uri="{FF2B5EF4-FFF2-40B4-BE49-F238E27FC236}">
                      <a16:creationId xmlns:a16="http://schemas.microsoft.com/office/drawing/2014/main" id="{871E5993-0935-4ED8-BC5C-90879DC1B68E}"/>
                    </a:ext>
                  </a:extLst>
                </p:cNvPr>
                <p:cNvSpPr>
                  <a:spLocks/>
                </p:cNvSpPr>
                <p:nvPr/>
              </p:nvSpPr>
              <p:spPr bwMode="auto">
                <a:xfrm>
                  <a:off x="5217" y="3944"/>
                  <a:ext cx="156" cy="45"/>
                </a:xfrm>
                <a:custGeom>
                  <a:avLst/>
                  <a:gdLst>
                    <a:gd name="T0" fmla="*/ 83 w 156"/>
                    <a:gd name="T1" fmla="*/ 44 h 45"/>
                    <a:gd name="T2" fmla="*/ 134 w 156"/>
                    <a:gd name="T3" fmla="*/ 36 h 45"/>
                    <a:gd name="T4" fmla="*/ 152 w 156"/>
                    <a:gd name="T5" fmla="*/ 26 h 45"/>
                    <a:gd name="T6" fmla="*/ 155 w 156"/>
                    <a:gd name="T7" fmla="*/ 17 h 45"/>
                    <a:gd name="T8" fmla="*/ 155 w 156"/>
                    <a:gd name="T9" fmla="*/ 12 h 45"/>
                    <a:gd name="T10" fmla="*/ 146 w 156"/>
                    <a:gd name="T11" fmla="*/ 6 h 45"/>
                    <a:gd name="T12" fmla="*/ 126 w 156"/>
                    <a:gd name="T13" fmla="*/ 3 h 45"/>
                    <a:gd name="T14" fmla="*/ 105 w 156"/>
                    <a:gd name="T15" fmla="*/ 1 h 45"/>
                    <a:gd name="T16" fmla="*/ 86 w 156"/>
                    <a:gd name="T17" fmla="*/ 0 h 45"/>
                    <a:gd name="T18" fmla="*/ 69 w 156"/>
                    <a:gd name="T19" fmla="*/ 0 h 45"/>
                    <a:gd name="T20" fmla="*/ 41 w 156"/>
                    <a:gd name="T21" fmla="*/ 1 h 45"/>
                    <a:gd name="T22" fmla="*/ 21 w 156"/>
                    <a:gd name="T23" fmla="*/ 3 h 45"/>
                    <a:gd name="T24" fmla="*/ 9 w 156"/>
                    <a:gd name="T25" fmla="*/ 6 h 45"/>
                    <a:gd name="T26" fmla="*/ 2 w 156"/>
                    <a:gd name="T27" fmla="*/ 9 h 45"/>
                    <a:gd name="T28" fmla="*/ 0 w 156"/>
                    <a:gd name="T29" fmla="*/ 14 h 45"/>
                    <a:gd name="T30" fmla="*/ 2 w 156"/>
                    <a:gd name="T31" fmla="*/ 21 h 45"/>
                    <a:gd name="T32" fmla="*/ 9 w 156"/>
                    <a:gd name="T33" fmla="*/ 39 h 45"/>
                    <a:gd name="T34" fmla="*/ 83 w 156"/>
                    <a:gd name="T35"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5">
                      <a:moveTo>
                        <a:pt x="83" y="44"/>
                      </a:moveTo>
                      <a:lnTo>
                        <a:pt x="134" y="36"/>
                      </a:lnTo>
                      <a:lnTo>
                        <a:pt x="152" y="26"/>
                      </a:lnTo>
                      <a:lnTo>
                        <a:pt x="155" y="17"/>
                      </a:lnTo>
                      <a:lnTo>
                        <a:pt x="155" y="12"/>
                      </a:lnTo>
                      <a:lnTo>
                        <a:pt x="146" y="6"/>
                      </a:lnTo>
                      <a:lnTo>
                        <a:pt x="126" y="3"/>
                      </a:lnTo>
                      <a:lnTo>
                        <a:pt x="105" y="1"/>
                      </a:lnTo>
                      <a:lnTo>
                        <a:pt x="86" y="0"/>
                      </a:lnTo>
                      <a:lnTo>
                        <a:pt x="69" y="0"/>
                      </a:lnTo>
                      <a:lnTo>
                        <a:pt x="41" y="1"/>
                      </a:lnTo>
                      <a:lnTo>
                        <a:pt x="21" y="3"/>
                      </a:lnTo>
                      <a:lnTo>
                        <a:pt x="9" y="6"/>
                      </a:lnTo>
                      <a:lnTo>
                        <a:pt x="2" y="9"/>
                      </a:lnTo>
                      <a:lnTo>
                        <a:pt x="0" y="14"/>
                      </a:lnTo>
                      <a:lnTo>
                        <a:pt x="2" y="21"/>
                      </a:lnTo>
                      <a:lnTo>
                        <a:pt x="9" y="39"/>
                      </a:lnTo>
                      <a:lnTo>
                        <a:pt x="83" y="44"/>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1" name="Freeform 25">
                  <a:extLst>
                    <a:ext uri="{FF2B5EF4-FFF2-40B4-BE49-F238E27FC236}">
                      <a16:creationId xmlns:a16="http://schemas.microsoft.com/office/drawing/2014/main" id="{34967F08-8546-4DA3-B0A4-8C85A83586A9}"/>
                    </a:ext>
                  </a:extLst>
                </p:cNvPr>
                <p:cNvSpPr>
                  <a:spLocks/>
                </p:cNvSpPr>
                <p:nvPr/>
              </p:nvSpPr>
              <p:spPr bwMode="auto">
                <a:xfrm>
                  <a:off x="5213" y="3955"/>
                  <a:ext cx="88" cy="29"/>
                </a:xfrm>
                <a:custGeom>
                  <a:avLst/>
                  <a:gdLst>
                    <a:gd name="T0" fmla="*/ 0 w 88"/>
                    <a:gd name="T1" fmla="*/ 1 h 29"/>
                    <a:gd name="T2" fmla="*/ 11 w 88"/>
                    <a:gd name="T3" fmla="*/ 28 h 29"/>
                    <a:gd name="T4" fmla="*/ 54 w 88"/>
                    <a:gd name="T5" fmla="*/ 25 h 29"/>
                    <a:gd name="T6" fmla="*/ 87 w 88"/>
                    <a:gd name="T7" fmla="*/ 24 h 29"/>
                    <a:gd name="T8" fmla="*/ 78 w 88"/>
                    <a:gd name="T9" fmla="*/ 0 h 29"/>
                    <a:gd name="T10" fmla="*/ 75 w 88"/>
                    <a:gd name="T11" fmla="*/ 5 h 29"/>
                    <a:gd name="T12" fmla="*/ 65 w 88"/>
                    <a:gd name="T13" fmla="*/ 9 h 29"/>
                    <a:gd name="T14" fmla="*/ 47 w 88"/>
                    <a:gd name="T15" fmla="*/ 11 h 29"/>
                    <a:gd name="T16" fmla="*/ 27 w 88"/>
                    <a:gd name="T17" fmla="*/ 10 h 29"/>
                    <a:gd name="T18" fmla="*/ 11 w 88"/>
                    <a:gd name="T19" fmla="*/ 7 h 29"/>
                    <a:gd name="T20" fmla="*/ 0 w 88"/>
                    <a:gd name="T21" fmla="*/ 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9">
                      <a:moveTo>
                        <a:pt x="0" y="1"/>
                      </a:moveTo>
                      <a:lnTo>
                        <a:pt x="11" y="28"/>
                      </a:lnTo>
                      <a:lnTo>
                        <a:pt x="54" y="25"/>
                      </a:lnTo>
                      <a:lnTo>
                        <a:pt x="87" y="24"/>
                      </a:lnTo>
                      <a:lnTo>
                        <a:pt x="78" y="0"/>
                      </a:lnTo>
                      <a:lnTo>
                        <a:pt x="75" y="5"/>
                      </a:lnTo>
                      <a:lnTo>
                        <a:pt x="65" y="9"/>
                      </a:lnTo>
                      <a:lnTo>
                        <a:pt x="47" y="11"/>
                      </a:lnTo>
                      <a:lnTo>
                        <a:pt x="27" y="10"/>
                      </a:lnTo>
                      <a:lnTo>
                        <a:pt x="11" y="7"/>
                      </a:lnTo>
                      <a:lnTo>
                        <a:pt x="0" y="1"/>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2" name="Freeform 26">
                  <a:extLst>
                    <a:ext uri="{FF2B5EF4-FFF2-40B4-BE49-F238E27FC236}">
                      <a16:creationId xmlns:a16="http://schemas.microsoft.com/office/drawing/2014/main" id="{2F66EEF6-1083-4275-9734-C7555C7ED2D0}"/>
                    </a:ext>
                  </a:extLst>
                </p:cNvPr>
                <p:cNvSpPr>
                  <a:spLocks/>
                </p:cNvSpPr>
                <p:nvPr/>
              </p:nvSpPr>
              <p:spPr bwMode="auto">
                <a:xfrm>
                  <a:off x="423" y="3947"/>
                  <a:ext cx="156" cy="45"/>
                </a:xfrm>
                <a:custGeom>
                  <a:avLst/>
                  <a:gdLst>
                    <a:gd name="T0" fmla="*/ 72 w 156"/>
                    <a:gd name="T1" fmla="*/ 44 h 45"/>
                    <a:gd name="T2" fmla="*/ 21 w 156"/>
                    <a:gd name="T3" fmla="*/ 36 h 45"/>
                    <a:gd name="T4" fmla="*/ 3 w 156"/>
                    <a:gd name="T5" fmla="*/ 26 h 45"/>
                    <a:gd name="T6" fmla="*/ 0 w 156"/>
                    <a:gd name="T7" fmla="*/ 17 h 45"/>
                    <a:gd name="T8" fmla="*/ 0 w 156"/>
                    <a:gd name="T9" fmla="*/ 12 h 45"/>
                    <a:gd name="T10" fmla="*/ 9 w 156"/>
                    <a:gd name="T11" fmla="*/ 6 h 45"/>
                    <a:gd name="T12" fmla="*/ 29 w 156"/>
                    <a:gd name="T13" fmla="*/ 3 h 45"/>
                    <a:gd name="T14" fmla="*/ 50 w 156"/>
                    <a:gd name="T15" fmla="*/ 1 h 45"/>
                    <a:gd name="T16" fmla="*/ 69 w 156"/>
                    <a:gd name="T17" fmla="*/ 0 h 45"/>
                    <a:gd name="T18" fmla="*/ 86 w 156"/>
                    <a:gd name="T19" fmla="*/ 0 h 45"/>
                    <a:gd name="T20" fmla="*/ 114 w 156"/>
                    <a:gd name="T21" fmla="*/ 1 h 45"/>
                    <a:gd name="T22" fmla="*/ 134 w 156"/>
                    <a:gd name="T23" fmla="*/ 3 h 45"/>
                    <a:gd name="T24" fmla="*/ 146 w 156"/>
                    <a:gd name="T25" fmla="*/ 6 h 45"/>
                    <a:gd name="T26" fmla="*/ 153 w 156"/>
                    <a:gd name="T27" fmla="*/ 9 h 45"/>
                    <a:gd name="T28" fmla="*/ 155 w 156"/>
                    <a:gd name="T29" fmla="*/ 14 h 45"/>
                    <a:gd name="T30" fmla="*/ 153 w 156"/>
                    <a:gd name="T31" fmla="*/ 21 h 45"/>
                    <a:gd name="T32" fmla="*/ 146 w 156"/>
                    <a:gd name="T33" fmla="*/ 39 h 45"/>
                    <a:gd name="T34" fmla="*/ 72 w 156"/>
                    <a:gd name="T35"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5">
                      <a:moveTo>
                        <a:pt x="72" y="44"/>
                      </a:moveTo>
                      <a:lnTo>
                        <a:pt x="21" y="36"/>
                      </a:lnTo>
                      <a:lnTo>
                        <a:pt x="3" y="26"/>
                      </a:lnTo>
                      <a:lnTo>
                        <a:pt x="0" y="17"/>
                      </a:lnTo>
                      <a:lnTo>
                        <a:pt x="0" y="12"/>
                      </a:lnTo>
                      <a:lnTo>
                        <a:pt x="9" y="6"/>
                      </a:lnTo>
                      <a:lnTo>
                        <a:pt x="29" y="3"/>
                      </a:lnTo>
                      <a:lnTo>
                        <a:pt x="50" y="1"/>
                      </a:lnTo>
                      <a:lnTo>
                        <a:pt x="69" y="0"/>
                      </a:lnTo>
                      <a:lnTo>
                        <a:pt x="86" y="0"/>
                      </a:lnTo>
                      <a:lnTo>
                        <a:pt x="114" y="1"/>
                      </a:lnTo>
                      <a:lnTo>
                        <a:pt x="134" y="3"/>
                      </a:lnTo>
                      <a:lnTo>
                        <a:pt x="146" y="6"/>
                      </a:lnTo>
                      <a:lnTo>
                        <a:pt x="153" y="9"/>
                      </a:lnTo>
                      <a:lnTo>
                        <a:pt x="155" y="14"/>
                      </a:lnTo>
                      <a:lnTo>
                        <a:pt x="153" y="21"/>
                      </a:lnTo>
                      <a:lnTo>
                        <a:pt x="146" y="39"/>
                      </a:lnTo>
                      <a:lnTo>
                        <a:pt x="72" y="44"/>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3" name="Freeform 27">
                  <a:extLst>
                    <a:ext uri="{FF2B5EF4-FFF2-40B4-BE49-F238E27FC236}">
                      <a16:creationId xmlns:a16="http://schemas.microsoft.com/office/drawing/2014/main" id="{84E56212-628F-4934-8C1C-C2CBE285F620}"/>
                    </a:ext>
                  </a:extLst>
                </p:cNvPr>
                <p:cNvSpPr>
                  <a:spLocks/>
                </p:cNvSpPr>
                <p:nvPr/>
              </p:nvSpPr>
              <p:spPr bwMode="auto">
                <a:xfrm>
                  <a:off x="495" y="3959"/>
                  <a:ext cx="88" cy="28"/>
                </a:xfrm>
                <a:custGeom>
                  <a:avLst/>
                  <a:gdLst>
                    <a:gd name="T0" fmla="*/ 87 w 88"/>
                    <a:gd name="T1" fmla="*/ 2 h 28"/>
                    <a:gd name="T2" fmla="*/ 76 w 88"/>
                    <a:gd name="T3" fmla="*/ 27 h 28"/>
                    <a:gd name="T4" fmla="*/ 33 w 88"/>
                    <a:gd name="T5" fmla="*/ 25 h 28"/>
                    <a:gd name="T6" fmla="*/ 0 w 88"/>
                    <a:gd name="T7" fmla="*/ 24 h 28"/>
                    <a:gd name="T8" fmla="*/ 9 w 88"/>
                    <a:gd name="T9" fmla="*/ 0 h 28"/>
                    <a:gd name="T10" fmla="*/ 12 w 88"/>
                    <a:gd name="T11" fmla="*/ 5 h 28"/>
                    <a:gd name="T12" fmla="*/ 22 w 88"/>
                    <a:gd name="T13" fmla="*/ 9 h 28"/>
                    <a:gd name="T14" fmla="*/ 40 w 88"/>
                    <a:gd name="T15" fmla="*/ 11 h 28"/>
                    <a:gd name="T16" fmla="*/ 60 w 88"/>
                    <a:gd name="T17" fmla="*/ 10 h 28"/>
                    <a:gd name="T18" fmla="*/ 76 w 88"/>
                    <a:gd name="T19" fmla="*/ 8 h 28"/>
                    <a:gd name="T20" fmla="*/ 87 w 88"/>
                    <a:gd name="T2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8">
                      <a:moveTo>
                        <a:pt x="87" y="2"/>
                      </a:moveTo>
                      <a:lnTo>
                        <a:pt x="76" y="27"/>
                      </a:lnTo>
                      <a:lnTo>
                        <a:pt x="33" y="25"/>
                      </a:lnTo>
                      <a:lnTo>
                        <a:pt x="0" y="24"/>
                      </a:lnTo>
                      <a:lnTo>
                        <a:pt x="9" y="0"/>
                      </a:lnTo>
                      <a:lnTo>
                        <a:pt x="12" y="5"/>
                      </a:lnTo>
                      <a:lnTo>
                        <a:pt x="22" y="9"/>
                      </a:lnTo>
                      <a:lnTo>
                        <a:pt x="40" y="11"/>
                      </a:lnTo>
                      <a:lnTo>
                        <a:pt x="60" y="10"/>
                      </a:lnTo>
                      <a:lnTo>
                        <a:pt x="76" y="8"/>
                      </a:lnTo>
                      <a:lnTo>
                        <a:pt x="87" y="2"/>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4" name="Line 28">
                  <a:extLst>
                    <a:ext uri="{FF2B5EF4-FFF2-40B4-BE49-F238E27FC236}">
                      <a16:creationId xmlns:a16="http://schemas.microsoft.com/office/drawing/2014/main" id="{723DA017-ECFD-4A69-AF19-3E24DAE5B502}"/>
                    </a:ext>
                  </a:extLst>
                </p:cNvPr>
                <p:cNvSpPr>
                  <a:spLocks noChangeShapeType="1"/>
                </p:cNvSpPr>
                <p:nvPr/>
              </p:nvSpPr>
              <p:spPr bwMode="auto">
                <a:xfrm>
                  <a:off x="1968" y="4115"/>
                  <a:ext cx="192" cy="32"/>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5" name="Freeform 29">
                  <a:extLst>
                    <a:ext uri="{FF2B5EF4-FFF2-40B4-BE49-F238E27FC236}">
                      <a16:creationId xmlns:a16="http://schemas.microsoft.com/office/drawing/2014/main" id="{7B864EBB-CC1E-41F8-8829-776BDA76956B}"/>
                    </a:ext>
                  </a:extLst>
                </p:cNvPr>
                <p:cNvSpPr>
                  <a:spLocks/>
                </p:cNvSpPr>
                <p:nvPr/>
              </p:nvSpPr>
              <p:spPr bwMode="auto">
                <a:xfrm>
                  <a:off x="1357" y="4083"/>
                  <a:ext cx="2967" cy="173"/>
                </a:xfrm>
                <a:custGeom>
                  <a:avLst/>
                  <a:gdLst>
                    <a:gd name="T0" fmla="*/ 0 w 2967"/>
                    <a:gd name="T1" fmla="*/ 125 h 173"/>
                    <a:gd name="T2" fmla="*/ 207 w 2967"/>
                    <a:gd name="T3" fmla="*/ 142 h 173"/>
                    <a:gd name="T4" fmla="*/ 442 w 2967"/>
                    <a:gd name="T5" fmla="*/ 153 h 173"/>
                    <a:gd name="T6" fmla="*/ 641 w 2967"/>
                    <a:gd name="T7" fmla="*/ 159 h 173"/>
                    <a:gd name="T8" fmla="*/ 897 w 2967"/>
                    <a:gd name="T9" fmla="*/ 165 h 173"/>
                    <a:gd name="T10" fmla="*/ 1215 w 2967"/>
                    <a:gd name="T11" fmla="*/ 170 h 173"/>
                    <a:gd name="T12" fmla="*/ 1392 w 2967"/>
                    <a:gd name="T13" fmla="*/ 172 h 173"/>
                    <a:gd name="T14" fmla="*/ 1710 w 2967"/>
                    <a:gd name="T15" fmla="*/ 172 h 173"/>
                    <a:gd name="T16" fmla="*/ 1998 w 2967"/>
                    <a:gd name="T17" fmla="*/ 167 h 173"/>
                    <a:gd name="T18" fmla="*/ 2258 w 2967"/>
                    <a:gd name="T19" fmla="*/ 163 h 173"/>
                    <a:gd name="T20" fmla="*/ 2493 w 2967"/>
                    <a:gd name="T21" fmla="*/ 157 h 173"/>
                    <a:gd name="T22" fmla="*/ 2674 w 2967"/>
                    <a:gd name="T23" fmla="*/ 151 h 173"/>
                    <a:gd name="T24" fmla="*/ 2829 w 2967"/>
                    <a:gd name="T25" fmla="*/ 144 h 173"/>
                    <a:gd name="T26" fmla="*/ 2966 w 2967"/>
                    <a:gd name="T27" fmla="*/ 137 h 173"/>
                    <a:gd name="T28" fmla="*/ 2966 w 2967"/>
                    <a:gd name="T29" fmla="*/ 0 h 173"/>
                    <a:gd name="T30" fmla="*/ 2833 w 2967"/>
                    <a:gd name="T31" fmla="*/ 8 h 173"/>
                    <a:gd name="T32" fmla="*/ 2563 w 2967"/>
                    <a:gd name="T33" fmla="*/ 21 h 173"/>
                    <a:gd name="T34" fmla="*/ 2382 w 2967"/>
                    <a:gd name="T35" fmla="*/ 27 h 173"/>
                    <a:gd name="T36" fmla="*/ 2135 w 2967"/>
                    <a:gd name="T37" fmla="*/ 33 h 173"/>
                    <a:gd name="T38" fmla="*/ 1945 w 2967"/>
                    <a:gd name="T39" fmla="*/ 36 h 173"/>
                    <a:gd name="T40" fmla="*/ 1746 w 2967"/>
                    <a:gd name="T41" fmla="*/ 39 h 173"/>
                    <a:gd name="T42" fmla="*/ 1529 w 2967"/>
                    <a:gd name="T43" fmla="*/ 39 h 173"/>
                    <a:gd name="T44" fmla="*/ 1295 w 2967"/>
                    <a:gd name="T45" fmla="*/ 39 h 173"/>
                    <a:gd name="T46" fmla="*/ 1047 w 2967"/>
                    <a:gd name="T47" fmla="*/ 37 h 173"/>
                    <a:gd name="T48" fmla="*/ 853 w 2967"/>
                    <a:gd name="T49" fmla="*/ 34 h 173"/>
                    <a:gd name="T50" fmla="*/ 654 w 2967"/>
                    <a:gd name="T51" fmla="*/ 30 h 173"/>
                    <a:gd name="T52" fmla="*/ 468 w 2967"/>
                    <a:gd name="T53" fmla="*/ 25 h 173"/>
                    <a:gd name="T54" fmla="*/ 296 w 2967"/>
                    <a:gd name="T55" fmla="*/ 19 h 173"/>
                    <a:gd name="T56" fmla="*/ 150 w 2967"/>
                    <a:gd name="T57" fmla="*/ 12 h 173"/>
                    <a:gd name="T58" fmla="*/ 13 w 2967"/>
                    <a:gd name="T59" fmla="*/ 4 h 173"/>
                    <a:gd name="T60" fmla="*/ 0 w 2967"/>
                    <a:gd name="T61" fmla="*/ 125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7" h="173">
                      <a:moveTo>
                        <a:pt x="0" y="125"/>
                      </a:moveTo>
                      <a:lnTo>
                        <a:pt x="207" y="142"/>
                      </a:lnTo>
                      <a:lnTo>
                        <a:pt x="442" y="153"/>
                      </a:lnTo>
                      <a:lnTo>
                        <a:pt x="641" y="159"/>
                      </a:lnTo>
                      <a:lnTo>
                        <a:pt x="897" y="165"/>
                      </a:lnTo>
                      <a:lnTo>
                        <a:pt x="1215" y="170"/>
                      </a:lnTo>
                      <a:lnTo>
                        <a:pt x="1392" y="172"/>
                      </a:lnTo>
                      <a:lnTo>
                        <a:pt x="1710" y="172"/>
                      </a:lnTo>
                      <a:lnTo>
                        <a:pt x="1998" y="167"/>
                      </a:lnTo>
                      <a:lnTo>
                        <a:pt x="2258" y="163"/>
                      </a:lnTo>
                      <a:lnTo>
                        <a:pt x="2493" y="157"/>
                      </a:lnTo>
                      <a:lnTo>
                        <a:pt x="2674" y="151"/>
                      </a:lnTo>
                      <a:lnTo>
                        <a:pt x="2829" y="144"/>
                      </a:lnTo>
                      <a:lnTo>
                        <a:pt x="2966" y="137"/>
                      </a:lnTo>
                      <a:lnTo>
                        <a:pt x="2966" y="0"/>
                      </a:lnTo>
                      <a:lnTo>
                        <a:pt x="2833" y="8"/>
                      </a:lnTo>
                      <a:lnTo>
                        <a:pt x="2563" y="21"/>
                      </a:lnTo>
                      <a:lnTo>
                        <a:pt x="2382" y="27"/>
                      </a:lnTo>
                      <a:lnTo>
                        <a:pt x="2135" y="33"/>
                      </a:lnTo>
                      <a:lnTo>
                        <a:pt x="1945" y="36"/>
                      </a:lnTo>
                      <a:lnTo>
                        <a:pt x="1746" y="39"/>
                      </a:lnTo>
                      <a:lnTo>
                        <a:pt x="1529" y="39"/>
                      </a:lnTo>
                      <a:lnTo>
                        <a:pt x="1295" y="39"/>
                      </a:lnTo>
                      <a:lnTo>
                        <a:pt x="1047" y="37"/>
                      </a:lnTo>
                      <a:lnTo>
                        <a:pt x="853" y="34"/>
                      </a:lnTo>
                      <a:lnTo>
                        <a:pt x="654" y="30"/>
                      </a:lnTo>
                      <a:lnTo>
                        <a:pt x="468" y="25"/>
                      </a:lnTo>
                      <a:lnTo>
                        <a:pt x="296" y="19"/>
                      </a:lnTo>
                      <a:lnTo>
                        <a:pt x="150" y="12"/>
                      </a:lnTo>
                      <a:lnTo>
                        <a:pt x="13" y="4"/>
                      </a:lnTo>
                      <a:lnTo>
                        <a:pt x="0" y="125"/>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6" name="Freeform 30">
                  <a:extLst>
                    <a:ext uri="{FF2B5EF4-FFF2-40B4-BE49-F238E27FC236}">
                      <a16:creationId xmlns:a16="http://schemas.microsoft.com/office/drawing/2014/main" id="{D06485FA-8C0B-4F5D-B826-4C9BB70FEF5F}"/>
                    </a:ext>
                  </a:extLst>
                </p:cNvPr>
                <p:cNvSpPr>
                  <a:spLocks/>
                </p:cNvSpPr>
                <p:nvPr/>
              </p:nvSpPr>
              <p:spPr bwMode="auto">
                <a:xfrm>
                  <a:off x="555" y="4057"/>
                  <a:ext cx="823" cy="163"/>
                </a:xfrm>
                <a:custGeom>
                  <a:avLst/>
                  <a:gdLst>
                    <a:gd name="T0" fmla="*/ 815 w 823"/>
                    <a:gd name="T1" fmla="*/ 151 h 163"/>
                    <a:gd name="T2" fmla="*/ 822 w 823"/>
                    <a:gd name="T3" fmla="*/ 30 h 163"/>
                    <a:gd name="T4" fmla="*/ 747 w 823"/>
                    <a:gd name="T5" fmla="*/ 17 h 163"/>
                    <a:gd name="T6" fmla="*/ 677 w 823"/>
                    <a:gd name="T7" fmla="*/ 9 h 163"/>
                    <a:gd name="T8" fmla="*/ 620 w 823"/>
                    <a:gd name="T9" fmla="*/ 5 h 163"/>
                    <a:gd name="T10" fmla="*/ 572 w 823"/>
                    <a:gd name="T11" fmla="*/ 3 h 163"/>
                    <a:gd name="T12" fmla="*/ 518 w 823"/>
                    <a:gd name="T13" fmla="*/ 1 h 163"/>
                    <a:gd name="T14" fmla="*/ 428 w 823"/>
                    <a:gd name="T15" fmla="*/ 0 h 163"/>
                    <a:gd name="T16" fmla="*/ 345 w 823"/>
                    <a:gd name="T17" fmla="*/ 2 h 163"/>
                    <a:gd name="T18" fmla="*/ 260 w 823"/>
                    <a:gd name="T19" fmla="*/ 7 h 163"/>
                    <a:gd name="T20" fmla="*/ 178 w 823"/>
                    <a:gd name="T21" fmla="*/ 15 h 163"/>
                    <a:gd name="T22" fmla="*/ 106 w 823"/>
                    <a:gd name="T23" fmla="*/ 26 h 163"/>
                    <a:gd name="T24" fmla="*/ 41 w 823"/>
                    <a:gd name="T25" fmla="*/ 39 h 163"/>
                    <a:gd name="T26" fmla="*/ 0 w 823"/>
                    <a:gd name="T27" fmla="*/ 51 h 163"/>
                    <a:gd name="T28" fmla="*/ 0 w 823"/>
                    <a:gd name="T29" fmla="*/ 162 h 163"/>
                    <a:gd name="T30" fmla="*/ 47 w 823"/>
                    <a:gd name="T31" fmla="*/ 152 h 163"/>
                    <a:gd name="T32" fmla="*/ 106 w 823"/>
                    <a:gd name="T33" fmla="*/ 144 h 163"/>
                    <a:gd name="T34" fmla="*/ 176 w 823"/>
                    <a:gd name="T35" fmla="*/ 137 h 163"/>
                    <a:gd name="T36" fmla="*/ 245 w 823"/>
                    <a:gd name="T37" fmla="*/ 131 h 163"/>
                    <a:gd name="T38" fmla="*/ 315 w 823"/>
                    <a:gd name="T39" fmla="*/ 128 h 163"/>
                    <a:gd name="T40" fmla="*/ 362 w 823"/>
                    <a:gd name="T41" fmla="*/ 126 h 163"/>
                    <a:gd name="T42" fmla="*/ 402 w 823"/>
                    <a:gd name="T43" fmla="*/ 126 h 163"/>
                    <a:gd name="T44" fmla="*/ 472 w 823"/>
                    <a:gd name="T45" fmla="*/ 126 h 163"/>
                    <a:gd name="T46" fmla="*/ 516 w 823"/>
                    <a:gd name="T47" fmla="*/ 127 h 163"/>
                    <a:gd name="T48" fmla="*/ 556 w 823"/>
                    <a:gd name="T49" fmla="*/ 128 h 163"/>
                    <a:gd name="T50" fmla="*/ 601 w 823"/>
                    <a:gd name="T51" fmla="*/ 130 h 163"/>
                    <a:gd name="T52" fmla="*/ 640 w 823"/>
                    <a:gd name="T53" fmla="*/ 133 h 163"/>
                    <a:gd name="T54" fmla="*/ 690 w 823"/>
                    <a:gd name="T55" fmla="*/ 136 h 163"/>
                    <a:gd name="T56" fmla="*/ 734 w 823"/>
                    <a:gd name="T57" fmla="*/ 141 h 163"/>
                    <a:gd name="T58" fmla="*/ 777 w 823"/>
                    <a:gd name="T59" fmla="*/ 146 h 163"/>
                    <a:gd name="T60" fmla="*/ 815 w 823"/>
                    <a:gd name="T61" fmla="*/ 15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3" h="163">
                      <a:moveTo>
                        <a:pt x="815" y="151"/>
                      </a:moveTo>
                      <a:lnTo>
                        <a:pt x="822" y="30"/>
                      </a:lnTo>
                      <a:lnTo>
                        <a:pt x="747" y="17"/>
                      </a:lnTo>
                      <a:lnTo>
                        <a:pt x="677" y="9"/>
                      </a:lnTo>
                      <a:lnTo>
                        <a:pt x="620" y="5"/>
                      </a:lnTo>
                      <a:lnTo>
                        <a:pt x="572" y="3"/>
                      </a:lnTo>
                      <a:lnTo>
                        <a:pt x="518" y="1"/>
                      </a:lnTo>
                      <a:lnTo>
                        <a:pt x="428" y="0"/>
                      </a:lnTo>
                      <a:lnTo>
                        <a:pt x="345" y="2"/>
                      </a:lnTo>
                      <a:lnTo>
                        <a:pt x="260" y="7"/>
                      </a:lnTo>
                      <a:lnTo>
                        <a:pt x="178" y="15"/>
                      </a:lnTo>
                      <a:lnTo>
                        <a:pt x="106" y="26"/>
                      </a:lnTo>
                      <a:lnTo>
                        <a:pt x="41" y="39"/>
                      </a:lnTo>
                      <a:lnTo>
                        <a:pt x="0" y="51"/>
                      </a:lnTo>
                      <a:lnTo>
                        <a:pt x="0" y="162"/>
                      </a:lnTo>
                      <a:lnTo>
                        <a:pt x="47" y="152"/>
                      </a:lnTo>
                      <a:lnTo>
                        <a:pt x="106" y="144"/>
                      </a:lnTo>
                      <a:lnTo>
                        <a:pt x="176" y="137"/>
                      </a:lnTo>
                      <a:lnTo>
                        <a:pt x="245" y="131"/>
                      </a:lnTo>
                      <a:lnTo>
                        <a:pt x="315" y="128"/>
                      </a:lnTo>
                      <a:lnTo>
                        <a:pt x="362" y="126"/>
                      </a:lnTo>
                      <a:lnTo>
                        <a:pt x="402" y="126"/>
                      </a:lnTo>
                      <a:lnTo>
                        <a:pt x="472" y="126"/>
                      </a:lnTo>
                      <a:lnTo>
                        <a:pt x="516" y="127"/>
                      </a:lnTo>
                      <a:lnTo>
                        <a:pt x="556" y="128"/>
                      </a:lnTo>
                      <a:lnTo>
                        <a:pt x="601" y="130"/>
                      </a:lnTo>
                      <a:lnTo>
                        <a:pt x="640" y="133"/>
                      </a:lnTo>
                      <a:lnTo>
                        <a:pt x="690" y="136"/>
                      </a:lnTo>
                      <a:lnTo>
                        <a:pt x="734" y="141"/>
                      </a:lnTo>
                      <a:lnTo>
                        <a:pt x="777" y="146"/>
                      </a:lnTo>
                      <a:lnTo>
                        <a:pt x="815" y="151"/>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7" name="Freeform 31">
                  <a:extLst>
                    <a:ext uri="{FF2B5EF4-FFF2-40B4-BE49-F238E27FC236}">
                      <a16:creationId xmlns:a16="http://schemas.microsoft.com/office/drawing/2014/main" id="{F71EEA0A-CF65-4278-84FB-821F49F98261}"/>
                    </a:ext>
                  </a:extLst>
                </p:cNvPr>
                <p:cNvSpPr>
                  <a:spLocks/>
                </p:cNvSpPr>
                <p:nvPr/>
              </p:nvSpPr>
              <p:spPr bwMode="auto">
                <a:xfrm>
                  <a:off x="102" y="3936"/>
                  <a:ext cx="551" cy="128"/>
                </a:xfrm>
                <a:custGeom>
                  <a:avLst/>
                  <a:gdLst>
                    <a:gd name="T0" fmla="*/ 16 w 551"/>
                    <a:gd name="T1" fmla="*/ 106 h 128"/>
                    <a:gd name="T2" fmla="*/ 0 w 551"/>
                    <a:gd name="T3" fmla="*/ 81 h 128"/>
                    <a:gd name="T4" fmla="*/ 10 w 551"/>
                    <a:gd name="T5" fmla="*/ 71 h 128"/>
                    <a:gd name="T6" fmla="*/ 33 w 551"/>
                    <a:gd name="T7" fmla="*/ 58 h 128"/>
                    <a:gd name="T8" fmla="*/ 57 w 551"/>
                    <a:gd name="T9" fmla="*/ 45 h 128"/>
                    <a:gd name="T10" fmla="*/ 85 w 551"/>
                    <a:gd name="T11" fmla="*/ 35 h 128"/>
                    <a:gd name="T12" fmla="*/ 120 w 551"/>
                    <a:gd name="T13" fmla="*/ 25 h 128"/>
                    <a:gd name="T14" fmla="*/ 153 w 551"/>
                    <a:gd name="T15" fmla="*/ 17 h 128"/>
                    <a:gd name="T16" fmla="*/ 189 w 551"/>
                    <a:gd name="T17" fmla="*/ 11 h 128"/>
                    <a:gd name="T18" fmla="*/ 235 w 551"/>
                    <a:gd name="T19" fmla="*/ 5 h 128"/>
                    <a:gd name="T20" fmla="*/ 270 w 551"/>
                    <a:gd name="T21" fmla="*/ 2 h 128"/>
                    <a:gd name="T22" fmla="*/ 312 w 551"/>
                    <a:gd name="T23" fmla="*/ 0 h 128"/>
                    <a:gd name="T24" fmla="*/ 351 w 551"/>
                    <a:gd name="T25" fmla="*/ 0 h 128"/>
                    <a:gd name="T26" fmla="*/ 393 w 551"/>
                    <a:gd name="T27" fmla="*/ 1 h 128"/>
                    <a:gd name="T28" fmla="*/ 436 w 551"/>
                    <a:gd name="T29" fmla="*/ 6 h 128"/>
                    <a:gd name="T30" fmla="*/ 475 w 551"/>
                    <a:gd name="T31" fmla="*/ 13 h 128"/>
                    <a:gd name="T32" fmla="*/ 498 w 551"/>
                    <a:gd name="T33" fmla="*/ 19 h 128"/>
                    <a:gd name="T34" fmla="*/ 526 w 551"/>
                    <a:gd name="T35" fmla="*/ 28 h 128"/>
                    <a:gd name="T36" fmla="*/ 541 w 551"/>
                    <a:gd name="T37" fmla="*/ 35 h 128"/>
                    <a:gd name="T38" fmla="*/ 550 w 551"/>
                    <a:gd name="T39" fmla="*/ 41 h 128"/>
                    <a:gd name="T40" fmla="*/ 550 w 551"/>
                    <a:gd name="T41" fmla="*/ 48 h 128"/>
                    <a:gd name="T42" fmla="*/ 544 w 551"/>
                    <a:gd name="T43" fmla="*/ 56 h 128"/>
                    <a:gd name="T44" fmla="*/ 532 w 551"/>
                    <a:gd name="T45" fmla="*/ 62 h 128"/>
                    <a:gd name="T46" fmla="*/ 523 w 551"/>
                    <a:gd name="T47" fmla="*/ 76 h 128"/>
                    <a:gd name="T48" fmla="*/ 519 w 551"/>
                    <a:gd name="T49" fmla="*/ 83 h 128"/>
                    <a:gd name="T50" fmla="*/ 267 w 551"/>
                    <a:gd name="T51" fmla="*/ 77 h 128"/>
                    <a:gd name="T52" fmla="*/ 234 w 551"/>
                    <a:gd name="T53" fmla="*/ 79 h 128"/>
                    <a:gd name="T54" fmla="*/ 193 w 551"/>
                    <a:gd name="T55" fmla="*/ 84 h 128"/>
                    <a:gd name="T56" fmla="*/ 162 w 551"/>
                    <a:gd name="T57" fmla="*/ 90 h 128"/>
                    <a:gd name="T58" fmla="*/ 129 w 551"/>
                    <a:gd name="T59" fmla="*/ 97 h 128"/>
                    <a:gd name="T60" fmla="*/ 97 w 551"/>
                    <a:gd name="T61" fmla="*/ 108 h 128"/>
                    <a:gd name="T62" fmla="*/ 78 w 551"/>
                    <a:gd name="T63" fmla="*/ 117 h 128"/>
                    <a:gd name="T64" fmla="*/ 60 w 551"/>
                    <a:gd name="T65" fmla="*/ 127 h 128"/>
                    <a:gd name="T66" fmla="*/ 16 w 551"/>
                    <a:gd name="T67" fmla="*/ 10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128">
                      <a:moveTo>
                        <a:pt x="16" y="106"/>
                      </a:moveTo>
                      <a:lnTo>
                        <a:pt x="0" y="81"/>
                      </a:lnTo>
                      <a:lnTo>
                        <a:pt x="10" y="71"/>
                      </a:lnTo>
                      <a:lnTo>
                        <a:pt x="33" y="58"/>
                      </a:lnTo>
                      <a:lnTo>
                        <a:pt x="57" y="45"/>
                      </a:lnTo>
                      <a:lnTo>
                        <a:pt x="85" y="35"/>
                      </a:lnTo>
                      <a:lnTo>
                        <a:pt x="120" y="25"/>
                      </a:lnTo>
                      <a:lnTo>
                        <a:pt x="153" y="17"/>
                      </a:lnTo>
                      <a:lnTo>
                        <a:pt x="189" y="11"/>
                      </a:lnTo>
                      <a:lnTo>
                        <a:pt x="235" y="5"/>
                      </a:lnTo>
                      <a:lnTo>
                        <a:pt x="270" y="2"/>
                      </a:lnTo>
                      <a:lnTo>
                        <a:pt x="312" y="0"/>
                      </a:lnTo>
                      <a:lnTo>
                        <a:pt x="351" y="0"/>
                      </a:lnTo>
                      <a:lnTo>
                        <a:pt x="393" y="1"/>
                      </a:lnTo>
                      <a:lnTo>
                        <a:pt x="436" y="6"/>
                      </a:lnTo>
                      <a:lnTo>
                        <a:pt x="475" y="13"/>
                      </a:lnTo>
                      <a:lnTo>
                        <a:pt x="498" y="19"/>
                      </a:lnTo>
                      <a:lnTo>
                        <a:pt x="526" y="28"/>
                      </a:lnTo>
                      <a:lnTo>
                        <a:pt x="541" y="35"/>
                      </a:lnTo>
                      <a:lnTo>
                        <a:pt x="550" y="41"/>
                      </a:lnTo>
                      <a:lnTo>
                        <a:pt x="550" y="48"/>
                      </a:lnTo>
                      <a:lnTo>
                        <a:pt x="544" y="56"/>
                      </a:lnTo>
                      <a:lnTo>
                        <a:pt x="532" y="62"/>
                      </a:lnTo>
                      <a:lnTo>
                        <a:pt x="523" y="76"/>
                      </a:lnTo>
                      <a:lnTo>
                        <a:pt x="519" y="83"/>
                      </a:lnTo>
                      <a:lnTo>
                        <a:pt x="267" y="77"/>
                      </a:lnTo>
                      <a:lnTo>
                        <a:pt x="234" y="79"/>
                      </a:lnTo>
                      <a:lnTo>
                        <a:pt x="193" y="84"/>
                      </a:lnTo>
                      <a:lnTo>
                        <a:pt x="162" y="90"/>
                      </a:lnTo>
                      <a:lnTo>
                        <a:pt x="129" y="97"/>
                      </a:lnTo>
                      <a:lnTo>
                        <a:pt x="97" y="108"/>
                      </a:lnTo>
                      <a:lnTo>
                        <a:pt x="78" y="117"/>
                      </a:lnTo>
                      <a:lnTo>
                        <a:pt x="60" y="127"/>
                      </a:lnTo>
                      <a:lnTo>
                        <a:pt x="16" y="106"/>
                      </a:lnTo>
                    </a:path>
                  </a:pathLst>
                </a:custGeom>
                <a:gradFill rotWithShape="0">
                  <a:gsLst>
                    <a:gs pos="0">
                      <a:srgbClr val="AF9F87"/>
                    </a:gs>
                    <a:gs pos="100000">
                      <a:srgbClr val="E4E0C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8" name="Freeform 32">
                  <a:extLst>
                    <a:ext uri="{FF2B5EF4-FFF2-40B4-BE49-F238E27FC236}">
                      <a16:creationId xmlns:a16="http://schemas.microsoft.com/office/drawing/2014/main" id="{1C2EB273-705B-443A-B6DA-C4E725FF0AF4}"/>
                    </a:ext>
                  </a:extLst>
                </p:cNvPr>
                <p:cNvSpPr>
                  <a:spLocks/>
                </p:cNvSpPr>
                <p:nvPr/>
              </p:nvSpPr>
              <p:spPr bwMode="auto">
                <a:xfrm>
                  <a:off x="82" y="4012"/>
                  <a:ext cx="475" cy="207"/>
                </a:xfrm>
                <a:custGeom>
                  <a:avLst/>
                  <a:gdLst>
                    <a:gd name="T0" fmla="*/ 474 w 475"/>
                    <a:gd name="T1" fmla="*/ 206 h 207"/>
                    <a:gd name="T2" fmla="*/ 474 w 475"/>
                    <a:gd name="T3" fmla="*/ 96 h 207"/>
                    <a:gd name="T4" fmla="*/ 446 w 475"/>
                    <a:gd name="T5" fmla="*/ 97 h 207"/>
                    <a:gd name="T6" fmla="*/ 411 w 475"/>
                    <a:gd name="T7" fmla="*/ 96 h 207"/>
                    <a:gd name="T8" fmla="*/ 353 w 475"/>
                    <a:gd name="T9" fmla="*/ 94 h 207"/>
                    <a:gd name="T10" fmla="*/ 296 w 475"/>
                    <a:gd name="T11" fmla="*/ 89 h 207"/>
                    <a:gd name="T12" fmla="*/ 243 w 475"/>
                    <a:gd name="T13" fmla="*/ 85 h 207"/>
                    <a:gd name="T14" fmla="*/ 200 w 475"/>
                    <a:gd name="T15" fmla="*/ 79 h 207"/>
                    <a:gd name="T16" fmla="*/ 149 w 475"/>
                    <a:gd name="T17" fmla="*/ 69 h 207"/>
                    <a:gd name="T18" fmla="*/ 110 w 475"/>
                    <a:gd name="T19" fmla="*/ 59 h 207"/>
                    <a:gd name="T20" fmla="*/ 81 w 475"/>
                    <a:gd name="T21" fmla="*/ 50 h 207"/>
                    <a:gd name="T22" fmla="*/ 60 w 475"/>
                    <a:gd name="T23" fmla="*/ 41 h 207"/>
                    <a:gd name="T24" fmla="*/ 47 w 475"/>
                    <a:gd name="T25" fmla="*/ 33 h 207"/>
                    <a:gd name="T26" fmla="*/ 35 w 475"/>
                    <a:gd name="T27" fmla="*/ 23 h 207"/>
                    <a:gd name="T28" fmla="*/ 30 w 475"/>
                    <a:gd name="T29" fmla="*/ 14 h 207"/>
                    <a:gd name="T30" fmla="*/ 23 w 475"/>
                    <a:gd name="T31" fmla="*/ 0 h 207"/>
                    <a:gd name="T32" fmla="*/ 17 w 475"/>
                    <a:gd name="T33" fmla="*/ 12 h 207"/>
                    <a:gd name="T34" fmla="*/ 8 w 475"/>
                    <a:gd name="T35" fmla="*/ 26 h 207"/>
                    <a:gd name="T36" fmla="*/ 5 w 475"/>
                    <a:gd name="T37" fmla="*/ 36 h 207"/>
                    <a:gd name="T38" fmla="*/ 0 w 475"/>
                    <a:gd name="T39" fmla="*/ 48 h 207"/>
                    <a:gd name="T40" fmla="*/ 2 w 475"/>
                    <a:gd name="T41" fmla="*/ 58 h 207"/>
                    <a:gd name="T42" fmla="*/ 8 w 475"/>
                    <a:gd name="T43" fmla="*/ 71 h 207"/>
                    <a:gd name="T44" fmla="*/ 15 w 475"/>
                    <a:gd name="T45" fmla="*/ 87 h 207"/>
                    <a:gd name="T46" fmla="*/ 30 w 475"/>
                    <a:gd name="T47" fmla="*/ 101 h 207"/>
                    <a:gd name="T48" fmla="*/ 50 w 475"/>
                    <a:gd name="T49" fmla="*/ 116 h 207"/>
                    <a:gd name="T50" fmla="*/ 75 w 475"/>
                    <a:gd name="T51" fmla="*/ 132 h 207"/>
                    <a:gd name="T52" fmla="*/ 111 w 475"/>
                    <a:gd name="T53" fmla="*/ 148 h 207"/>
                    <a:gd name="T54" fmla="*/ 152 w 475"/>
                    <a:gd name="T55" fmla="*/ 162 h 207"/>
                    <a:gd name="T56" fmla="*/ 188 w 475"/>
                    <a:gd name="T57" fmla="*/ 173 h 207"/>
                    <a:gd name="T58" fmla="*/ 233 w 475"/>
                    <a:gd name="T59" fmla="*/ 183 h 207"/>
                    <a:gd name="T60" fmla="*/ 279 w 475"/>
                    <a:gd name="T61" fmla="*/ 190 h 207"/>
                    <a:gd name="T62" fmla="*/ 333 w 475"/>
                    <a:gd name="T63" fmla="*/ 197 h 207"/>
                    <a:gd name="T64" fmla="*/ 380 w 475"/>
                    <a:gd name="T65" fmla="*/ 201 h 207"/>
                    <a:gd name="T66" fmla="*/ 435 w 475"/>
                    <a:gd name="T67" fmla="*/ 204 h 207"/>
                    <a:gd name="T68" fmla="*/ 474 w 475"/>
                    <a:gd name="T69" fmla="*/ 20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207">
                      <a:moveTo>
                        <a:pt x="474" y="206"/>
                      </a:moveTo>
                      <a:lnTo>
                        <a:pt x="474" y="96"/>
                      </a:lnTo>
                      <a:lnTo>
                        <a:pt x="446" y="97"/>
                      </a:lnTo>
                      <a:lnTo>
                        <a:pt x="411" y="96"/>
                      </a:lnTo>
                      <a:lnTo>
                        <a:pt x="353" y="94"/>
                      </a:lnTo>
                      <a:lnTo>
                        <a:pt x="296" y="89"/>
                      </a:lnTo>
                      <a:lnTo>
                        <a:pt x="243" y="85"/>
                      </a:lnTo>
                      <a:lnTo>
                        <a:pt x="200" y="79"/>
                      </a:lnTo>
                      <a:lnTo>
                        <a:pt x="149" y="69"/>
                      </a:lnTo>
                      <a:lnTo>
                        <a:pt x="110" y="59"/>
                      </a:lnTo>
                      <a:lnTo>
                        <a:pt x="81" y="50"/>
                      </a:lnTo>
                      <a:lnTo>
                        <a:pt x="60" y="41"/>
                      </a:lnTo>
                      <a:lnTo>
                        <a:pt x="47" y="33"/>
                      </a:lnTo>
                      <a:lnTo>
                        <a:pt x="35" y="23"/>
                      </a:lnTo>
                      <a:lnTo>
                        <a:pt x="30" y="14"/>
                      </a:lnTo>
                      <a:lnTo>
                        <a:pt x="23" y="0"/>
                      </a:lnTo>
                      <a:lnTo>
                        <a:pt x="17" y="12"/>
                      </a:lnTo>
                      <a:lnTo>
                        <a:pt x="8" y="26"/>
                      </a:lnTo>
                      <a:lnTo>
                        <a:pt x="5" y="36"/>
                      </a:lnTo>
                      <a:lnTo>
                        <a:pt x="0" y="48"/>
                      </a:lnTo>
                      <a:lnTo>
                        <a:pt x="2" y="58"/>
                      </a:lnTo>
                      <a:lnTo>
                        <a:pt x="8" y="71"/>
                      </a:lnTo>
                      <a:lnTo>
                        <a:pt x="15" y="87"/>
                      </a:lnTo>
                      <a:lnTo>
                        <a:pt x="30" y="101"/>
                      </a:lnTo>
                      <a:lnTo>
                        <a:pt x="50" y="116"/>
                      </a:lnTo>
                      <a:lnTo>
                        <a:pt x="75" y="132"/>
                      </a:lnTo>
                      <a:lnTo>
                        <a:pt x="111" y="148"/>
                      </a:lnTo>
                      <a:lnTo>
                        <a:pt x="152" y="162"/>
                      </a:lnTo>
                      <a:lnTo>
                        <a:pt x="188" y="173"/>
                      </a:lnTo>
                      <a:lnTo>
                        <a:pt x="233" y="183"/>
                      </a:lnTo>
                      <a:lnTo>
                        <a:pt x="279" y="190"/>
                      </a:lnTo>
                      <a:lnTo>
                        <a:pt x="333" y="197"/>
                      </a:lnTo>
                      <a:lnTo>
                        <a:pt x="380" y="201"/>
                      </a:lnTo>
                      <a:lnTo>
                        <a:pt x="435" y="204"/>
                      </a:lnTo>
                      <a:lnTo>
                        <a:pt x="474" y="206"/>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9" name="Freeform 33">
                  <a:extLst>
                    <a:ext uri="{FF2B5EF4-FFF2-40B4-BE49-F238E27FC236}">
                      <a16:creationId xmlns:a16="http://schemas.microsoft.com/office/drawing/2014/main" id="{7F06D7D7-2718-4986-9A6C-47FF41386D5E}"/>
                    </a:ext>
                  </a:extLst>
                </p:cNvPr>
                <p:cNvSpPr>
                  <a:spLocks/>
                </p:cNvSpPr>
                <p:nvPr/>
              </p:nvSpPr>
              <p:spPr bwMode="auto">
                <a:xfrm>
                  <a:off x="370" y="3962"/>
                  <a:ext cx="156" cy="44"/>
                </a:xfrm>
                <a:custGeom>
                  <a:avLst/>
                  <a:gdLst>
                    <a:gd name="T0" fmla="*/ 72 w 156"/>
                    <a:gd name="T1" fmla="*/ 43 h 44"/>
                    <a:gd name="T2" fmla="*/ 21 w 156"/>
                    <a:gd name="T3" fmla="*/ 35 h 44"/>
                    <a:gd name="T4" fmla="*/ 3 w 156"/>
                    <a:gd name="T5" fmla="*/ 26 h 44"/>
                    <a:gd name="T6" fmla="*/ 0 w 156"/>
                    <a:gd name="T7" fmla="*/ 17 h 44"/>
                    <a:gd name="T8" fmla="*/ 0 w 156"/>
                    <a:gd name="T9" fmla="*/ 12 h 44"/>
                    <a:gd name="T10" fmla="*/ 9 w 156"/>
                    <a:gd name="T11" fmla="*/ 6 h 44"/>
                    <a:gd name="T12" fmla="*/ 29 w 156"/>
                    <a:gd name="T13" fmla="*/ 3 h 44"/>
                    <a:gd name="T14" fmla="*/ 50 w 156"/>
                    <a:gd name="T15" fmla="*/ 1 h 44"/>
                    <a:gd name="T16" fmla="*/ 69 w 156"/>
                    <a:gd name="T17" fmla="*/ 0 h 44"/>
                    <a:gd name="T18" fmla="*/ 86 w 156"/>
                    <a:gd name="T19" fmla="*/ 0 h 44"/>
                    <a:gd name="T20" fmla="*/ 114 w 156"/>
                    <a:gd name="T21" fmla="*/ 1 h 44"/>
                    <a:gd name="T22" fmla="*/ 134 w 156"/>
                    <a:gd name="T23" fmla="*/ 3 h 44"/>
                    <a:gd name="T24" fmla="*/ 146 w 156"/>
                    <a:gd name="T25" fmla="*/ 6 h 44"/>
                    <a:gd name="T26" fmla="*/ 153 w 156"/>
                    <a:gd name="T27" fmla="*/ 9 h 44"/>
                    <a:gd name="T28" fmla="*/ 155 w 156"/>
                    <a:gd name="T29" fmla="*/ 14 h 44"/>
                    <a:gd name="T30" fmla="*/ 153 w 156"/>
                    <a:gd name="T31" fmla="*/ 20 h 44"/>
                    <a:gd name="T32" fmla="*/ 146 w 156"/>
                    <a:gd name="T33" fmla="*/ 38 h 44"/>
                    <a:gd name="T34" fmla="*/ 72 w 156"/>
                    <a:gd name="T35"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4">
                      <a:moveTo>
                        <a:pt x="72" y="43"/>
                      </a:moveTo>
                      <a:lnTo>
                        <a:pt x="21" y="35"/>
                      </a:lnTo>
                      <a:lnTo>
                        <a:pt x="3" y="26"/>
                      </a:lnTo>
                      <a:lnTo>
                        <a:pt x="0" y="17"/>
                      </a:lnTo>
                      <a:lnTo>
                        <a:pt x="0" y="12"/>
                      </a:lnTo>
                      <a:lnTo>
                        <a:pt x="9" y="6"/>
                      </a:lnTo>
                      <a:lnTo>
                        <a:pt x="29" y="3"/>
                      </a:lnTo>
                      <a:lnTo>
                        <a:pt x="50" y="1"/>
                      </a:lnTo>
                      <a:lnTo>
                        <a:pt x="69" y="0"/>
                      </a:lnTo>
                      <a:lnTo>
                        <a:pt x="86" y="0"/>
                      </a:lnTo>
                      <a:lnTo>
                        <a:pt x="114" y="1"/>
                      </a:lnTo>
                      <a:lnTo>
                        <a:pt x="134" y="3"/>
                      </a:lnTo>
                      <a:lnTo>
                        <a:pt x="146" y="6"/>
                      </a:lnTo>
                      <a:lnTo>
                        <a:pt x="153" y="9"/>
                      </a:lnTo>
                      <a:lnTo>
                        <a:pt x="155" y="14"/>
                      </a:lnTo>
                      <a:lnTo>
                        <a:pt x="153" y="20"/>
                      </a:lnTo>
                      <a:lnTo>
                        <a:pt x="146" y="38"/>
                      </a:lnTo>
                      <a:lnTo>
                        <a:pt x="72" y="43"/>
                      </a:lnTo>
                    </a:path>
                  </a:pathLst>
                </a:custGeom>
                <a:gradFill rotWithShape="0">
                  <a:gsLst>
                    <a:gs pos="0">
                      <a:srgbClr val="E4E0CF"/>
                    </a:gs>
                    <a:gs pos="100000">
                      <a:srgbClr val="AF9F87"/>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0" name="Freeform 34">
                  <a:extLst>
                    <a:ext uri="{FF2B5EF4-FFF2-40B4-BE49-F238E27FC236}">
                      <a16:creationId xmlns:a16="http://schemas.microsoft.com/office/drawing/2014/main" id="{3CC56BE6-EBB1-4A23-AD98-68F58073C355}"/>
                    </a:ext>
                  </a:extLst>
                </p:cNvPr>
                <p:cNvSpPr>
                  <a:spLocks/>
                </p:cNvSpPr>
                <p:nvPr/>
              </p:nvSpPr>
              <p:spPr bwMode="auto">
                <a:xfrm>
                  <a:off x="442" y="3973"/>
                  <a:ext cx="88" cy="28"/>
                </a:xfrm>
                <a:custGeom>
                  <a:avLst/>
                  <a:gdLst>
                    <a:gd name="T0" fmla="*/ 87 w 88"/>
                    <a:gd name="T1" fmla="*/ 2 h 28"/>
                    <a:gd name="T2" fmla="*/ 76 w 88"/>
                    <a:gd name="T3" fmla="*/ 27 h 28"/>
                    <a:gd name="T4" fmla="*/ 33 w 88"/>
                    <a:gd name="T5" fmla="*/ 25 h 28"/>
                    <a:gd name="T6" fmla="*/ 0 w 88"/>
                    <a:gd name="T7" fmla="*/ 24 h 28"/>
                    <a:gd name="T8" fmla="*/ 9 w 88"/>
                    <a:gd name="T9" fmla="*/ 0 h 28"/>
                    <a:gd name="T10" fmla="*/ 12 w 88"/>
                    <a:gd name="T11" fmla="*/ 5 h 28"/>
                    <a:gd name="T12" fmla="*/ 22 w 88"/>
                    <a:gd name="T13" fmla="*/ 9 h 28"/>
                    <a:gd name="T14" fmla="*/ 40 w 88"/>
                    <a:gd name="T15" fmla="*/ 11 h 28"/>
                    <a:gd name="T16" fmla="*/ 60 w 88"/>
                    <a:gd name="T17" fmla="*/ 10 h 28"/>
                    <a:gd name="T18" fmla="*/ 76 w 88"/>
                    <a:gd name="T19" fmla="*/ 8 h 28"/>
                    <a:gd name="T20" fmla="*/ 87 w 88"/>
                    <a:gd name="T2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8">
                      <a:moveTo>
                        <a:pt x="87" y="2"/>
                      </a:moveTo>
                      <a:lnTo>
                        <a:pt x="76" y="27"/>
                      </a:lnTo>
                      <a:lnTo>
                        <a:pt x="33" y="25"/>
                      </a:lnTo>
                      <a:lnTo>
                        <a:pt x="0" y="24"/>
                      </a:lnTo>
                      <a:lnTo>
                        <a:pt x="9" y="0"/>
                      </a:lnTo>
                      <a:lnTo>
                        <a:pt x="12" y="5"/>
                      </a:lnTo>
                      <a:lnTo>
                        <a:pt x="22" y="9"/>
                      </a:lnTo>
                      <a:lnTo>
                        <a:pt x="40" y="11"/>
                      </a:lnTo>
                      <a:lnTo>
                        <a:pt x="60" y="10"/>
                      </a:lnTo>
                      <a:lnTo>
                        <a:pt x="76" y="8"/>
                      </a:lnTo>
                      <a:lnTo>
                        <a:pt x="87" y="2"/>
                      </a:lnTo>
                    </a:path>
                  </a:pathLst>
                </a:custGeom>
                <a:gradFill rotWithShape="0">
                  <a:gsLst>
                    <a:gs pos="0">
                      <a:srgbClr val="D1C39F"/>
                    </a:gs>
                    <a:gs pos="35001">
                      <a:srgbClr val="F0EBD5"/>
                    </a:gs>
                    <a:gs pos="100000">
                      <a:srgbClr val="FFEFD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1" name="Freeform 35">
                  <a:extLst>
                    <a:ext uri="{FF2B5EF4-FFF2-40B4-BE49-F238E27FC236}">
                      <a16:creationId xmlns:a16="http://schemas.microsoft.com/office/drawing/2014/main" id="{B190670E-1BD8-4CB3-9468-14E62532B058}"/>
                    </a:ext>
                  </a:extLst>
                </p:cNvPr>
                <p:cNvSpPr>
                  <a:spLocks/>
                </p:cNvSpPr>
                <p:nvPr/>
              </p:nvSpPr>
              <p:spPr bwMode="auto">
                <a:xfrm>
                  <a:off x="334" y="3976"/>
                  <a:ext cx="319" cy="108"/>
                </a:xfrm>
                <a:custGeom>
                  <a:avLst/>
                  <a:gdLst>
                    <a:gd name="T0" fmla="*/ 317 w 319"/>
                    <a:gd name="T1" fmla="*/ 3 h 108"/>
                    <a:gd name="T2" fmla="*/ 315 w 319"/>
                    <a:gd name="T3" fmla="*/ 11 h 108"/>
                    <a:gd name="T4" fmla="*/ 306 w 319"/>
                    <a:gd name="T5" fmla="*/ 18 h 108"/>
                    <a:gd name="T6" fmla="*/ 299 w 319"/>
                    <a:gd name="T7" fmla="*/ 24 h 108"/>
                    <a:gd name="T8" fmla="*/ 294 w 319"/>
                    <a:gd name="T9" fmla="*/ 33 h 108"/>
                    <a:gd name="T10" fmla="*/ 288 w 319"/>
                    <a:gd name="T11" fmla="*/ 46 h 108"/>
                    <a:gd name="T12" fmla="*/ 284 w 319"/>
                    <a:gd name="T13" fmla="*/ 59 h 108"/>
                    <a:gd name="T14" fmla="*/ 281 w 319"/>
                    <a:gd name="T15" fmla="*/ 71 h 108"/>
                    <a:gd name="T16" fmla="*/ 279 w 319"/>
                    <a:gd name="T17" fmla="*/ 81 h 108"/>
                    <a:gd name="T18" fmla="*/ 278 w 319"/>
                    <a:gd name="T19" fmla="*/ 90 h 108"/>
                    <a:gd name="T20" fmla="*/ 270 w 319"/>
                    <a:gd name="T21" fmla="*/ 95 h 108"/>
                    <a:gd name="T22" fmla="*/ 255 w 319"/>
                    <a:gd name="T23" fmla="*/ 100 h 108"/>
                    <a:gd name="T24" fmla="*/ 240 w 319"/>
                    <a:gd name="T25" fmla="*/ 103 h 108"/>
                    <a:gd name="T26" fmla="*/ 216 w 319"/>
                    <a:gd name="T27" fmla="*/ 105 h 108"/>
                    <a:gd name="T28" fmla="*/ 189 w 319"/>
                    <a:gd name="T29" fmla="*/ 107 h 108"/>
                    <a:gd name="T30" fmla="*/ 147 w 319"/>
                    <a:gd name="T31" fmla="*/ 107 h 108"/>
                    <a:gd name="T32" fmla="*/ 110 w 319"/>
                    <a:gd name="T33" fmla="*/ 105 h 108"/>
                    <a:gd name="T34" fmla="*/ 74 w 319"/>
                    <a:gd name="T35" fmla="*/ 103 h 108"/>
                    <a:gd name="T36" fmla="*/ 41 w 319"/>
                    <a:gd name="T37" fmla="*/ 98 h 108"/>
                    <a:gd name="T38" fmla="*/ 20 w 319"/>
                    <a:gd name="T39" fmla="*/ 93 h 108"/>
                    <a:gd name="T40" fmla="*/ 8 w 319"/>
                    <a:gd name="T41" fmla="*/ 88 h 108"/>
                    <a:gd name="T42" fmla="*/ 0 w 319"/>
                    <a:gd name="T43" fmla="*/ 83 h 108"/>
                    <a:gd name="T44" fmla="*/ 2 w 319"/>
                    <a:gd name="T45" fmla="*/ 78 h 108"/>
                    <a:gd name="T46" fmla="*/ 5 w 319"/>
                    <a:gd name="T47" fmla="*/ 73 h 108"/>
                    <a:gd name="T48" fmla="*/ 15 w 319"/>
                    <a:gd name="T49" fmla="*/ 67 h 108"/>
                    <a:gd name="T50" fmla="*/ 23 w 319"/>
                    <a:gd name="T51" fmla="*/ 60 h 108"/>
                    <a:gd name="T52" fmla="*/ 27 w 319"/>
                    <a:gd name="T53" fmla="*/ 50 h 108"/>
                    <a:gd name="T54" fmla="*/ 30 w 319"/>
                    <a:gd name="T55" fmla="*/ 40 h 108"/>
                    <a:gd name="T56" fmla="*/ 35 w 319"/>
                    <a:gd name="T57" fmla="*/ 31 h 108"/>
                    <a:gd name="T58" fmla="*/ 36 w 319"/>
                    <a:gd name="T59" fmla="*/ 18 h 108"/>
                    <a:gd name="T60" fmla="*/ 38 w 319"/>
                    <a:gd name="T61" fmla="*/ 7 h 108"/>
                    <a:gd name="T62" fmla="*/ 38 w 319"/>
                    <a:gd name="T63" fmla="*/ 0 h 108"/>
                    <a:gd name="T64" fmla="*/ 48 w 319"/>
                    <a:gd name="T65" fmla="*/ 9 h 108"/>
                    <a:gd name="T66" fmla="*/ 68 w 319"/>
                    <a:gd name="T67" fmla="*/ 13 h 108"/>
                    <a:gd name="T68" fmla="*/ 86 w 319"/>
                    <a:gd name="T69" fmla="*/ 16 h 108"/>
                    <a:gd name="T70" fmla="*/ 108 w 319"/>
                    <a:gd name="T71" fmla="*/ 18 h 108"/>
                    <a:gd name="T72" fmla="*/ 143 w 319"/>
                    <a:gd name="T73" fmla="*/ 20 h 108"/>
                    <a:gd name="T74" fmla="*/ 177 w 319"/>
                    <a:gd name="T75" fmla="*/ 21 h 108"/>
                    <a:gd name="T76" fmla="*/ 197 w 319"/>
                    <a:gd name="T77" fmla="*/ 21 h 108"/>
                    <a:gd name="T78" fmla="*/ 228 w 319"/>
                    <a:gd name="T79" fmla="*/ 20 h 108"/>
                    <a:gd name="T80" fmla="*/ 264 w 319"/>
                    <a:gd name="T81" fmla="*/ 17 h 108"/>
                    <a:gd name="T82" fmla="*/ 287 w 319"/>
                    <a:gd name="T83" fmla="*/ 14 h 108"/>
                    <a:gd name="T84" fmla="*/ 302 w 319"/>
                    <a:gd name="T85" fmla="*/ 11 h 108"/>
                    <a:gd name="T86" fmla="*/ 318 w 319"/>
                    <a:gd name="T87" fmla="*/ 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108">
                      <a:moveTo>
                        <a:pt x="317" y="3"/>
                      </a:moveTo>
                      <a:lnTo>
                        <a:pt x="315" y="11"/>
                      </a:lnTo>
                      <a:lnTo>
                        <a:pt x="306" y="18"/>
                      </a:lnTo>
                      <a:lnTo>
                        <a:pt x="299" y="24"/>
                      </a:lnTo>
                      <a:lnTo>
                        <a:pt x="294" y="33"/>
                      </a:lnTo>
                      <a:lnTo>
                        <a:pt x="288" y="46"/>
                      </a:lnTo>
                      <a:lnTo>
                        <a:pt x="284" y="59"/>
                      </a:lnTo>
                      <a:lnTo>
                        <a:pt x="281" y="71"/>
                      </a:lnTo>
                      <a:lnTo>
                        <a:pt x="279" y="81"/>
                      </a:lnTo>
                      <a:lnTo>
                        <a:pt x="278" y="90"/>
                      </a:lnTo>
                      <a:lnTo>
                        <a:pt x="270" y="95"/>
                      </a:lnTo>
                      <a:lnTo>
                        <a:pt x="255" y="100"/>
                      </a:lnTo>
                      <a:lnTo>
                        <a:pt x="240" y="103"/>
                      </a:lnTo>
                      <a:lnTo>
                        <a:pt x="216" y="105"/>
                      </a:lnTo>
                      <a:lnTo>
                        <a:pt x="189" y="107"/>
                      </a:lnTo>
                      <a:lnTo>
                        <a:pt x="147" y="107"/>
                      </a:lnTo>
                      <a:lnTo>
                        <a:pt x="110" y="105"/>
                      </a:lnTo>
                      <a:lnTo>
                        <a:pt x="74" y="103"/>
                      </a:lnTo>
                      <a:lnTo>
                        <a:pt x="41" y="98"/>
                      </a:lnTo>
                      <a:lnTo>
                        <a:pt x="20" y="93"/>
                      </a:lnTo>
                      <a:lnTo>
                        <a:pt x="8" y="88"/>
                      </a:lnTo>
                      <a:lnTo>
                        <a:pt x="0" y="83"/>
                      </a:lnTo>
                      <a:lnTo>
                        <a:pt x="2" y="78"/>
                      </a:lnTo>
                      <a:lnTo>
                        <a:pt x="5" y="73"/>
                      </a:lnTo>
                      <a:lnTo>
                        <a:pt x="15" y="67"/>
                      </a:lnTo>
                      <a:lnTo>
                        <a:pt x="23" y="60"/>
                      </a:lnTo>
                      <a:lnTo>
                        <a:pt x="27" y="50"/>
                      </a:lnTo>
                      <a:lnTo>
                        <a:pt x="30" y="40"/>
                      </a:lnTo>
                      <a:lnTo>
                        <a:pt x="35" y="31"/>
                      </a:lnTo>
                      <a:lnTo>
                        <a:pt x="36" y="18"/>
                      </a:lnTo>
                      <a:lnTo>
                        <a:pt x="38" y="7"/>
                      </a:lnTo>
                      <a:lnTo>
                        <a:pt x="38" y="0"/>
                      </a:lnTo>
                      <a:lnTo>
                        <a:pt x="48" y="9"/>
                      </a:lnTo>
                      <a:lnTo>
                        <a:pt x="68" y="13"/>
                      </a:lnTo>
                      <a:lnTo>
                        <a:pt x="86" y="16"/>
                      </a:lnTo>
                      <a:lnTo>
                        <a:pt x="108" y="18"/>
                      </a:lnTo>
                      <a:lnTo>
                        <a:pt x="143" y="20"/>
                      </a:lnTo>
                      <a:lnTo>
                        <a:pt x="177" y="21"/>
                      </a:lnTo>
                      <a:lnTo>
                        <a:pt x="197" y="21"/>
                      </a:lnTo>
                      <a:lnTo>
                        <a:pt x="228" y="20"/>
                      </a:lnTo>
                      <a:lnTo>
                        <a:pt x="264" y="17"/>
                      </a:lnTo>
                      <a:lnTo>
                        <a:pt x="287" y="14"/>
                      </a:lnTo>
                      <a:lnTo>
                        <a:pt x="302" y="11"/>
                      </a:lnTo>
                      <a:lnTo>
                        <a:pt x="318" y="6"/>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2" name="Freeform 36">
                  <a:extLst>
                    <a:ext uri="{FF2B5EF4-FFF2-40B4-BE49-F238E27FC236}">
                      <a16:creationId xmlns:a16="http://schemas.microsoft.com/office/drawing/2014/main" id="{C63A079F-F0EB-4A36-90EE-5D9A83CB7135}"/>
                    </a:ext>
                  </a:extLst>
                </p:cNvPr>
                <p:cNvSpPr>
                  <a:spLocks/>
                </p:cNvSpPr>
                <p:nvPr/>
              </p:nvSpPr>
              <p:spPr bwMode="auto">
                <a:xfrm>
                  <a:off x="5049" y="3936"/>
                  <a:ext cx="551" cy="126"/>
                </a:xfrm>
                <a:custGeom>
                  <a:avLst/>
                  <a:gdLst>
                    <a:gd name="T0" fmla="*/ 534 w 551"/>
                    <a:gd name="T1" fmla="*/ 106 h 126"/>
                    <a:gd name="T2" fmla="*/ 550 w 551"/>
                    <a:gd name="T3" fmla="*/ 80 h 126"/>
                    <a:gd name="T4" fmla="*/ 540 w 551"/>
                    <a:gd name="T5" fmla="*/ 71 h 126"/>
                    <a:gd name="T6" fmla="*/ 517 w 551"/>
                    <a:gd name="T7" fmla="*/ 57 h 126"/>
                    <a:gd name="T8" fmla="*/ 493 w 551"/>
                    <a:gd name="T9" fmla="*/ 45 h 126"/>
                    <a:gd name="T10" fmla="*/ 465 w 551"/>
                    <a:gd name="T11" fmla="*/ 35 h 126"/>
                    <a:gd name="T12" fmla="*/ 430 w 551"/>
                    <a:gd name="T13" fmla="*/ 25 h 126"/>
                    <a:gd name="T14" fmla="*/ 397 w 551"/>
                    <a:gd name="T15" fmla="*/ 17 h 126"/>
                    <a:gd name="T16" fmla="*/ 361 w 551"/>
                    <a:gd name="T17" fmla="*/ 11 h 126"/>
                    <a:gd name="T18" fmla="*/ 315 w 551"/>
                    <a:gd name="T19" fmla="*/ 5 h 126"/>
                    <a:gd name="T20" fmla="*/ 280 w 551"/>
                    <a:gd name="T21" fmla="*/ 2 h 126"/>
                    <a:gd name="T22" fmla="*/ 238 w 551"/>
                    <a:gd name="T23" fmla="*/ 0 h 126"/>
                    <a:gd name="T24" fmla="*/ 199 w 551"/>
                    <a:gd name="T25" fmla="*/ 0 h 126"/>
                    <a:gd name="T26" fmla="*/ 157 w 551"/>
                    <a:gd name="T27" fmla="*/ 1 h 126"/>
                    <a:gd name="T28" fmla="*/ 114 w 551"/>
                    <a:gd name="T29" fmla="*/ 6 h 126"/>
                    <a:gd name="T30" fmla="*/ 75 w 551"/>
                    <a:gd name="T31" fmla="*/ 13 h 126"/>
                    <a:gd name="T32" fmla="*/ 52 w 551"/>
                    <a:gd name="T33" fmla="*/ 19 h 126"/>
                    <a:gd name="T34" fmla="*/ 24 w 551"/>
                    <a:gd name="T35" fmla="*/ 28 h 126"/>
                    <a:gd name="T36" fmla="*/ 9 w 551"/>
                    <a:gd name="T37" fmla="*/ 35 h 126"/>
                    <a:gd name="T38" fmla="*/ 0 w 551"/>
                    <a:gd name="T39" fmla="*/ 41 h 126"/>
                    <a:gd name="T40" fmla="*/ 0 w 551"/>
                    <a:gd name="T41" fmla="*/ 48 h 126"/>
                    <a:gd name="T42" fmla="*/ 6 w 551"/>
                    <a:gd name="T43" fmla="*/ 56 h 126"/>
                    <a:gd name="T44" fmla="*/ 18 w 551"/>
                    <a:gd name="T45" fmla="*/ 62 h 126"/>
                    <a:gd name="T46" fmla="*/ 27 w 551"/>
                    <a:gd name="T47" fmla="*/ 75 h 126"/>
                    <a:gd name="T48" fmla="*/ 31 w 551"/>
                    <a:gd name="T49" fmla="*/ 82 h 126"/>
                    <a:gd name="T50" fmla="*/ 283 w 551"/>
                    <a:gd name="T51" fmla="*/ 76 h 126"/>
                    <a:gd name="T52" fmla="*/ 316 w 551"/>
                    <a:gd name="T53" fmla="*/ 79 h 126"/>
                    <a:gd name="T54" fmla="*/ 357 w 551"/>
                    <a:gd name="T55" fmla="*/ 84 h 126"/>
                    <a:gd name="T56" fmla="*/ 388 w 551"/>
                    <a:gd name="T57" fmla="*/ 90 h 126"/>
                    <a:gd name="T58" fmla="*/ 421 w 551"/>
                    <a:gd name="T59" fmla="*/ 97 h 126"/>
                    <a:gd name="T60" fmla="*/ 453 w 551"/>
                    <a:gd name="T61" fmla="*/ 108 h 126"/>
                    <a:gd name="T62" fmla="*/ 472 w 551"/>
                    <a:gd name="T63" fmla="*/ 117 h 126"/>
                    <a:gd name="T64" fmla="*/ 486 w 551"/>
                    <a:gd name="T65" fmla="*/ 125 h 126"/>
                    <a:gd name="T66" fmla="*/ 534 w 551"/>
                    <a:gd name="T67" fmla="*/ 10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126">
                      <a:moveTo>
                        <a:pt x="534" y="106"/>
                      </a:moveTo>
                      <a:lnTo>
                        <a:pt x="550" y="80"/>
                      </a:lnTo>
                      <a:lnTo>
                        <a:pt x="540" y="71"/>
                      </a:lnTo>
                      <a:lnTo>
                        <a:pt x="517" y="57"/>
                      </a:lnTo>
                      <a:lnTo>
                        <a:pt x="493" y="45"/>
                      </a:lnTo>
                      <a:lnTo>
                        <a:pt x="465" y="35"/>
                      </a:lnTo>
                      <a:lnTo>
                        <a:pt x="430" y="25"/>
                      </a:lnTo>
                      <a:lnTo>
                        <a:pt x="397" y="17"/>
                      </a:lnTo>
                      <a:lnTo>
                        <a:pt x="361" y="11"/>
                      </a:lnTo>
                      <a:lnTo>
                        <a:pt x="315" y="5"/>
                      </a:lnTo>
                      <a:lnTo>
                        <a:pt x="280" y="2"/>
                      </a:lnTo>
                      <a:lnTo>
                        <a:pt x="238" y="0"/>
                      </a:lnTo>
                      <a:lnTo>
                        <a:pt x="199" y="0"/>
                      </a:lnTo>
                      <a:lnTo>
                        <a:pt x="157" y="1"/>
                      </a:lnTo>
                      <a:lnTo>
                        <a:pt x="114" y="6"/>
                      </a:lnTo>
                      <a:lnTo>
                        <a:pt x="75" y="13"/>
                      </a:lnTo>
                      <a:lnTo>
                        <a:pt x="52" y="19"/>
                      </a:lnTo>
                      <a:lnTo>
                        <a:pt x="24" y="28"/>
                      </a:lnTo>
                      <a:lnTo>
                        <a:pt x="9" y="35"/>
                      </a:lnTo>
                      <a:lnTo>
                        <a:pt x="0" y="41"/>
                      </a:lnTo>
                      <a:lnTo>
                        <a:pt x="0" y="48"/>
                      </a:lnTo>
                      <a:lnTo>
                        <a:pt x="6" y="56"/>
                      </a:lnTo>
                      <a:lnTo>
                        <a:pt x="18" y="62"/>
                      </a:lnTo>
                      <a:lnTo>
                        <a:pt x="27" y="75"/>
                      </a:lnTo>
                      <a:lnTo>
                        <a:pt x="31" y="82"/>
                      </a:lnTo>
                      <a:lnTo>
                        <a:pt x="283" y="76"/>
                      </a:lnTo>
                      <a:lnTo>
                        <a:pt x="316" y="79"/>
                      </a:lnTo>
                      <a:lnTo>
                        <a:pt x="357" y="84"/>
                      </a:lnTo>
                      <a:lnTo>
                        <a:pt x="388" y="90"/>
                      </a:lnTo>
                      <a:lnTo>
                        <a:pt x="421" y="97"/>
                      </a:lnTo>
                      <a:lnTo>
                        <a:pt x="453" y="108"/>
                      </a:lnTo>
                      <a:lnTo>
                        <a:pt x="472" y="117"/>
                      </a:lnTo>
                      <a:lnTo>
                        <a:pt x="486" y="125"/>
                      </a:lnTo>
                      <a:lnTo>
                        <a:pt x="534" y="106"/>
                      </a:lnTo>
                    </a:path>
                  </a:pathLst>
                </a:custGeom>
                <a:gradFill rotWithShape="0">
                  <a:gsLst>
                    <a:gs pos="0">
                      <a:srgbClr val="E4E0CF"/>
                    </a:gs>
                    <a:gs pos="100000">
                      <a:srgbClr val="AF9F87"/>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3" name="Freeform 37">
                  <a:extLst>
                    <a:ext uri="{FF2B5EF4-FFF2-40B4-BE49-F238E27FC236}">
                      <a16:creationId xmlns:a16="http://schemas.microsoft.com/office/drawing/2014/main" id="{544252CF-7A44-4C84-A350-9490D3F6AF2C}"/>
                    </a:ext>
                  </a:extLst>
                </p:cNvPr>
                <p:cNvSpPr>
                  <a:spLocks/>
                </p:cNvSpPr>
                <p:nvPr/>
              </p:nvSpPr>
              <p:spPr bwMode="auto">
                <a:xfrm>
                  <a:off x="5145" y="4012"/>
                  <a:ext cx="475" cy="207"/>
                </a:xfrm>
                <a:custGeom>
                  <a:avLst/>
                  <a:gdLst>
                    <a:gd name="T0" fmla="*/ 0 w 475"/>
                    <a:gd name="T1" fmla="*/ 206 h 207"/>
                    <a:gd name="T2" fmla="*/ 0 w 475"/>
                    <a:gd name="T3" fmla="*/ 96 h 207"/>
                    <a:gd name="T4" fmla="*/ 28 w 475"/>
                    <a:gd name="T5" fmla="*/ 97 h 207"/>
                    <a:gd name="T6" fmla="*/ 63 w 475"/>
                    <a:gd name="T7" fmla="*/ 96 h 207"/>
                    <a:gd name="T8" fmla="*/ 121 w 475"/>
                    <a:gd name="T9" fmla="*/ 94 h 207"/>
                    <a:gd name="T10" fmla="*/ 178 w 475"/>
                    <a:gd name="T11" fmla="*/ 89 h 207"/>
                    <a:gd name="T12" fmla="*/ 231 w 475"/>
                    <a:gd name="T13" fmla="*/ 85 h 207"/>
                    <a:gd name="T14" fmla="*/ 274 w 475"/>
                    <a:gd name="T15" fmla="*/ 79 h 207"/>
                    <a:gd name="T16" fmla="*/ 325 w 475"/>
                    <a:gd name="T17" fmla="*/ 69 h 207"/>
                    <a:gd name="T18" fmla="*/ 364 w 475"/>
                    <a:gd name="T19" fmla="*/ 59 h 207"/>
                    <a:gd name="T20" fmla="*/ 393 w 475"/>
                    <a:gd name="T21" fmla="*/ 50 h 207"/>
                    <a:gd name="T22" fmla="*/ 414 w 475"/>
                    <a:gd name="T23" fmla="*/ 41 h 207"/>
                    <a:gd name="T24" fmla="*/ 427 w 475"/>
                    <a:gd name="T25" fmla="*/ 33 h 207"/>
                    <a:gd name="T26" fmla="*/ 439 w 475"/>
                    <a:gd name="T27" fmla="*/ 23 h 207"/>
                    <a:gd name="T28" fmla="*/ 444 w 475"/>
                    <a:gd name="T29" fmla="*/ 14 h 207"/>
                    <a:gd name="T30" fmla="*/ 451 w 475"/>
                    <a:gd name="T31" fmla="*/ 0 h 207"/>
                    <a:gd name="T32" fmla="*/ 457 w 475"/>
                    <a:gd name="T33" fmla="*/ 12 h 207"/>
                    <a:gd name="T34" fmla="*/ 466 w 475"/>
                    <a:gd name="T35" fmla="*/ 26 h 207"/>
                    <a:gd name="T36" fmla="*/ 469 w 475"/>
                    <a:gd name="T37" fmla="*/ 36 h 207"/>
                    <a:gd name="T38" fmla="*/ 474 w 475"/>
                    <a:gd name="T39" fmla="*/ 48 h 207"/>
                    <a:gd name="T40" fmla="*/ 472 w 475"/>
                    <a:gd name="T41" fmla="*/ 58 h 207"/>
                    <a:gd name="T42" fmla="*/ 466 w 475"/>
                    <a:gd name="T43" fmla="*/ 71 h 207"/>
                    <a:gd name="T44" fmla="*/ 459 w 475"/>
                    <a:gd name="T45" fmla="*/ 87 h 207"/>
                    <a:gd name="T46" fmla="*/ 444 w 475"/>
                    <a:gd name="T47" fmla="*/ 101 h 207"/>
                    <a:gd name="T48" fmla="*/ 424 w 475"/>
                    <a:gd name="T49" fmla="*/ 116 h 207"/>
                    <a:gd name="T50" fmla="*/ 399 w 475"/>
                    <a:gd name="T51" fmla="*/ 132 h 207"/>
                    <a:gd name="T52" fmla="*/ 363 w 475"/>
                    <a:gd name="T53" fmla="*/ 148 h 207"/>
                    <a:gd name="T54" fmla="*/ 322 w 475"/>
                    <a:gd name="T55" fmla="*/ 162 h 207"/>
                    <a:gd name="T56" fmla="*/ 286 w 475"/>
                    <a:gd name="T57" fmla="*/ 173 h 207"/>
                    <a:gd name="T58" fmla="*/ 241 w 475"/>
                    <a:gd name="T59" fmla="*/ 183 h 207"/>
                    <a:gd name="T60" fmla="*/ 195 w 475"/>
                    <a:gd name="T61" fmla="*/ 190 h 207"/>
                    <a:gd name="T62" fmla="*/ 141 w 475"/>
                    <a:gd name="T63" fmla="*/ 197 h 207"/>
                    <a:gd name="T64" fmla="*/ 94 w 475"/>
                    <a:gd name="T65" fmla="*/ 201 h 207"/>
                    <a:gd name="T66" fmla="*/ 39 w 475"/>
                    <a:gd name="T67" fmla="*/ 204 h 207"/>
                    <a:gd name="T68" fmla="*/ 0 w 475"/>
                    <a:gd name="T69" fmla="*/ 20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207">
                      <a:moveTo>
                        <a:pt x="0" y="206"/>
                      </a:moveTo>
                      <a:lnTo>
                        <a:pt x="0" y="96"/>
                      </a:lnTo>
                      <a:lnTo>
                        <a:pt x="28" y="97"/>
                      </a:lnTo>
                      <a:lnTo>
                        <a:pt x="63" y="96"/>
                      </a:lnTo>
                      <a:lnTo>
                        <a:pt x="121" y="94"/>
                      </a:lnTo>
                      <a:lnTo>
                        <a:pt x="178" y="89"/>
                      </a:lnTo>
                      <a:lnTo>
                        <a:pt x="231" y="85"/>
                      </a:lnTo>
                      <a:lnTo>
                        <a:pt x="274" y="79"/>
                      </a:lnTo>
                      <a:lnTo>
                        <a:pt x="325" y="69"/>
                      </a:lnTo>
                      <a:lnTo>
                        <a:pt x="364" y="59"/>
                      </a:lnTo>
                      <a:lnTo>
                        <a:pt x="393" y="50"/>
                      </a:lnTo>
                      <a:lnTo>
                        <a:pt x="414" y="41"/>
                      </a:lnTo>
                      <a:lnTo>
                        <a:pt x="427" y="33"/>
                      </a:lnTo>
                      <a:lnTo>
                        <a:pt x="439" y="23"/>
                      </a:lnTo>
                      <a:lnTo>
                        <a:pt x="444" y="14"/>
                      </a:lnTo>
                      <a:lnTo>
                        <a:pt x="451" y="0"/>
                      </a:lnTo>
                      <a:lnTo>
                        <a:pt x="457" y="12"/>
                      </a:lnTo>
                      <a:lnTo>
                        <a:pt x="466" y="26"/>
                      </a:lnTo>
                      <a:lnTo>
                        <a:pt x="469" y="36"/>
                      </a:lnTo>
                      <a:lnTo>
                        <a:pt x="474" y="48"/>
                      </a:lnTo>
                      <a:lnTo>
                        <a:pt x="472" y="58"/>
                      </a:lnTo>
                      <a:lnTo>
                        <a:pt x="466" y="71"/>
                      </a:lnTo>
                      <a:lnTo>
                        <a:pt x="459" y="87"/>
                      </a:lnTo>
                      <a:lnTo>
                        <a:pt x="444" y="101"/>
                      </a:lnTo>
                      <a:lnTo>
                        <a:pt x="424" y="116"/>
                      </a:lnTo>
                      <a:lnTo>
                        <a:pt x="399" y="132"/>
                      </a:lnTo>
                      <a:lnTo>
                        <a:pt x="363" y="148"/>
                      </a:lnTo>
                      <a:lnTo>
                        <a:pt x="322" y="162"/>
                      </a:lnTo>
                      <a:lnTo>
                        <a:pt x="286" y="173"/>
                      </a:lnTo>
                      <a:lnTo>
                        <a:pt x="241" y="183"/>
                      </a:lnTo>
                      <a:lnTo>
                        <a:pt x="195" y="190"/>
                      </a:lnTo>
                      <a:lnTo>
                        <a:pt x="141" y="197"/>
                      </a:lnTo>
                      <a:lnTo>
                        <a:pt x="94" y="201"/>
                      </a:lnTo>
                      <a:lnTo>
                        <a:pt x="39" y="204"/>
                      </a:lnTo>
                      <a:lnTo>
                        <a:pt x="0" y="206"/>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4" name="Freeform 38">
                  <a:extLst>
                    <a:ext uri="{FF2B5EF4-FFF2-40B4-BE49-F238E27FC236}">
                      <a16:creationId xmlns:a16="http://schemas.microsoft.com/office/drawing/2014/main" id="{8F5DB413-3607-4CEB-89DE-0E4B699A74EC}"/>
                    </a:ext>
                  </a:extLst>
                </p:cNvPr>
                <p:cNvSpPr>
                  <a:spLocks/>
                </p:cNvSpPr>
                <p:nvPr/>
              </p:nvSpPr>
              <p:spPr bwMode="auto">
                <a:xfrm>
                  <a:off x="5176" y="3962"/>
                  <a:ext cx="156" cy="44"/>
                </a:xfrm>
                <a:custGeom>
                  <a:avLst/>
                  <a:gdLst>
                    <a:gd name="T0" fmla="*/ 83 w 156"/>
                    <a:gd name="T1" fmla="*/ 43 h 44"/>
                    <a:gd name="T2" fmla="*/ 134 w 156"/>
                    <a:gd name="T3" fmla="*/ 35 h 44"/>
                    <a:gd name="T4" fmla="*/ 152 w 156"/>
                    <a:gd name="T5" fmla="*/ 26 h 44"/>
                    <a:gd name="T6" fmla="*/ 155 w 156"/>
                    <a:gd name="T7" fmla="*/ 17 h 44"/>
                    <a:gd name="T8" fmla="*/ 155 w 156"/>
                    <a:gd name="T9" fmla="*/ 12 h 44"/>
                    <a:gd name="T10" fmla="*/ 146 w 156"/>
                    <a:gd name="T11" fmla="*/ 6 h 44"/>
                    <a:gd name="T12" fmla="*/ 126 w 156"/>
                    <a:gd name="T13" fmla="*/ 3 h 44"/>
                    <a:gd name="T14" fmla="*/ 105 w 156"/>
                    <a:gd name="T15" fmla="*/ 1 h 44"/>
                    <a:gd name="T16" fmla="*/ 86 w 156"/>
                    <a:gd name="T17" fmla="*/ 0 h 44"/>
                    <a:gd name="T18" fmla="*/ 69 w 156"/>
                    <a:gd name="T19" fmla="*/ 0 h 44"/>
                    <a:gd name="T20" fmla="*/ 41 w 156"/>
                    <a:gd name="T21" fmla="*/ 1 h 44"/>
                    <a:gd name="T22" fmla="*/ 21 w 156"/>
                    <a:gd name="T23" fmla="*/ 3 h 44"/>
                    <a:gd name="T24" fmla="*/ 9 w 156"/>
                    <a:gd name="T25" fmla="*/ 6 h 44"/>
                    <a:gd name="T26" fmla="*/ 2 w 156"/>
                    <a:gd name="T27" fmla="*/ 9 h 44"/>
                    <a:gd name="T28" fmla="*/ 0 w 156"/>
                    <a:gd name="T29" fmla="*/ 14 h 44"/>
                    <a:gd name="T30" fmla="*/ 2 w 156"/>
                    <a:gd name="T31" fmla="*/ 20 h 44"/>
                    <a:gd name="T32" fmla="*/ 9 w 156"/>
                    <a:gd name="T33" fmla="*/ 38 h 44"/>
                    <a:gd name="T34" fmla="*/ 83 w 156"/>
                    <a:gd name="T35"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44">
                      <a:moveTo>
                        <a:pt x="83" y="43"/>
                      </a:moveTo>
                      <a:lnTo>
                        <a:pt x="134" y="35"/>
                      </a:lnTo>
                      <a:lnTo>
                        <a:pt x="152" y="26"/>
                      </a:lnTo>
                      <a:lnTo>
                        <a:pt x="155" y="17"/>
                      </a:lnTo>
                      <a:lnTo>
                        <a:pt x="155" y="12"/>
                      </a:lnTo>
                      <a:lnTo>
                        <a:pt x="146" y="6"/>
                      </a:lnTo>
                      <a:lnTo>
                        <a:pt x="126" y="3"/>
                      </a:lnTo>
                      <a:lnTo>
                        <a:pt x="105" y="1"/>
                      </a:lnTo>
                      <a:lnTo>
                        <a:pt x="86" y="0"/>
                      </a:lnTo>
                      <a:lnTo>
                        <a:pt x="69" y="0"/>
                      </a:lnTo>
                      <a:lnTo>
                        <a:pt x="41" y="1"/>
                      </a:lnTo>
                      <a:lnTo>
                        <a:pt x="21" y="3"/>
                      </a:lnTo>
                      <a:lnTo>
                        <a:pt x="9" y="6"/>
                      </a:lnTo>
                      <a:lnTo>
                        <a:pt x="2" y="9"/>
                      </a:lnTo>
                      <a:lnTo>
                        <a:pt x="0" y="14"/>
                      </a:lnTo>
                      <a:lnTo>
                        <a:pt x="2" y="20"/>
                      </a:lnTo>
                      <a:lnTo>
                        <a:pt x="9" y="38"/>
                      </a:lnTo>
                      <a:lnTo>
                        <a:pt x="83" y="43"/>
                      </a:lnTo>
                    </a:path>
                  </a:pathLst>
                </a:custGeom>
                <a:gradFill rotWithShape="0">
                  <a:gsLst>
                    <a:gs pos="0">
                      <a:srgbClr val="E4E0CF"/>
                    </a:gs>
                    <a:gs pos="100000">
                      <a:srgbClr val="AF9F87"/>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5" name="Freeform 39">
                  <a:extLst>
                    <a:ext uri="{FF2B5EF4-FFF2-40B4-BE49-F238E27FC236}">
                      <a16:creationId xmlns:a16="http://schemas.microsoft.com/office/drawing/2014/main" id="{33F25403-7598-46C1-9EAA-0D31B7B85C5F}"/>
                    </a:ext>
                  </a:extLst>
                </p:cNvPr>
                <p:cNvSpPr>
                  <a:spLocks/>
                </p:cNvSpPr>
                <p:nvPr/>
              </p:nvSpPr>
              <p:spPr bwMode="auto">
                <a:xfrm>
                  <a:off x="5172" y="3973"/>
                  <a:ext cx="88" cy="29"/>
                </a:xfrm>
                <a:custGeom>
                  <a:avLst/>
                  <a:gdLst>
                    <a:gd name="T0" fmla="*/ 0 w 88"/>
                    <a:gd name="T1" fmla="*/ 1 h 29"/>
                    <a:gd name="T2" fmla="*/ 11 w 88"/>
                    <a:gd name="T3" fmla="*/ 28 h 29"/>
                    <a:gd name="T4" fmla="*/ 54 w 88"/>
                    <a:gd name="T5" fmla="*/ 25 h 29"/>
                    <a:gd name="T6" fmla="*/ 87 w 88"/>
                    <a:gd name="T7" fmla="*/ 24 h 29"/>
                    <a:gd name="T8" fmla="*/ 78 w 88"/>
                    <a:gd name="T9" fmla="*/ 0 h 29"/>
                    <a:gd name="T10" fmla="*/ 75 w 88"/>
                    <a:gd name="T11" fmla="*/ 5 h 29"/>
                    <a:gd name="T12" fmla="*/ 65 w 88"/>
                    <a:gd name="T13" fmla="*/ 9 h 29"/>
                    <a:gd name="T14" fmla="*/ 47 w 88"/>
                    <a:gd name="T15" fmla="*/ 11 h 29"/>
                    <a:gd name="T16" fmla="*/ 27 w 88"/>
                    <a:gd name="T17" fmla="*/ 10 h 29"/>
                    <a:gd name="T18" fmla="*/ 11 w 88"/>
                    <a:gd name="T19" fmla="*/ 7 h 29"/>
                    <a:gd name="T20" fmla="*/ 0 w 88"/>
                    <a:gd name="T21" fmla="*/ 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29">
                      <a:moveTo>
                        <a:pt x="0" y="1"/>
                      </a:moveTo>
                      <a:lnTo>
                        <a:pt x="11" y="28"/>
                      </a:lnTo>
                      <a:lnTo>
                        <a:pt x="54" y="25"/>
                      </a:lnTo>
                      <a:lnTo>
                        <a:pt x="87" y="24"/>
                      </a:lnTo>
                      <a:lnTo>
                        <a:pt x="78" y="0"/>
                      </a:lnTo>
                      <a:lnTo>
                        <a:pt x="75" y="5"/>
                      </a:lnTo>
                      <a:lnTo>
                        <a:pt x="65" y="9"/>
                      </a:lnTo>
                      <a:lnTo>
                        <a:pt x="47" y="11"/>
                      </a:lnTo>
                      <a:lnTo>
                        <a:pt x="27" y="10"/>
                      </a:lnTo>
                      <a:lnTo>
                        <a:pt x="11" y="7"/>
                      </a:lnTo>
                      <a:lnTo>
                        <a:pt x="0" y="1"/>
                      </a:lnTo>
                    </a:path>
                  </a:pathLst>
                </a:custGeom>
                <a:gradFill rotWithShape="0">
                  <a:gsLst>
                    <a:gs pos="0">
                      <a:srgbClr val="D1C39F"/>
                    </a:gs>
                    <a:gs pos="35001">
                      <a:srgbClr val="F0EBD5"/>
                    </a:gs>
                    <a:gs pos="100000">
                      <a:srgbClr val="FFEFD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6" name="Freeform 40">
                  <a:extLst>
                    <a:ext uri="{FF2B5EF4-FFF2-40B4-BE49-F238E27FC236}">
                      <a16:creationId xmlns:a16="http://schemas.microsoft.com/office/drawing/2014/main" id="{2C2F186E-38B5-41AE-A56F-0225AE3A39CC}"/>
                    </a:ext>
                  </a:extLst>
                </p:cNvPr>
                <p:cNvSpPr>
                  <a:spLocks/>
                </p:cNvSpPr>
                <p:nvPr/>
              </p:nvSpPr>
              <p:spPr bwMode="auto">
                <a:xfrm>
                  <a:off x="5049" y="3976"/>
                  <a:ext cx="319" cy="108"/>
                </a:xfrm>
                <a:custGeom>
                  <a:avLst/>
                  <a:gdLst>
                    <a:gd name="T0" fmla="*/ 1 w 319"/>
                    <a:gd name="T1" fmla="*/ 3 h 108"/>
                    <a:gd name="T2" fmla="*/ 3 w 319"/>
                    <a:gd name="T3" fmla="*/ 11 h 108"/>
                    <a:gd name="T4" fmla="*/ 12 w 319"/>
                    <a:gd name="T5" fmla="*/ 18 h 108"/>
                    <a:gd name="T6" fmla="*/ 19 w 319"/>
                    <a:gd name="T7" fmla="*/ 24 h 108"/>
                    <a:gd name="T8" fmla="*/ 24 w 319"/>
                    <a:gd name="T9" fmla="*/ 33 h 108"/>
                    <a:gd name="T10" fmla="*/ 30 w 319"/>
                    <a:gd name="T11" fmla="*/ 46 h 108"/>
                    <a:gd name="T12" fmla="*/ 34 w 319"/>
                    <a:gd name="T13" fmla="*/ 59 h 108"/>
                    <a:gd name="T14" fmla="*/ 37 w 319"/>
                    <a:gd name="T15" fmla="*/ 71 h 108"/>
                    <a:gd name="T16" fmla="*/ 39 w 319"/>
                    <a:gd name="T17" fmla="*/ 81 h 108"/>
                    <a:gd name="T18" fmla="*/ 40 w 319"/>
                    <a:gd name="T19" fmla="*/ 90 h 108"/>
                    <a:gd name="T20" fmla="*/ 48 w 319"/>
                    <a:gd name="T21" fmla="*/ 95 h 108"/>
                    <a:gd name="T22" fmla="*/ 63 w 319"/>
                    <a:gd name="T23" fmla="*/ 100 h 108"/>
                    <a:gd name="T24" fmla="*/ 78 w 319"/>
                    <a:gd name="T25" fmla="*/ 103 h 108"/>
                    <a:gd name="T26" fmla="*/ 102 w 319"/>
                    <a:gd name="T27" fmla="*/ 105 h 108"/>
                    <a:gd name="T28" fmla="*/ 129 w 319"/>
                    <a:gd name="T29" fmla="*/ 107 h 108"/>
                    <a:gd name="T30" fmla="*/ 171 w 319"/>
                    <a:gd name="T31" fmla="*/ 107 h 108"/>
                    <a:gd name="T32" fmla="*/ 208 w 319"/>
                    <a:gd name="T33" fmla="*/ 105 h 108"/>
                    <a:gd name="T34" fmla="*/ 244 w 319"/>
                    <a:gd name="T35" fmla="*/ 103 h 108"/>
                    <a:gd name="T36" fmla="*/ 277 w 319"/>
                    <a:gd name="T37" fmla="*/ 98 h 108"/>
                    <a:gd name="T38" fmla="*/ 298 w 319"/>
                    <a:gd name="T39" fmla="*/ 93 h 108"/>
                    <a:gd name="T40" fmla="*/ 310 w 319"/>
                    <a:gd name="T41" fmla="*/ 88 h 108"/>
                    <a:gd name="T42" fmla="*/ 318 w 319"/>
                    <a:gd name="T43" fmla="*/ 83 h 108"/>
                    <a:gd name="T44" fmla="*/ 316 w 319"/>
                    <a:gd name="T45" fmla="*/ 78 h 108"/>
                    <a:gd name="T46" fmla="*/ 313 w 319"/>
                    <a:gd name="T47" fmla="*/ 73 h 108"/>
                    <a:gd name="T48" fmla="*/ 303 w 319"/>
                    <a:gd name="T49" fmla="*/ 67 h 108"/>
                    <a:gd name="T50" fmla="*/ 295 w 319"/>
                    <a:gd name="T51" fmla="*/ 60 h 108"/>
                    <a:gd name="T52" fmla="*/ 291 w 319"/>
                    <a:gd name="T53" fmla="*/ 50 h 108"/>
                    <a:gd name="T54" fmla="*/ 288 w 319"/>
                    <a:gd name="T55" fmla="*/ 40 h 108"/>
                    <a:gd name="T56" fmla="*/ 283 w 319"/>
                    <a:gd name="T57" fmla="*/ 31 h 108"/>
                    <a:gd name="T58" fmla="*/ 282 w 319"/>
                    <a:gd name="T59" fmla="*/ 18 h 108"/>
                    <a:gd name="T60" fmla="*/ 280 w 319"/>
                    <a:gd name="T61" fmla="*/ 7 h 108"/>
                    <a:gd name="T62" fmla="*/ 280 w 319"/>
                    <a:gd name="T63" fmla="*/ 0 h 108"/>
                    <a:gd name="T64" fmla="*/ 270 w 319"/>
                    <a:gd name="T65" fmla="*/ 9 h 108"/>
                    <a:gd name="T66" fmla="*/ 250 w 319"/>
                    <a:gd name="T67" fmla="*/ 13 h 108"/>
                    <a:gd name="T68" fmla="*/ 232 w 319"/>
                    <a:gd name="T69" fmla="*/ 16 h 108"/>
                    <a:gd name="T70" fmla="*/ 210 w 319"/>
                    <a:gd name="T71" fmla="*/ 18 h 108"/>
                    <a:gd name="T72" fmla="*/ 175 w 319"/>
                    <a:gd name="T73" fmla="*/ 20 h 108"/>
                    <a:gd name="T74" fmla="*/ 141 w 319"/>
                    <a:gd name="T75" fmla="*/ 21 h 108"/>
                    <a:gd name="T76" fmla="*/ 121 w 319"/>
                    <a:gd name="T77" fmla="*/ 21 h 108"/>
                    <a:gd name="T78" fmla="*/ 90 w 319"/>
                    <a:gd name="T79" fmla="*/ 20 h 108"/>
                    <a:gd name="T80" fmla="*/ 54 w 319"/>
                    <a:gd name="T81" fmla="*/ 17 h 108"/>
                    <a:gd name="T82" fmla="*/ 31 w 319"/>
                    <a:gd name="T83" fmla="*/ 14 h 108"/>
                    <a:gd name="T84" fmla="*/ 16 w 319"/>
                    <a:gd name="T85" fmla="*/ 11 h 108"/>
                    <a:gd name="T86" fmla="*/ 0 w 319"/>
                    <a:gd name="T87" fmla="*/ 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108">
                      <a:moveTo>
                        <a:pt x="1" y="3"/>
                      </a:moveTo>
                      <a:lnTo>
                        <a:pt x="3" y="11"/>
                      </a:lnTo>
                      <a:lnTo>
                        <a:pt x="12" y="18"/>
                      </a:lnTo>
                      <a:lnTo>
                        <a:pt x="19" y="24"/>
                      </a:lnTo>
                      <a:lnTo>
                        <a:pt x="24" y="33"/>
                      </a:lnTo>
                      <a:lnTo>
                        <a:pt x="30" y="46"/>
                      </a:lnTo>
                      <a:lnTo>
                        <a:pt x="34" y="59"/>
                      </a:lnTo>
                      <a:lnTo>
                        <a:pt x="37" y="71"/>
                      </a:lnTo>
                      <a:lnTo>
                        <a:pt x="39" y="81"/>
                      </a:lnTo>
                      <a:lnTo>
                        <a:pt x="40" y="90"/>
                      </a:lnTo>
                      <a:lnTo>
                        <a:pt x="48" y="95"/>
                      </a:lnTo>
                      <a:lnTo>
                        <a:pt x="63" y="100"/>
                      </a:lnTo>
                      <a:lnTo>
                        <a:pt x="78" y="103"/>
                      </a:lnTo>
                      <a:lnTo>
                        <a:pt x="102" y="105"/>
                      </a:lnTo>
                      <a:lnTo>
                        <a:pt x="129" y="107"/>
                      </a:lnTo>
                      <a:lnTo>
                        <a:pt x="171" y="107"/>
                      </a:lnTo>
                      <a:lnTo>
                        <a:pt x="208" y="105"/>
                      </a:lnTo>
                      <a:lnTo>
                        <a:pt x="244" y="103"/>
                      </a:lnTo>
                      <a:lnTo>
                        <a:pt x="277" y="98"/>
                      </a:lnTo>
                      <a:lnTo>
                        <a:pt x="298" y="93"/>
                      </a:lnTo>
                      <a:lnTo>
                        <a:pt x="310" y="88"/>
                      </a:lnTo>
                      <a:lnTo>
                        <a:pt x="318" y="83"/>
                      </a:lnTo>
                      <a:lnTo>
                        <a:pt x="316" y="78"/>
                      </a:lnTo>
                      <a:lnTo>
                        <a:pt x="313" y="73"/>
                      </a:lnTo>
                      <a:lnTo>
                        <a:pt x="303" y="67"/>
                      </a:lnTo>
                      <a:lnTo>
                        <a:pt x="295" y="60"/>
                      </a:lnTo>
                      <a:lnTo>
                        <a:pt x="291" y="50"/>
                      </a:lnTo>
                      <a:lnTo>
                        <a:pt x="288" y="40"/>
                      </a:lnTo>
                      <a:lnTo>
                        <a:pt x="283" y="31"/>
                      </a:lnTo>
                      <a:lnTo>
                        <a:pt x="282" y="18"/>
                      </a:lnTo>
                      <a:lnTo>
                        <a:pt x="280" y="7"/>
                      </a:lnTo>
                      <a:lnTo>
                        <a:pt x="280" y="0"/>
                      </a:lnTo>
                      <a:lnTo>
                        <a:pt x="270" y="9"/>
                      </a:lnTo>
                      <a:lnTo>
                        <a:pt x="250" y="13"/>
                      </a:lnTo>
                      <a:lnTo>
                        <a:pt x="232" y="16"/>
                      </a:lnTo>
                      <a:lnTo>
                        <a:pt x="210" y="18"/>
                      </a:lnTo>
                      <a:lnTo>
                        <a:pt x="175" y="20"/>
                      </a:lnTo>
                      <a:lnTo>
                        <a:pt x="141" y="21"/>
                      </a:lnTo>
                      <a:lnTo>
                        <a:pt x="121" y="21"/>
                      </a:lnTo>
                      <a:lnTo>
                        <a:pt x="90" y="20"/>
                      </a:lnTo>
                      <a:lnTo>
                        <a:pt x="54" y="17"/>
                      </a:lnTo>
                      <a:lnTo>
                        <a:pt x="31" y="14"/>
                      </a:lnTo>
                      <a:lnTo>
                        <a:pt x="16" y="11"/>
                      </a:lnTo>
                      <a:lnTo>
                        <a:pt x="0" y="6"/>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37" name="Freeform 41">
                  <a:extLst>
                    <a:ext uri="{FF2B5EF4-FFF2-40B4-BE49-F238E27FC236}">
                      <a16:creationId xmlns:a16="http://schemas.microsoft.com/office/drawing/2014/main" id="{3E160B6A-7C41-4256-BCD3-5EF5A5FC9162}"/>
                    </a:ext>
                  </a:extLst>
                </p:cNvPr>
                <p:cNvSpPr>
                  <a:spLocks/>
                </p:cNvSpPr>
                <p:nvPr/>
              </p:nvSpPr>
              <p:spPr bwMode="auto">
                <a:xfrm>
                  <a:off x="4319" y="4061"/>
                  <a:ext cx="832" cy="158"/>
                </a:xfrm>
                <a:custGeom>
                  <a:avLst/>
                  <a:gdLst>
                    <a:gd name="T0" fmla="*/ 0 w 832"/>
                    <a:gd name="T1" fmla="*/ 157 h 158"/>
                    <a:gd name="T2" fmla="*/ 0 w 832"/>
                    <a:gd name="T3" fmla="*/ 23 h 158"/>
                    <a:gd name="T4" fmla="*/ 84 w 832"/>
                    <a:gd name="T5" fmla="*/ 16 h 158"/>
                    <a:gd name="T6" fmla="*/ 153 w 832"/>
                    <a:gd name="T7" fmla="*/ 9 h 158"/>
                    <a:gd name="T8" fmla="*/ 210 w 832"/>
                    <a:gd name="T9" fmla="*/ 5 h 158"/>
                    <a:gd name="T10" fmla="*/ 258 w 832"/>
                    <a:gd name="T11" fmla="*/ 3 h 158"/>
                    <a:gd name="T12" fmla="*/ 312 w 832"/>
                    <a:gd name="T13" fmla="*/ 1 h 158"/>
                    <a:gd name="T14" fmla="*/ 402 w 832"/>
                    <a:gd name="T15" fmla="*/ 0 h 158"/>
                    <a:gd name="T16" fmla="*/ 485 w 832"/>
                    <a:gd name="T17" fmla="*/ 2 h 158"/>
                    <a:gd name="T18" fmla="*/ 570 w 832"/>
                    <a:gd name="T19" fmla="*/ 7 h 158"/>
                    <a:gd name="T20" fmla="*/ 652 w 832"/>
                    <a:gd name="T21" fmla="*/ 15 h 158"/>
                    <a:gd name="T22" fmla="*/ 724 w 832"/>
                    <a:gd name="T23" fmla="*/ 26 h 158"/>
                    <a:gd name="T24" fmla="*/ 784 w 832"/>
                    <a:gd name="T25" fmla="*/ 42 h 158"/>
                    <a:gd name="T26" fmla="*/ 829 w 832"/>
                    <a:gd name="T27" fmla="*/ 47 h 158"/>
                    <a:gd name="T28" fmla="*/ 831 w 832"/>
                    <a:gd name="T29" fmla="*/ 155 h 158"/>
                    <a:gd name="T30" fmla="*/ 786 w 832"/>
                    <a:gd name="T31" fmla="*/ 153 h 158"/>
                    <a:gd name="T32" fmla="*/ 726 w 832"/>
                    <a:gd name="T33" fmla="*/ 145 h 158"/>
                    <a:gd name="T34" fmla="*/ 654 w 832"/>
                    <a:gd name="T35" fmla="*/ 136 h 158"/>
                    <a:gd name="T36" fmla="*/ 585 w 832"/>
                    <a:gd name="T37" fmla="*/ 130 h 158"/>
                    <a:gd name="T38" fmla="*/ 515 w 832"/>
                    <a:gd name="T39" fmla="*/ 127 h 158"/>
                    <a:gd name="T40" fmla="*/ 468 w 832"/>
                    <a:gd name="T41" fmla="*/ 126 h 158"/>
                    <a:gd name="T42" fmla="*/ 428 w 832"/>
                    <a:gd name="T43" fmla="*/ 125 h 158"/>
                    <a:gd name="T44" fmla="*/ 358 w 832"/>
                    <a:gd name="T45" fmla="*/ 125 h 158"/>
                    <a:gd name="T46" fmla="*/ 314 w 832"/>
                    <a:gd name="T47" fmla="*/ 126 h 158"/>
                    <a:gd name="T48" fmla="*/ 274 w 832"/>
                    <a:gd name="T49" fmla="*/ 128 h 158"/>
                    <a:gd name="T50" fmla="*/ 229 w 832"/>
                    <a:gd name="T51" fmla="*/ 129 h 158"/>
                    <a:gd name="T52" fmla="*/ 190 w 832"/>
                    <a:gd name="T53" fmla="*/ 132 h 158"/>
                    <a:gd name="T54" fmla="*/ 140 w 832"/>
                    <a:gd name="T55" fmla="*/ 135 h 158"/>
                    <a:gd name="T56" fmla="*/ 96 w 832"/>
                    <a:gd name="T57" fmla="*/ 140 h 158"/>
                    <a:gd name="T58" fmla="*/ 49 w 832"/>
                    <a:gd name="T59" fmla="*/ 147 h 158"/>
                    <a:gd name="T60" fmla="*/ 0 w 832"/>
                    <a:gd name="T61" fmla="*/ 15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2" h="158">
                      <a:moveTo>
                        <a:pt x="0" y="157"/>
                      </a:moveTo>
                      <a:lnTo>
                        <a:pt x="0" y="23"/>
                      </a:lnTo>
                      <a:lnTo>
                        <a:pt x="84" y="16"/>
                      </a:lnTo>
                      <a:lnTo>
                        <a:pt x="153" y="9"/>
                      </a:lnTo>
                      <a:lnTo>
                        <a:pt x="210" y="5"/>
                      </a:lnTo>
                      <a:lnTo>
                        <a:pt x="258" y="3"/>
                      </a:lnTo>
                      <a:lnTo>
                        <a:pt x="312" y="1"/>
                      </a:lnTo>
                      <a:lnTo>
                        <a:pt x="402" y="0"/>
                      </a:lnTo>
                      <a:lnTo>
                        <a:pt x="485" y="2"/>
                      </a:lnTo>
                      <a:lnTo>
                        <a:pt x="570" y="7"/>
                      </a:lnTo>
                      <a:lnTo>
                        <a:pt x="652" y="15"/>
                      </a:lnTo>
                      <a:lnTo>
                        <a:pt x="724" y="26"/>
                      </a:lnTo>
                      <a:lnTo>
                        <a:pt x="784" y="42"/>
                      </a:lnTo>
                      <a:lnTo>
                        <a:pt x="829" y="47"/>
                      </a:lnTo>
                      <a:lnTo>
                        <a:pt x="831" y="155"/>
                      </a:lnTo>
                      <a:lnTo>
                        <a:pt x="786" y="153"/>
                      </a:lnTo>
                      <a:lnTo>
                        <a:pt x="726" y="145"/>
                      </a:lnTo>
                      <a:lnTo>
                        <a:pt x="654" y="136"/>
                      </a:lnTo>
                      <a:lnTo>
                        <a:pt x="585" y="130"/>
                      </a:lnTo>
                      <a:lnTo>
                        <a:pt x="515" y="127"/>
                      </a:lnTo>
                      <a:lnTo>
                        <a:pt x="468" y="126"/>
                      </a:lnTo>
                      <a:lnTo>
                        <a:pt x="428" y="125"/>
                      </a:lnTo>
                      <a:lnTo>
                        <a:pt x="358" y="125"/>
                      </a:lnTo>
                      <a:lnTo>
                        <a:pt x="314" y="126"/>
                      </a:lnTo>
                      <a:lnTo>
                        <a:pt x="274" y="128"/>
                      </a:lnTo>
                      <a:lnTo>
                        <a:pt x="229" y="129"/>
                      </a:lnTo>
                      <a:lnTo>
                        <a:pt x="190" y="132"/>
                      </a:lnTo>
                      <a:lnTo>
                        <a:pt x="140" y="135"/>
                      </a:lnTo>
                      <a:lnTo>
                        <a:pt x="96" y="140"/>
                      </a:lnTo>
                      <a:lnTo>
                        <a:pt x="49" y="147"/>
                      </a:lnTo>
                      <a:lnTo>
                        <a:pt x="0" y="157"/>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4138" name="Group 42">
              <a:extLst>
                <a:ext uri="{FF2B5EF4-FFF2-40B4-BE49-F238E27FC236}">
                  <a16:creationId xmlns:a16="http://schemas.microsoft.com/office/drawing/2014/main" id="{2AF7A049-DF7F-4E18-BFBA-D40A8E8866FE}"/>
                </a:ext>
              </a:extLst>
            </p:cNvPr>
            <p:cNvGrpSpPr>
              <a:grpSpLocks/>
            </p:cNvGrpSpPr>
            <p:nvPr/>
          </p:nvGrpSpPr>
          <p:grpSpPr bwMode="auto">
            <a:xfrm>
              <a:off x="82" y="22"/>
              <a:ext cx="5590" cy="984"/>
              <a:chOff x="82" y="22"/>
              <a:chExt cx="5590" cy="984"/>
            </a:xfrm>
          </p:grpSpPr>
          <p:sp>
            <p:nvSpPr>
              <p:cNvPr id="4139" name="Freeform 43">
                <a:extLst>
                  <a:ext uri="{FF2B5EF4-FFF2-40B4-BE49-F238E27FC236}">
                    <a16:creationId xmlns:a16="http://schemas.microsoft.com/office/drawing/2014/main" id="{B67240CB-362D-4078-A472-10B4BA03A66A}"/>
                  </a:ext>
                </a:extLst>
              </p:cNvPr>
              <p:cNvSpPr>
                <a:spLocks/>
              </p:cNvSpPr>
              <p:nvPr/>
            </p:nvSpPr>
            <p:spPr bwMode="auto">
              <a:xfrm>
                <a:off x="5269" y="808"/>
                <a:ext cx="156" cy="130"/>
              </a:xfrm>
              <a:custGeom>
                <a:avLst/>
                <a:gdLst>
                  <a:gd name="T0" fmla="*/ 83 w 156"/>
                  <a:gd name="T1" fmla="*/ 0 h 130"/>
                  <a:gd name="T2" fmla="*/ 134 w 156"/>
                  <a:gd name="T3" fmla="*/ 22 h 130"/>
                  <a:gd name="T4" fmla="*/ 152 w 156"/>
                  <a:gd name="T5" fmla="*/ 51 h 130"/>
                  <a:gd name="T6" fmla="*/ 155 w 156"/>
                  <a:gd name="T7" fmla="*/ 78 h 130"/>
                  <a:gd name="T8" fmla="*/ 155 w 156"/>
                  <a:gd name="T9" fmla="*/ 93 h 130"/>
                  <a:gd name="T10" fmla="*/ 146 w 156"/>
                  <a:gd name="T11" fmla="*/ 111 h 130"/>
                  <a:gd name="T12" fmla="*/ 126 w 156"/>
                  <a:gd name="T13" fmla="*/ 120 h 130"/>
                  <a:gd name="T14" fmla="*/ 105 w 156"/>
                  <a:gd name="T15" fmla="*/ 126 h 130"/>
                  <a:gd name="T16" fmla="*/ 86 w 156"/>
                  <a:gd name="T17" fmla="*/ 129 h 130"/>
                  <a:gd name="T18" fmla="*/ 69 w 156"/>
                  <a:gd name="T19" fmla="*/ 129 h 130"/>
                  <a:gd name="T20" fmla="*/ 41 w 156"/>
                  <a:gd name="T21" fmla="*/ 124 h 130"/>
                  <a:gd name="T22" fmla="*/ 21 w 156"/>
                  <a:gd name="T23" fmla="*/ 118 h 130"/>
                  <a:gd name="T24" fmla="*/ 9 w 156"/>
                  <a:gd name="T25" fmla="*/ 109 h 130"/>
                  <a:gd name="T26" fmla="*/ 2 w 156"/>
                  <a:gd name="T27" fmla="*/ 100 h 130"/>
                  <a:gd name="T28" fmla="*/ 0 w 156"/>
                  <a:gd name="T29" fmla="*/ 87 h 130"/>
                  <a:gd name="T30" fmla="*/ 2 w 156"/>
                  <a:gd name="T31" fmla="*/ 67 h 130"/>
                  <a:gd name="T32" fmla="*/ 9 w 156"/>
                  <a:gd name="T33" fmla="*/ 13 h 130"/>
                  <a:gd name="T34" fmla="*/ 83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83" y="0"/>
                    </a:moveTo>
                    <a:lnTo>
                      <a:pt x="134" y="22"/>
                    </a:lnTo>
                    <a:lnTo>
                      <a:pt x="152" y="51"/>
                    </a:lnTo>
                    <a:lnTo>
                      <a:pt x="155" y="78"/>
                    </a:lnTo>
                    <a:lnTo>
                      <a:pt x="155" y="93"/>
                    </a:lnTo>
                    <a:lnTo>
                      <a:pt x="146" y="111"/>
                    </a:lnTo>
                    <a:lnTo>
                      <a:pt x="126" y="120"/>
                    </a:lnTo>
                    <a:lnTo>
                      <a:pt x="105" y="126"/>
                    </a:lnTo>
                    <a:lnTo>
                      <a:pt x="86" y="129"/>
                    </a:lnTo>
                    <a:lnTo>
                      <a:pt x="69" y="129"/>
                    </a:lnTo>
                    <a:lnTo>
                      <a:pt x="41" y="124"/>
                    </a:lnTo>
                    <a:lnTo>
                      <a:pt x="21" y="118"/>
                    </a:lnTo>
                    <a:lnTo>
                      <a:pt x="9" y="109"/>
                    </a:lnTo>
                    <a:lnTo>
                      <a:pt x="2" y="100"/>
                    </a:lnTo>
                    <a:lnTo>
                      <a:pt x="0" y="87"/>
                    </a:lnTo>
                    <a:lnTo>
                      <a:pt x="2" y="67"/>
                    </a:lnTo>
                    <a:lnTo>
                      <a:pt x="9" y="13"/>
                    </a:lnTo>
                    <a:lnTo>
                      <a:pt x="83"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0" name="Freeform 44">
                <a:extLst>
                  <a:ext uri="{FF2B5EF4-FFF2-40B4-BE49-F238E27FC236}">
                    <a16:creationId xmlns:a16="http://schemas.microsoft.com/office/drawing/2014/main" id="{A1EB1514-E407-4D42-A424-C498EF15237C}"/>
                  </a:ext>
                </a:extLst>
              </p:cNvPr>
              <p:cNvSpPr>
                <a:spLocks/>
              </p:cNvSpPr>
              <p:nvPr/>
            </p:nvSpPr>
            <p:spPr bwMode="auto">
              <a:xfrm>
                <a:off x="5265" y="822"/>
                <a:ext cx="88" cy="82"/>
              </a:xfrm>
              <a:custGeom>
                <a:avLst/>
                <a:gdLst>
                  <a:gd name="T0" fmla="*/ 0 w 88"/>
                  <a:gd name="T1" fmla="*/ 76 h 82"/>
                  <a:gd name="T2" fmla="*/ 11 w 88"/>
                  <a:gd name="T3" fmla="*/ 0 h 82"/>
                  <a:gd name="T4" fmla="*/ 54 w 88"/>
                  <a:gd name="T5" fmla="*/ 6 h 82"/>
                  <a:gd name="T6" fmla="*/ 87 w 88"/>
                  <a:gd name="T7" fmla="*/ 10 h 82"/>
                  <a:gd name="T8" fmla="*/ 78 w 88"/>
                  <a:gd name="T9" fmla="*/ 81 h 82"/>
                  <a:gd name="T10" fmla="*/ 75 w 88"/>
                  <a:gd name="T11" fmla="*/ 65 h 82"/>
                  <a:gd name="T12" fmla="*/ 65 w 88"/>
                  <a:gd name="T13" fmla="*/ 53 h 82"/>
                  <a:gd name="T14" fmla="*/ 47 w 88"/>
                  <a:gd name="T15" fmla="*/ 49 h 82"/>
                  <a:gd name="T16" fmla="*/ 27 w 88"/>
                  <a:gd name="T17" fmla="*/ 50 h 82"/>
                  <a:gd name="T18" fmla="*/ 11 w 88"/>
                  <a:gd name="T19" fmla="*/ 58 h 82"/>
                  <a:gd name="T20" fmla="*/ 0 w 88"/>
                  <a:gd name="T21" fmla="*/ 76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0" y="76"/>
                    </a:moveTo>
                    <a:lnTo>
                      <a:pt x="11" y="0"/>
                    </a:lnTo>
                    <a:lnTo>
                      <a:pt x="54" y="6"/>
                    </a:lnTo>
                    <a:lnTo>
                      <a:pt x="87" y="10"/>
                    </a:lnTo>
                    <a:lnTo>
                      <a:pt x="78" y="81"/>
                    </a:lnTo>
                    <a:lnTo>
                      <a:pt x="75" y="65"/>
                    </a:lnTo>
                    <a:lnTo>
                      <a:pt x="65" y="53"/>
                    </a:lnTo>
                    <a:lnTo>
                      <a:pt x="47" y="49"/>
                    </a:lnTo>
                    <a:lnTo>
                      <a:pt x="27" y="50"/>
                    </a:lnTo>
                    <a:lnTo>
                      <a:pt x="11" y="58"/>
                    </a:lnTo>
                    <a:lnTo>
                      <a:pt x="0" y="76"/>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1" name="Freeform 45">
                <a:extLst>
                  <a:ext uri="{FF2B5EF4-FFF2-40B4-BE49-F238E27FC236}">
                    <a16:creationId xmlns:a16="http://schemas.microsoft.com/office/drawing/2014/main" id="{90040A9F-C4A0-45A8-9385-B4E88C1B6BAE}"/>
                  </a:ext>
                </a:extLst>
              </p:cNvPr>
              <p:cNvSpPr>
                <a:spLocks/>
              </p:cNvSpPr>
              <p:nvPr/>
            </p:nvSpPr>
            <p:spPr bwMode="auto">
              <a:xfrm>
                <a:off x="475" y="798"/>
                <a:ext cx="156" cy="130"/>
              </a:xfrm>
              <a:custGeom>
                <a:avLst/>
                <a:gdLst>
                  <a:gd name="T0" fmla="*/ 72 w 156"/>
                  <a:gd name="T1" fmla="*/ 0 h 130"/>
                  <a:gd name="T2" fmla="*/ 21 w 156"/>
                  <a:gd name="T3" fmla="*/ 22 h 130"/>
                  <a:gd name="T4" fmla="*/ 3 w 156"/>
                  <a:gd name="T5" fmla="*/ 51 h 130"/>
                  <a:gd name="T6" fmla="*/ 0 w 156"/>
                  <a:gd name="T7" fmla="*/ 78 h 130"/>
                  <a:gd name="T8" fmla="*/ 0 w 156"/>
                  <a:gd name="T9" fmla="*/ 93 h 130"/>
                  <a:gd name="T10" fmla="*/ 9 w 156"/>
                  <a:gd name="T11" fmla="*/ 111 h 130"/>
                  <a:gd name="T12" fmla="*/ 29 w 156"/>
                  <a:gd name="T13" fmla="*/ 120 h 130"/>
                  <a:gd name="T14" fmla="*/ 50 w 156"/>
                  <a:gd name="T15" fmla="*/ 126 h 130"/>
                  <a:gd name="T16" fmla="*/ 69 w 156"/>
                  <a:gd name="T17" fmla="*/ 129 h 130"/>
                  <a:gd name="T18" fmla="*/ 86 w 156"/>
                  <a:gd name="T19" fmla="*/ 129 h 130"/>
                  <a:gd name="T20" fmla="*/ 114 w 156"/>
                  <a:gd name="T21" fmla="*/ 124 h 130"/>
                  <a:gd name="T22" fmla="*/ 134 w 156"/>
                  <a:gd name="T23" fmla="*/ 118 h 130"/>
                  <a:gd name="T24" fmla="*/ 146 w 156"/>
                  <a:gd name="T25" fmla="*/ 109 h 130"/>
                  <a:gd name="T26" fmla="*/ 153 w 156"/>
                  <a:gd name="T27" fmla="*/ 100 h 130"/>
                  <a:gd name="T28" fmla="*/ 155 w 156"/>
                  <a:gd name="T29" fmla="*/ 87 h 130"/>
                  <a:gd name="T30" fmla="*/ 153 w 156"/>
                  <a:gd name="T31" fmla="*/ 67 h 130"/>
                  <a:gd name="T32" fmla="*/ 146 w 156"/>
                  <a:gd name="T33" fmla="*/ 13 h 130"/>
                  <a:gd name="T34" fmla="*/ 72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72" y="0"/>
                    </a:moveTo>
                    <a:lnTo>
                      <a:pt x="21" y="22"/>
                    </a:lnTo>
                    <a:lnTo>
                      <a:pt x="3" y="51"/>
                    </a:lnTo>
                    <a:lnTo>
                      <a:pt x="0" y="78"/>
                    </a:lnTo>
                    <a:lnTo>
                      <a:pt x="0" y="93"/>
                    </a:lnTo>
                    <a:lnTo>
                      <a:pt x="9" y="111"/>
                    </a:lnTo>
                    <a:lnTo>
                      <a:pt x="29" y="120"/>
                    </a:lnTo>
                    <a:lnTo>
                      <a:pt x="50" y="126"/>
                    </a:lnTo>
                    <a:lnTo>
                      <a:pt x="69" y="129"/>
                    </a:lnTo>
                    <a:lnTo>
                      <a:pt x="86" y="129"/>
                    </a:lnTo>
                    <a:lnTo>
                      <a:pt x="114" y="124"/>
                    </a:lnTo>
                    <a:lnTo>
                      <a:pt x="134" y="118"/>
                    </a:lnTo>
                    <a:lnTo>
                      <a:pt x="146" y="109"/>
                    </a:lnTo>
                    <a:lnTo>
                      <a:pt x="153" y="100"/>
                    </a:lnTo>
                    <a:lnTo>
                      <a:pt x="155" y="87"/>
                    </a:lnTo>
                    <a:lnTo>
                      <a:pt x="153" y="67"/>
                    </a:lnTo>
                    <a:lnTo>
                      <a:pt x="146" y="13"/>
                    </a:lnTo>
                    <a:lnTo>
                      <a:pt x="72"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2" name="Freeform 46">
                <a:extLst>
                  <a:ext uri="{FF2B5EF4-FFF2-40B4-BE49-F238E27FC236}">
                    <a16:creationId xmlns:a16="http://schemas.microsoft.com/office/drawing/2014/main" id="{1A0DC76F-9141-4921-BEF0-F30EAE84D938}"/>
                  </a:ext>
                </a:extLst>
              </p:cNvPr>
              <p:cNvSpPr>
                <a:spLocks/>
              </p:cNvSpPr>
              <p:nvPr/>
            </p:nvSpPr>
            <p:spPr bwMode="auto">
              <a:xfrm>
                <a:off x="547" y="813"/>
                <a:ext cx="88" cy="82"/>
              </a:xfrm>
              <a:custGeom>
                <a:avLst/>
                <a:gdLst>
                  <a:gd name="T0" fmla="*/ 87 w 88"/>
                  <a:gd name="T1" fmla="*/ 75 h 82"/>
                  <a:gd name="T2" fmla="*/ 76 w 88"/>
                  <a:gd name="T3" fmla="*/ 0 h 82"/>
                  <a:gd name="T4" fmla="*/ 33 w 88"/>
                  <a:gd name="T5" fmla="*/ 5 h 82"/>
                  <a:gd name="T6" fmla="*/ 0 w 88"/>
                  <a:gd name="T7" fmla="*/ 9 h 82"/>
                  <a:gd name="T8" fmla="*/ 9 w 88"/>
                  <a:gd name="T9" fmla="*/ 81 h 82"/>
                  <a:gd name="T10" fmla="*/ 12 w 88"/>
                  <a:gd name="T11" fmla="*/ 64 h 82"/>
                  <a:gd name="T12" fmla="*/ 22 w 88"/>
                  <a:gd name="T13" fmla="*/ 52 h 82"/>
                  <a:gd name="T14" fmla="*/ 40 w 88"/>
                  <a:gd name="T15" fmla="*/ 48 h 82"/>
                  <a:gd name="T16" fmla="*/ 60 w 88"/>
                  <a:gd name="T17" fmla="*/ 49 h 82"/>
                  <a:gd name="T18" fmla="*/ 76 w 88"/>
                  <a:gd name="T19" fmla="*/ 57 h 82"/>
                  <a:gd name="T20" fmla="*/ 87 w 88"/>
                  <a:gd name="T21" fmla="*/ 7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87" y="75"/>
                    </a:moveTo>
                    <a:lnTo>
                      <a:pt x="76" y="0"/>
                    </a:lnTo>
                    <a:lnTo>
                      <a:pt x="33" y="5"/>
                    </a:lnTo>
                    <a:lnTo>
                      <a:pt x="0" y="9"/>
                    </a:lnTo>
                    <a:lnTo>
                      <a:pt x="9" y="81"/>
                    </a:lnTo>
                    <a:lnTo>
                      <a:pt x="12" y="64"/>
                    </a:lnTo>
                    <a:lnTo>
                      <a:pt x="22" y="52"/>
                    </a:lnTo>
                    <a:lnTo>
                      <a:pt x="40" y="48"/>
                    </a:lnTo>
                    <a:lnTo>
                      <a:pt x="60" y="49"/>
                    </a:lnTo>
                    <a:lnTo>
                      <a:pt x="76" y="57"/>
                    </a:lnTo>
                    <a:lnTo>
                      <a:pt x="87" y="75"/>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3" name="Freeform 47">
                <a:extLst>
                  <a:ext uri="{FF2B5EF4-FFF2-40B4-BE49-F238E27FC236}">
                    <a16:creationId xmlns:a16="http://schemas.microsoft.com/office/drawing/2014/main" id="{DBA60A64-3D00-4C96-9B2E-97C3269EEA32}"/>
                  </a:ext>
                </a:extLst>
              </p:cNvPr>
              <p:cNvSpPr>
                <a:spLocks/>
              </p:cNvSpPr>
              <p:nvPr/>
            </p:nvSpPr>
            <p:spPr bwMode="auto">
              <a:xfrm>
                <a:off x="1408" y="22"/>
                <a:ext cx="2967" cy="505"/>
              </a:xfrm>
              <a:custGeom>
                <a:avLst/>
                <a:gdLst>
                  <a:gd name="T0" fmla="*/ 0 w 2967"/>
                  <a:gd name="T1" fmla="*/ 135 h 505"/>
                  <a:gd name="T2" fmla="*/ 207 w 2967"/>
                  <a:gd name="T3" fmla="*/ 87 h 505"/>
                  <a:gd name="T4" fmla="*/ 442 w 2967"/>
                  <a:gd name="T5" fmla="*/ 54 h 505"/>
                  <a:gd name="T6" fmla="*/ 640 w 2967"/>
                  <a:gd name="T7" fmla="*/ 36 h 505"/>
                  <a:gd name="T8" fmla="*/ 897 w 2967"/>
                  <a:gd name="T9" fmla="*/ 18 h 505"/>
                  <a:gd name="T10" fmla="*/ 1215 w 2967"/>
                  <a:gd name="T11" fmla="*/ 3 h 505"/>
                  <a:gd name="T12" fmla="*/ 1392 w 2967"/>
                  <a:gd name="T13" fmla="*/ 0 h 505"/>
                  <a:gd name="T14" fmla="*/ 1710 w 2967"/>
                  <a:gd name="T15" fmla="*/ 0 h 505"/>
                  <a:gd name="T16" fmla="*/ 1997 w 2967"/>
                  <a:gd name="T17" fmla="*/ 12 h 505"/>
                  <a:gd name="T18" fmla="*/ 2258 w 2967"/>
                  <a:gd name="T19" fmla="*/ 24 h 505"/>
                  <a:gd name="T20" fmla="*/ 2493 w 2967"/>
                  <a:gd name="T21" fmla="*/ 42 h 505"/>
                  <a:gd name="T22" fmla="*/ 2674 w 2967"/>
                  <a:gd name="T23" fmla="*/ 60 h 505"/>
                  <a:gd name="T24" fmla="*/ 2828 w 2967"/>
                  <a:gd name="T25" fmla="*/ 81 h 505"/>
                  <a:gd name="T26" fmla="*/ 2966 w 2967"/>
                  <a:gd name="T27" fmla="*/ 102 h 505"/>
                  <a:gd name="T28" fmla="*/ 2966 w 2967"/>
                  <a:gd name="T29" fmla="*/ 504 h 505"/>
                  <a:gd name="T30" fmla="*/ 2833 w 2967"/>
                  <a:gd name="T31" fmla="*/ 480 h 505"/>
                  <a:gd name="T32" fmla="*/ 2563 w 2967"/>
                  <a:gd name="T33" fmla="*/ 441 h 505"/>
                  <a:gd name="T34" fmla="*/ 2382 w 2967"/>
                  <a:gd name="T35" fmla="*/ 423 h 505"/>
                  <a:gd name="T36" fmla="*/ 2134 w 2967"/>
                  <a:gd name="T37" fmla="*/ 405 h 505"/>
                  <a:gd name="T38" fmla="*/ 1944 w 2967"/>
                  <a:gd name="T39" fmla="*/ 396 h 505"/>
                  <a:gd name="T40" fmla="*/ 1746 w 2967"/>
                  <a:gd name="T41" fmla="*/ 387 h 505"/>
                  <a:gd name="T42" fmla="*/ 1529 w 2967"/>
                  <a:gd name="T43" fmla="*/ 387 h 505"/>
                  <a:gd name="T44" fmla="*/ 1295 w 2967"/>
                  <a:gd name="T45" fmla="*/ 387 h 505"/>
                  <a:gd name="T46" fmla="*/ 1047 w 2967"/>
                  <a:gd name="T47" fmla="*/ 393 h 505"/>
                  <a:gd name="T48" fmla="*/ 853 w 2967"/>
                  <a:gd name="T49" fmla="*/ 402 h 505"/>
                  <a:gd name="T50" fmla="*/ 654 w 2967"/>
                  <a:gd name="T51" fmla="*/ 414 h 505"/>
                  <a:gd name="T52" fmla="*/ 468 w 2967"/>
                  <a:gd name="T53" fmla="*/ 429 h 505"/>
                  <a:gd name="T54" fmla="*/ 296 w 2967"/>
                  <a:gd name="T55" fmla="*/ 447 h 505"/>
                  <a:gd name="T56" fmla="*/ 150 w 2967"/>
                  <a:gd name="T57" fmla="*/ 468 h 505"/>
                  <a:gd name="T58" fmla="*/ 13 w 2967"/>
                  <a:gd name="T59" fmla="*/ 492 h 505"/>
                  <a:gd name="T60" fmla="*/ 0 w 2967"/>
                  <a:gd name="T61" fmla="*/ 135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7" h="505">
                    <a:moveTo>
                      <a:pt x="0" y="135"/>
                    </a:moveTo>
                    <a:lnTo>
                      <a:pt x="207" y="87"/>
                    </a:lnTo>
                    <a:lnTo>
                      <a:pt x="442" y="54"/>
                    </a:lnTo>
                    <a:lnTo>
                      <a:pt x="640" y="36"/>
                    </a:lnTo>
                    <a:lnTo>
                      <a:pt x="897" y="18"/>
                    </a:lnTo>
                    <a:lnTo>
                      <a:pt x="1215" y="3"/>
                    </a:lnTo>
                    <a:lnTo>
                      <a:pt x="1392" y="0"/>
                    </a:lnTo>
                    <a:lnTo>
                      <a:pt x="1710" y="0"/>
                    </a:lnTo>
                    <a:lnTo>
                      <a:pt x="1997" y="12"/>
                    </a:lnTo>
                    <a:lnTo>
                      <a:pt x="2258" y="24"/>
                    </a:lnTo>
                    <a:lnTo>
                      <a:pt x="2493" y="42"/>
                    </a:lnTo>
                    <a:lnTo>
                      <a:pt x="2674" y="60"/>
                    </a:lnTo>
                    <a:lnTo>
                      <a:pt x="2828" y="81"/>
                    </a:lnTo>
                    <a:lnTo>
                      <a:pt x="2966" y="102"/>
                    </a:lnTo>
                    <a:lnTo>
                      <a:pt x="2966" y="504"/>
                    </a:lnTo>
                    <a:lnTo>
                      <a:pt x="2833" y="480"/>
                    </a:lnTo>
                    <a:lnTo>
                      <a:pt x="2563" y="441"/>
                    </a:lnTo>
                    <a:lnTo>
                      <a:pt x="2382" y="423"/>
                    </a:lnTo>
                    <a:lnTo>
                      <a:pt x="2134" y="405"/>
                    </a:lnTo>
                    <a:lnTo>
                      <a:pt x="1944" y="396"/>
                    </a:lnTo>
                    <a:lnTo>
                      <a:pt x="1746" y="387"/>
                    </a:lnTo>
                    <a:lnTo>
                      <a:pt x="1529" y="387"/>
                    </a:lnTo>
                    <a:lnTo>
                      <a:pt x="1295" y="387"/>
                    </a:lnTo>
                    <a:lnTo>
                      <a:pt x="1047" y="393"/>
                    </a:lnTo>
                    <a:lnTo>
                      <a:pt x="853" y="402"/>
                    </a:lnTo>
                    <a:lnTo>
                      <a:pt x="654" y="414"/>
                    </a:lnTo>
                    <a:lnTo>
                      <a:pt x="468" y="429"/>
                    </a:lnTo>
                    <a:lnTo>
                      <a:pt x="296" y="447"/>
                    </a:lnTo>
                    <a:lnTo>
                      <a:pt x="150" y="468"/>
                    </a:lnTo>
                    <a:lnTo>
                      <a:pt x="13" y="492"/>
                    </a:lnTo>
                    <a:lnTo>
                      <a:pt x="0" y="135"/>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4" name="Freeform 48">
                <a:extLst>
                  <a:ext uri="{FF2B5EF4-FFF2-40B4-BE49-F238E27FC236}">
                    <a16:creationId xmlns:a16="http://schemas.microsoft.com/office/drawing/2014/main" id="{60B99F6B-9EF9-461C-8902-D54879C05CFC}"/>
                  </a:ext>
                </a:extLst>
              </p:cNvPr>
              <p:cNvSpPr>
                <a:spLocks/>
              </p:cNvSpPr>
              <p:nvPr/>
            </p:nvSpPr>
            <p:spPr bwMode="auto">
              <a:xfrm>
                <a:off x="607" y="128"/>
                <a:ext cx="823" cy="476"/>
              </a:xfrm>
              <a:custGeom>
                <a:avLst/>
                <a:gdLst>
                  <a:gd name="T0" fmla="*/ 815 w 823"/>
                  <a:gd name="T1" fmla="*/ 30 h 476"/>
                  <a:gd name="T2" fmla="*/ 822 w 823"/>
                  <a:gd name="T3" fmla="*/ 387 h 476"/>
                  <a:gd name="T4" fmla="*/ 746 w 823"/>
                  <a:gd name="T5" fmla="*/ 423 h 476"/>
                  <a:gd name="T6" fmla="*/ 676 w 823"/>
                  <a:gd name="T7" fmla="*/ 447 h 476"/>
                  <a:gd name="T8" fmla="*/ 619 w 823"/>
                  <a:gd name="T9" fmla="*/ 459 h 476"/>
                  <a:gd name="T10" fmla="*/ 571 w 823"/>
                  <a:gd name="T11" fmla="*/ 466 h 476"/>
                  <a:gd name="T12" fmla="*/ 517 w 823"/>
                  <a:gd name="T13" fmla="*/ 472 h 476"/>
                  <a:gd name="T14" fmla="*/ 427 w 823"/>
                  <a:gd name="T15" fmla="*/ 475 h 476"/>
                  <a:gd name="T16" fmla="*/ 344 w 823"/>
                  <a:gd name="T17" fmla="*/ 468 h 476"/>
                  <a:gd name="T18" fmla="*/ 259 w 823"/>
                  <a:gd name="T19" fmla="*/ 454 h 476"/>
                  <a:gd name="T20" fmla="*/ 177 w 823"/>
                  <a:gd name="T21" fmla="*/ 429 h 476"/>
                  <a:gd name="T22" fmla="*/ 105 w 823"/>
                  <a:gd name="T23" fmla="*/ 396 h 476"/>
                  <a:gd name="T24" fmla="*/ 41 w 823"/>
                  <a:gd name="T25" fmla="*/ 360 h 476"/>
                  <a:gd name="T26" fmla="*/ 0 w 823"/>
                  <a:gd name="T27" fmla="*/ 325 h 476"/>
                  <a:gd name="T28" fmla="*/ 0 w 823"/>
                  <a:gd name="T29" fmla="*/ 0 h 476"/>
                  <a:gd name="T30" fmla="*/ 46 w 823"/>
                  <a:gd name="T31" fmla="*/ 28 h 476"/>
                  <a:gd name="T32" fmla="*/ 105 w 823"/>
                  <a:gd name="T33" fmla="*/ 52 h 476"/>
                  <a:gd name="T34" fmla="*/ 175 w 823"/>
                  <a:gd name="T35" fmla="*/ 73 h 476"/>
                  <a:gd name="T36" fmla="*/ 244 w 823"/>
                  <a:gd name="T37" fmla="*/ 90 h 476"/>
                  <a:gd name="T38" fmla="*/ 314 w 823"/>
                  <a:gd name="T39" fmla="*/ 99 h 476"/>
                  <a:gd name="T40" fmla="*/ 361 w 823"/>
                  <a:gd name="T41" fmla="*/ 103 h 476"/>
                  <a:gd name="T42" fmla="*/ 401 w 823"/>
                  <a:gd name="T43" fmla="*/ 105 h 476"/>
                  <a:gd name="T44" fmla="*/ 471 w 823"/>
                  <a:gd name="T45" fmla="*/ 105 h 476"/>
                  <a:gd name="T46" fmla="*/ 515 w 823"/>
                  <a:gd name="T47" fmla="*/ 102 h 476"/>
                  <a:gd name="T48" fmla="*/ 555 w 823"/>
                  <a:gd name="T49" fmla="*/ 97 h 476"/>
                  <a:gd name="T50" fmla="*/ 600 w 823"/>
                  <a:gd name="T51" fmla="*/ 93 h 476"/>
                  <a:gd name="T52" fmla="*/ 640 w 823"/>
                  <a:gd name="T53" fmla="*/ 85 h 476"/>
                  <a:gd name="T54" fmla="*/ 689 w 823"/>
                  <a:gd name="T55" fmla="*/ 75 h 476"/>
                  <a:gd name="T56" fmla="*/ 733 w 823"/>
                  <a:gd name="T57" fmla="*/ 61 h 476"/>
                  <a:gd name="T58" fmla="*/ 777 w 823"/>
                  <a:gd name="T59" fmla="*/ 46 h 476"/>
                  <a:gd name="T60" fmla="*/ 815 w 823"/>
                  <a:gd name="T61" fmla="*/ 3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3" h="476">
                    <a:moveTo>
                      <a:pt x="815" y="30"/>
                    </a:moveTo>
                    <a:lnTo>
                      <a:pt x="822" y="387"/>
                    </a:lnTo>
                    <a:lnTo>
                      <a:pt x="746" y="423"/>
                    </a:lnTo>
                    <a:lnTo>
                      <a:pt x="676" y="447"/>
                    </a:lnTo>
                    <a:lnTo>
                      <a:pt x="619" y="459"/>
                    </a:lnTo>
                    <a:lnTo>
                      <a:pt x="571" y="466"/>
                    </a:lnTo>
                    <a:lnTo>
                      <a:pt x="517" y="472"/>
                    </a:lnTo>
                    <a:lnTo>
                      <a:pt x="427" y="475"/>
                    </a:lnTo>
                    <a:lnTo>
                      <a:pt x="344" y="468"/>
                    </a:lnTo>
                    <a:lnTo>
                      <a:pt x="259" y="454"/>
                    </a:lnTo>
                    <a:lnTo>
                      <a:pt x="177" y="429"/>
                    </a:lnTo>
                    <a:lnTo>
                      <a:pt x="105" y="396"/>
                    </a:lnTo>
                    <a:lnTo>
                      <a:pt x="41" y="360"/>
                    </a:lnTo>
                    <a:lnTo>
                      <a:pt x="0" y="325"/>
                    </a:lnTo>
                    <a:lnTo>
                      <a:pt x="0" y="0"/>
                    </a:lnTo>
                    <a:lnTo>
                      <a:pt x="46" y="28"/>
                    </a:lnTo>
                    <a:lnTo>
                      <a:pt x="105" y="52"/>
                    </a:lnTo>
                    <a:lnTo>
                      <a:pt x="175" y="73"/>
                    </a:lnTo>
                    <a:lnTo>
                      <a:pt x="244" y="90"/>
                    </a:lnTo>
                    <a:lnTo>
                      <a:pt x="314" y="99"/>
                    </a:lnTo>
                    <a:lnTo>
                      <a:pt x="361" y="103"/>
                    </a:lnTo>
                    <a:lnTo>
                      <a:pt x="401" y="105"/>
                    </a:lnTo>
                    <a:lnTo>
                      <a:pt x="471" y="105"/>
                    </a:lnTo>
                    <a:lnTo>
                      <a:pt x="515" y="102"/>
                    </a:lnTo>
                    <a:lnTo>
                      <a:pt x="555" y="97"/>
                    </a:lnTo>
                    <a:lnTo>
                      <a:pt x="600" y="93"/>
                    </a:lnTo>
                    <a:lnTo>
                      <a:pt x="640" y="85"/>
                    </a:lnTo>
                    <a:lnTo>
                      <a:pt x="689" y="75"/>
                    </a:lnTo>
                    <a:lnTo>
                      <a:pt x="733" y="61"/>
                    </a:lnTo>
                    <a:lnTo>
                      <a:pt x="777" y="46"/>
                    </a:lnTo>
                    <a:lnTo>
                      <a:pt x="815" y="3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5" name="Freeform 49">
                <a:extLst>
                  <a:ext uri="{FF2B5EF4-FFF2-40B4-BE49-F238E27FC236}">
                    <a16:creationId xmlns:a16="http://schemas.microsoft.com/office/drawing/2014/main" id="{3ED04210-6627-42A5-8629-5ED6B317BEA8}"/>
                  </a:ext>
                </a:extLst>
              </p:cNvPr>
              <p:cNvSpPr>
                <a:spLocks/>
              </p:cNvSpPr>
              <p:nvPr/>
            </p:nvSpPr>
            <p:spPr bwMode="auto">
              <a:xfrm>
                <a:off x="154" y="586"/>
                <a:ext cx="551" cy="375"/>
              </a:xfrm>
              <a:custGeom>
                <a:avLst/>
                <a:gdLst>
                  <a:gd name="T0" fmla="*/ 16 w 551"/>
                  <a:gd name="T1" fmla="*/ 59 h 375"/>
                  <a:gd name="T2" fmla="*/ 0 w 551"/>
                  <a:gd name="T3" fmla="*/ 135 h 375"/>
                  <a:gd name="T4" fmla="*/ 10 w 551"/>
                  <a:gd name="T5" fmla="*/ 162 h 375"/>
                  <a:gd name="T6" fmla="*/ 33 w 551"/>
                  <a:gd name="T7" fmla="*/ 203 h 375"/>
                  <a:gd name="T8" fmla="*/ 57 w 551"/>
                  <a:gd name="T9" fmla="*/ 240 h 375"/>
                  <a:gd name="T10" fmla="*/ 85 w 551"/>
                  <a:gd name="T11" fmla="*/ 270 h 375"/>
                  <a:gd name="T12" fmla="*/ 120 w 551"/>
                  <a:gd name="T13" fmla="*/ 300 h 375"/>
                  <a:gd name="T14" fmla="*/ 153 w 551"/>
                  <a:gd name="T15" fmla="*/ 321 h 375"/>
                  <a:gd name="T16" fmla="*/ 189 w 551"/>
                  <a:gd name="T17" fmla="*/ 341 h 375"/>
                  <a:gd name="T18" fmla="*/ 235 w 551"/>
                  <a:gd name="T19" fmla="*/ 359 h 375"/>
                  <a:gd name="T20" fmla="*/ 270 w 551"/>
                  <a:gd name="T21" fmla="*/ 368 h 375"/>
                  <a:gd name="T22" fmla="*/ 312 w 551"/>
                  <a:gd name="T23" fmla="*/ 374 h 375"/>
                  <a:gd name="T24" fmla="*/ 351 w 551"/>
                  <a:gd name="T25" fmla="*/ 374 h 375"/>
                  <a:gd name="T26" fmla="*/ 393 w 551"/>
                  <a:gd name="T27" fmla="*/ 369 h 375"/>
                  <a:gd name="T28" fmla="*/ 436 w 551"/>
                  <a:gd name="T29" fmla="*/ 356 h 375"/>
                  <a:gd name="T30" fmla="*/ 475 w 551"/>
                  <a:gd name="T31" fmla="*/ 335 h 375"/>
                  <a:gd name="T32" fmla="*/ 498 w 551"/>
                  <a:gd name="T33" fmla="*/ 317 h 375"/>
                  <a:gd name="T34" fmla="*/ 526 w 551"/>
                  <a:gd name="T35" fmla="*/ 291 h 375"/>
                  <a:gd name="T36" fmla="*/ 541 w 551"/>
                  <a:gd name="T37" fmla="*/ 269 h 375"/>
                  <a:gd name="T38" fmla="*/ 550 w 551"/>
                  <a:gd name="T39" fmla="*/ 251 h 375"/>
                  <a:gd name="T40" fmla="*/ 550 w 551"/>
                  <a:gd name="T41" fmla="*/ 231 h 375"/>
                  <a:gd name="T42" fmla="*/ 544 w 551"/>
                  <a:gd name="T43" fmla="*/ 207 h 375"/>
                  <a:gd name="T44" fmla="*/ 532 w 551"/>
                  <a:gd name="T45" fmla="*/ 189 h 375"/>
                  <a:gd name="T46" fmla="*/ 523 w 551"/>
                  <a:gd name="T47" fmla="*/ 150 h 375"/>
                  <a:gd name="T48" fmla="*/ 519 w 551"/>
                  <a:gd name="T49" fmla="*/ 129 h 375"/>
                  <a:gd name="T50" fmla="*/ 267 w 551"/>
                  <a:gd name="T51" fmla="*/ 147 h 375"/>
                  <a:gd name="T52" fmla="*/ 234 w 551"/>
                  <a:gd name="T53" fmla="*/ 140 h 375"/>
                  <a:gd name="T54" fmla="*/ 193 w 551"/>
                  <a:gd name="T55" fmla="*/ 126 h 375"/>
                  <a:gd name="T56" fmla="*/ 162 w 551"/>
                  <a:gd name="T57" fmla="*/ 108 h 375"/>
                  <a:gd name="T58" fmla="*/ 129 w 551"/>
                  <a:gd name="T59" fmla="*/ 86 h 375"/>
                  <a:gd name="T60" fmla="*/ 97 w 551"/>
                  <a:gd name="T61" fmla="*/ 54 h 375"/>
                  <a:gd name="T62" fmla="*/ 78 w 551"/>
                  <a:gd name="T63" fmla="*/ 27 h 375"/>
                  <a:gd name="T64" fmla="*/ 60 w 551"/>
                  <a:gd name="T65" fmla="*/ 0 h 375"/>
                  <a:gd name="T66" fmla="*/ 16 w 551"/>
                  <a:gd name="T67" fmla="*/ 5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5">
                    <a:moveTo>
                      <a:pt x="16" y="59"/>
                    </a:moveTo>
                    <a:lnTo>
                      <a:pt x="0" y="135"/>
                    </a:lnTo>
                    <a:lnTo>
                      <a:pt x="10" y="162"/>
                    </a:lnTo>
                    <a:lnTo>
                      <a:pt x="33" y="203"/>
                    </a:lnTo>
                    <a:lnTo>
                      <a:pt x="57" y="240"/>
                    </a:lnTo>
                    <a:lnTo>
                      <a:pt x="85" y="270"/>
                    </a:lnTo>
                    <a:lnTo>
                      <a:pt x="120" y="300"/>
                    </a:lnTo>
                    <a:lnTo>
                      <a:pt x="153" y="321"/>
                    </a:lnTo>
                    <a:lnTo>
                      <a:pt x="189" y="341"/>
                    </a:lnTo>
                    <a:lnTo>
                      <a:pt x="235" y="359"/>
                    </a:lnTo>
                    <a:lnTo>
                      <a:pt x="270" y="368"/>
                    </a:lnTo>
                    <a:lnTo>
                      <a:pt x="312" y="374"/>
                    </a:lnTo>
                    <a:lnTo>
                      <a:pt x="351" y="374"/>
                    </a:lnTo>
                    <a:lnTo>
                      <a:pt x="393" y="369"/>
                    </a:lnTo>
                    <a:lnTo>
                      <a:pt x="436" y="356"/>
                    </a:lnTo>
                    <a:lnTo>
                      <a:pt x="475" y="335"/>
                    </a:lnTo>
                    <a:lnTo>
                      <a:pt x="498" y="317"/>
                    </a:lnTo>
                    <a:lnTo>
                      <a:pt x="526" y="291"/>
                    </a:lnTo>
                    <a:lnTo>
                      <a:pt x="541" y="269"/>
                    </a:lnTo>
                    <a:lnTo>
                      <a:pt x="550" y="251"/>
                    </a:lnTo>
                    <a:lnTo>
                      <a:pt x="550" y="231"/>
                    </a:lnTo>
                    <a:lnTo>
                      <a:pt x="544" y="207"/>
                    </a:lnTo>
                    <a:lnTo>
                      <a:pt x="532" y="189"/>
                    </a:lnTo>
                    <a:lnTo>
                      <a:pt x="523" y="150"/>
                    </a:lnTo>
                    <a:lnTo>
                      <a:pt x="519" y="129"/>
                    </a:lnTo>
                    <a:lnTo>
                      <a:pt x="267" y="147"/>
                    </a:lnTo>
                    <a:lnTo>
                      <a:pt x="234" y="140"/>
                    </a:lnTo>
                    <a:lnTo>
                      <a:pt x="193" y="126"/>
                    </a:lnTo>
                    <a:lnTo>
                      <a:pt x="162" y="108"/>
                    </a:lnTo>
                    <a:lnTo>
                      <a:pt x="129" y="86"/>
                    </a:lnTo>
                    <a:lnTo>
                      <a:pt x="97" y="54"/>
                    </a:lnTo>
                    <a:lnTo>
                      <a:pt x="78" y="27"/>
                    </a:lnTo>
                    <a:lnTo>
                      <a:pt x="60" y="0"/>
                    </a:lnTo>
                    <a:lnTo>
                      <a:pt x="16" y="59"/>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6" name="Freeform 50">
                <a:extLst>
                  <a:ext uri="{FF2B5EF4-FFF2-40B4-BE49-F238E27FC236}">
                    <a16:creationId xmlns:a16="http://schemas.microsoft.com/office/drawing/2014/main" id="{1E91144E-DDCA-4773-B981-48E5B809A545}"/>
                  </a:ext>
                </a:extLst>
              </p:cNvPr>
              <p:cNvSpPr>
                <a:spLocks/>
              </p:cNvSpPr>
              <p:nvPr/>
            </p:nvSpPr>
            <p:spPr bwMode="auto">
              <a:xfrm>
                <a:off x="134" y="129"/>
                <a:ext cx="475" cy="610"/>
              </a:xfrm>
              <a:custGeom>
                <a:avLst/>
                <a:gdLst>
                  <a:gd name="T0" fmla="*/ 474 w 475"/>
                  <a:gd name="T1" fmla="*/ 0 h 610"/>
                  <a:gd name="T2" fmla="*/ 474 w 475"/>
                  <a:gd name="T3" fmla="*/ 325 h 610"/>
                  <a:gd name="T4" fmla="*/ 446 w 475"/>
                  <a:gd name="T5" fmla="*/ 322 h 610"/>
                  <a:gd name="T6" fmla="*/ 411 w 475"/>
                  <a:gd name="T7" fmla="*/ 324 h 610"/>
                  <a:gd name="T8" fmla="*/ 353 w 475"/>
                  <a:gd name="T9" fmla="*/ 331 h 610"/>
                  <a:gd name="T10" fmla="*/ 296 w 475"/>
                  <a:gd name="T11" fmla="*/ 343 h 610"/>
                  <a:gd name="T12" fmla="*/ 243 w 475"/>
                  <a:gd name="T13" fmla="*/ 357 h 610"/>
                  <a:gd name="T14" fmla="*/ 200 w 475"/>
                  <a:gd name="T15" fmla="*/ 375 h 610"/>
                  <a:gd name="T16" fmla="*/ 149 w 475"/>
                  <a:gd name="T17" fmla="*/ 403 h 610"/>
                  <a:gd name="T18" fmla="*/ 110 w 475"/>
                  <a:gd name="T19" fmla="*/ 432 h 610"/>
                  <a:gd name="T20" fmla="*/ 81 w 475"/>
                  <a:gd name="T21" fmla="*/ 459 h 610"/>
                  <a:gd name="T22" fmla="*/ 60 w 475"/>
                  <a:gd name="T23" fmla="*/ 486 h 610"/>
                  <a:gd name="T24" fmla="*/ 47 w 475"/>
                  <a:gd name="T25" fmla="*/ 510 h 610"/>
                  <a:gd name="T26" fmla="*/ 35 w 475"/>
                  <a:gd name="T27" fmla="*/ 540 h 610"/>
                  <a:gd name="T28" fmla="*/ 30 w 475"/>
                  <a:gd name="T29" fmla="*/ 567 h 610"/>
                  <a:gd name="T30" fmla="*/ 23 w 475"/>
                  <a:gd name="T31" fmla="*/ 609 h 610"/>
                  <a:gd name="T32" fmla="*/ 17 w 475"/>
                  <a:gd name="T33" fmla="*/ 573 h 610"/>
                  <a:gd name="T34" fmla="*/ 8 w 475"/>
                  <a:gd name="T35" fmla="*/ 532 h 610"/>
                  <a:gd name="T36" fmla="*/ 5 w 475"/>
                  <a:gd name="T37" fmla="*/ 501 h 610"/>
                  <a:gd name="T38" fmla="*/ 0 w 475"/>
                  <a:gd name="T39" fmla="*/ 465 h 610"/>
                  <a:gd name="T40" fmla="*/ 2 w 475"/>
                  <a:gd name="T41" fmla="*/ 435 h 610"/>
                  <a:gd name="T42" fmla="*/ 8 w 475"/>
                  <a:gd name="T43" fmla="*/ 399 h 610"/>
                  <a:gd name="T44" fmla="*/ 15 w 475"/>
                  <a:gd name="T45" fmla="*/ 351 h 610"/>
                  <a:gd name="T46" fmla="*/ 30 w 475"/>
                  <a:gd name="T47" fmla="*/ 309 h 610"/>
                  <a:gd name="T48" fmla="*/ 50 w 475"/>
                  <a:gd name="T49" fmla="*/ 264 h 610"/>
                  <a:gd name="T50" fmla="*/ 75 w 475"/>
                  <a:gd name="T51" fmla="*/ 217 h 610"/>
                  <a:gd name="T52" fmla="*/ 111 w 475"/>
                  <a:gd name="T53" fmla="*/ 169 h 610"/>
                  <a:gd name="T54" fmla="*/ 152 w 475"/>
                  <a:gd name="T55" fmla="*/ 129 h 610"/>
                  <a:gd name="T56" fmla="*/ 188 w 475"/>
                  <a:gd name="T57" fmla="*/ 97 h 610"/>
                  <a:gd name="T58" fmla="*/ 233 w 475"/>
                  <a:gd name="T59" fmla="*/ 67 h 610"/>
                  <a:gd name="T60" fmla="*/ 279 w 475"/>
                  <a:gd name="T61" fmla="*/ 45 h 610"/>
                  <a:gd name="T62" fmla="*/ 333 w 475"/>
                  <a:gd name="T63" fmla="*/ 24 h 610"/>
                  <a:gd name="T64" fmla="*/ 380 w 475"/>
                  <a:gd name="T65" fmla="*/ 12 h 610"/>
                  <a:gd name="T66" fmla="*/ 435 w 475"/>
                  <a:gd name="T67" fmla="*/ 4 h 610"/>
                  <a:gd name="T68" fmla="*/ 474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474" y="0"/>
                    </a:moveTo>
                    <a:lnTo>
                      <a:pt x="474" y="325"/>
                    </a:lnTo>
                    <a:lnTo>
                      <a:pt x="446" y="322"/>
                    </a:lnTo>
                    <a:lnTo>
                      <a:pt x="411" y="324"/>
                    </a:lnTo>
                    <a:lnTo>
                      <a:pt x="353" y="331"/>
                    </a:lnTo>
                    <a:lnTo>
                      <a:pt x="296" y="343"/>
                    </a:lnTo>
                    <a:lnTo>
                      <a:pt x="243" y="357"/>
                    </a:lnTo>
                    <a:lnTo>
                      <a:pt x="200" y="375"/>
                    </a:lnTo>
                    <a:lnTo>
                      <a:pt x="149" y="403"/>
                    </a:lnTo>
                    <a:lnTo>
                      <a:pt x="110" y="432"/>
                    </a:lnTo>
                    <a:lnTo>
                      <a:pt x="81" y="459"/>
                    </a:lnTo>
                    <a:lnTo>
                      <a:pt x="60" y="486"/>
                    </a:lnTo>
                    <a:lnTo>
                      <a:pt x="47" y="510"/>
                    </a:lnTo>
                    <a:lnTo>
                      <a:pt x="35" y="540"/>
                    </a:lnTo>
                    <a:lnTo>
                      <a:pt x="30" y="567"/>
                    </a:lnTo>
                    <a:lnTo>
                      <a:pt x="23" y="609"/>
                    </a:lnTo>
                    <a:lnTo>
                      <a:pt x="17" y="573"/>
                    </a:lnTo>
                    <a:lnTo>
                      <a:pt x="8" y="532"/>
                    </a:lnTo>
                    <a:lnTo>
                      <a:pt x="5" y="501"/>
                    </a:lnTo>
                    <a:lnTo>
                      <a:pt x="0" y="465"/>
                    </a:lnTo>
                    <a:lnTo>
                      <a:pt x="2" y="435"/>
                    </a:lnTo>
                    <a:lnTo>
                      <a:pt x="8" y="399"/>
                    </a:lnTo>
                    <a:lnTo>
                      <a:pt x="15" y="351"/>
                    </a:lnTo>
                    <a:lnTo>
                      <a:pt x="30" y="309"/>
                    </a:lnTo>
                    <a:lnTo>
                      <a:pt x="50" y="264"/>
                    </a:lnTo>
                    <a:lnTo>
                      <a:pt x="75" y="217"/>
                    </a:lnTo>
                    <a:lnTo>
                      <a:pt x="111" y="169"/>
                    </a:lnTo>
                    <a:lnTo>
                      <a:pt x="152" y="129"/>
                    </a:lnTo>
                    <a:lnTo>
                      <a:pt x="188" y="97"/>
                    </a:lnTo>
                    <a:lnTo>
                      <a:pt x="233" y="67"/>
                    </a:lnTo>
                    <a:lnTo>
                      <a:pt x="279" y="45"/>
                    </a:lnTo>
                    <a:lnTo>
                      <a:pt x="333" y="24"/>
                    </a:lnTo>
                    <a:lnTo>
                      <a:pt x="380" y="12"/>
                    </a:lnTo>
                    <a:lnTo>
                      <a:pt x="435" y="4"/>
                    </a:lnTo>
                    <a:lnTo>
                      <a:pt x="474"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7" name="Freeform 51">
                <a:extLst>
                  <a:ext uri="{FF2B5EF4-FFF2-40B4-BE49-F238E27FC236}">
                    <a16:creationId xmlns:a16="http://schemas.microsoft.com/office/drawing/2014/main" id="{28A05D48-20DA-480F-8D45-F81E1923AB00}"/>
                  </a:ext>
                </a:extLst>
              </p:cNvPr>
              <p:cNvSpPr>
                <a:spLocks/>
              </p:cNvSpPr>
              <p:nvPr/>
            </p:nvSpPr>
            <p:spPr bwMode="auto">
              <a:xfrm>
                <a:off x="422" y="756"/>
                <a:ext cx="156" cy="130"/>
              </a:xfrm>
              <a:custGeom>
                <a:avLst/>
                <a:gdLst>
                  <a:gd name="T0" fmla="*/ 72 w 156"/>
                  <a:gd name="T1" fmla="*/ 0 h 130"/>
                  <a:gd name="T2" fmla="*/ 21 w 156"/>
                  <a:gd name="T3" fmla="*/ 22 h 130"/>
                  <a:gd name="T4" fmla="*/ 3 w 156"/>
                  <a:gd name="T5" fmla="*/ 51 h 130"/>
                  <a:gd name="T6" fmla="*/ 0 w 156"/>
                  <a:gd name="T7" fmla="*/ 78 h 130"/>
                  <a:gd name="T8" fmla="*/ 0 w 156"/>
                  <a:gd name="T9" fmla="*/ 93 h 130"/>
                  <a:gd name="T10" fmla="*/ 9 w 156"/>
                  <a:gd name="T11" fmla="*/ 111 h 130"/>
                  <a:gd name="T12" fmla="*/ 29 w 156"/>
                  <a:gd name="T13" fmla="*/ 120 h 130"/>
                  <a:gd name="T14" fmla="*/ 50 w 156"/>
                  <a:gd name="T15" fmla="*/ 126 h 130"/>
                  <a:gd name="T16" fmla="*/ 69 w 156"/>
                  <a:gd name="T17" fmla="*/ 129 h 130"/>
                  <a:gd name="T18" fmla="*/ 86 w 156"/>
                  <a:gd name="T19" fmla="*/ 129 h 130"/>
                  <a:gd name="T20" fmla="*/ 114 w 156"/>
                  <a:gd name="T21" fmla="*/ 124 h 130"/>
                  <a:gd name="T22" fmla="*/ 134 w 156"/>
                  <a:gd name="T23" fmla="*/ 118 h 130"/>
                  <a:gd name="T24" fmla="*/ 146 w 156"/>
                  <a:gd name="T25" fmla="*/ 109 h 130"/>
                  <a:gd name="T26" fmla="*/ 153 w 156"/>
                  <a:gd name="T27" fmla="*/ 100 h 130"/>
                  <a:gd name="T28" fmla="*/ 155 w 156"/>
                  <a:gd name="T29" fmla="*/ 87 h 130"/>
                  <a:gd name="T30" fmla="*/ 153 w 156"/>
                  <a:gd name="T31" fmla="*/ 67 h 130"/>
                  <a:gd name="T32" fmla="*/ 146 w 156"/>
                  <a:gd name="T33" fmla="*/ 13 h 130"/>
                  <a:gd name="T34" fmla="*/ 72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72" y="0"/>
                    </a:moveTo>
                    <a:lnTo>
                      <a:pt x="21" y="22"/>
                    </a:lnTo>
                    <a:lnTo>
                      <a:pt x="3" y="51"/>
                    </a:lnTo>
                    <a:lnTo>
                      <a:pt x="0" y="78"/>
                    </a:lnTo>
                    <a:lnTo>
                      <a:pt x="0" y="93"/>
                    </a:lnTo>
                    <a:lnTo>
                      <a:pt x="9" y="111"/>
                    </a:lnTo>
                    <a:lnTo>
                      <a:pt x="29" y="120"/>
                    </a:lnTo>
                    <a:lnTo>
                      <a:pt x="50" y="126"/>
                    </a:lnTo>
                    <a:lnTo>
                      <a:pt x="69" y="129"/>
                    </a:lnTo>
                    <a:lnTo>
                      <a:pt x="86" y="129"/>
                    </a:lnTo>
                    <a:lnTo>
                      <a:pt x="114" y="124"/>
                    </a:lnTo>
                    <a:lnTo>
                      <a:pt x="134" y="118"/>
                    </a:lnTo>
                    <a:lnTo>
                      <a:pt x="146" y="109"/>
                    </a:lnTo>
                    <a:lnTo>
                      <a:pt x="153" y="100"/>
                    </a:lnTo>
                    <a:lnTo>
                      <a:pt x="155" y="87"/>
                    </a:lnTo>
                    <a:lnTo>
                      <a:pt x="153" y="67"/>
                    </a:lnTo>
                    <a:lnTo>
                      <a:pt x="146" y="13"/>
                    </a:lnTo>
                    <a:lnTo>
                      <a:pt x="72"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8" name="Freeform 52">
                <a:extLst>
                  <a:ext uri="{FF2B5EF4-FFF2-40B4-BE49-F238E27FC236}">
                    <a16:creationId xmlns:a16="http://schemas.microsoft.com/office/drawing/2014/main" id="{EA2F77A7-5405-4844-B515-3DFAB30C8BA6}"/>
                  </a:ext>
                </a:extLst>
              </p:cNvPr>
              <p:cNvSpPr>
                <a:spLocks/>
              </p:cNvSpPr>
              <p:nvPr/>
            </p:nvSpPr>
            <p:spPr bwMode="auto">
              <a:xfrm>
                <a:off x="494" y="771"/>
                <a:ext cx="88" cy="82"/>
              </a:xfrm>
              <a:custGeom>
                <a:avLst/>
                <a:gdLst>
                  <a:gd name="T0" fmla="*/ 87 w 88"/>
                  <a:gd name="T1" fmla="*/ 75 h 82"/>
                  <a:gd name="T2" fmla="*/ 76 w 88"/>
                  <a:gd name="T3" fmla="*/ 0 h 82"/>
                  <a:gd name="T4" fmla="*/ 33 w 88"/>
                  <a:gd name="T5" fmla="*/ 5 h 82"/>
                  <a:gd name="T6" fmla="*/ 0 w 88"/>
                  <a:gd name="T7" fmla="*/ 9 h 82"/>
                  <a:gd name="T8" fmla="*/ 9 w 88"/>
                  <a:gd name="T9" fmla="*/ 81 h 82"/>
                  <a:gd name="T10" fmla="*/ 12 w 88"/>
                  <a:gd name="T11" fmla="*/ 64 h 82"/>
                  <a:gd name="T12" fmla="*/ 22 w 88"/>
                  <a:gd name="T13" fmla="*/ 52 h 82"/>
                  <a:gd name="T14" fmla="*/ 40 w 88"/>
                  <a:gd name="T15" fmla="*/ 48 h 82"/>
                  <a:gd name="T16" fmla="*/ 60 w 88"/>
                  <a:gd name="T17" fmla="*/ 49 h 82"/>
                  <a:gd name="T18" fmla="*/ 76 w 88"/>
                  <a:gd name="T19" fmla="*/ 57 h 82"/>
                  <a:gd name="T20" fmla="*/ 87 w 88"/>
                  <a:gd name="T21" fmla="*/ 7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87" y="75"/>
                    </a:moveTo>
                    <a:lnTo>
                      <a:pt x="76" y="0"/>
                    </a:lnTo>
                    <a:lnTo>
                      <a:pt x="33" y="5"/>
                    </a:lnTo>
                    <a:lnTo>
                      <a:pt x="0" y="9"/>
                    </a:lnTo>
                    <a:lnTo>
                      <a:pt x="9" y="81"/>
                    </a:lnTo>
                    <a:lnTo>
                      <a:pt x="12" y="64"/>
                    </a:lnTo>
                    <a:lnTo>
                      <a:pt x="22" y="52"/>
                    </a:lnTo>
                    <a:lnTo>
                      <a:pt x="40" y="48"/>
                    </a:lnTo>
                    <a:lnTo>
                      <a:pt x="60" y="49"/>
                    </a:lnTo>
                    <a:lnTo>
                      <a:pt x="76" y="57"/>
                    </a:lnTo>
                    <a:lnTo>
                      <a:pt x="87" y="75"/>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9" name="Freeform 53">
                <a:extLst>
                  <a:ext uri="{FF2B5EF4-FFF2-40B4-BE49-F238E27FC236}">
                    <a16:creationId xmlns:a16="http://schemas.microsoft.com/office/drawing/2014/main" id="{6EF35BC4-0088-4B38-B86D-8317C74B88D5}"/>
                  </a:ext>
                </a:extLst>
              </p:cNvPr>
              <p:cNvSpPr>
                <a:spLocks/>
              </p:cNvSpPr>
              <p:nvPr/>
            </p:nvSpPr>
            <p:spPr bwMode="auto">
              <a:xfrm>
                <a:off x="386" y="527"/>
                <a:ext cx="319" cy="316"/>
              </a:xfrm>
              <a:custGeom>
                <a:avLst/>
                <a:gdLst>
                  <a:gd name="T0" fmla="*/ 317 w 319"/>
                  <a:gd name="T1" fmla="*/ 305 h 316"/>
                  <a:gd name="T2" fmla="*/ 315 w 319"/>
                  <a:gd name="T3" fmla="*/ 281 h 316"/>
                  <a:gd name="T4" fmla="*/ 306 w 319"/>
                  <a:gd name="T5" fmla="*/ 260 h 316"/>
                  <a:gd name="T6" fmla="*/ 299 w 319"/>
                  <a:gd name="T7" fmla="*/ 243 h 316"/>
                  <a:gd name="T8" fmla="*/ 294 w 319"/>
                  <a:gd name="T9" fmla="*/ 215 h 316"/>
                  <a:gd name="T10" fmla="*/ 288 w 319"/>
                  <a:gd name="T11" fmla="*/ 179 h 316"/>
                  <a:gd name="T12" fmla="*/ 284 w 319"/>
                  <a:gd name="T13" fmla="*/ 140 h 316"/>
                  <a:gd name="T14" fmla="*/ 281 w 319"/>
                  <a:gd name="T15" fmla="*/ 104 h 316"/>
                  <a:gd name="T16" fmla="*/ 279 w 319"/>
                  <a:gd name="T17" fmla="*/ 75 h 316"/>
                  <a:gd name="T18" fmla="*/ 278 w 319"/>
                  <a:gd name="T19" fmla="*/ 48 h 316"/>
                  <a:gd name="T20" fmla="*/ 270 w 319"/>
                  <a:gd name="T21" fmla="*/ 33 h 316"/>
                  <a:gd name="T22" fmla="*/ 255 w 319"/>
                  <a:gd name="T23" fmla="*/ 18 h 316"/>
                  <a:gd name="T24" fmla="*/ 240 w 319"/>
                  <a:gd name="T25" fmla="*/ 11 h 316"/>
                  <a:gd name="T26" fmla="*/ 216 w 319"/>
                  <a:gd name="T27" fmla="*/ 3 h 316"/>
                  <a:gd name="T28" fmla="*/ 189 w 319"/>
                  <a:gd name="T29" fmla="*/ 0 h 316"/>
                  <a:gd name="T30" fmla="*/ 147 w 319"/>
                  <a:gd name="T31" fmla="*/ 0 h 316"/>
                  <a:gd name="T32" fmla="*/ 110 w 319"/>
                  <a:gd name="T33" fmla="*/ 3 h 316"/>
                  <a:gd name="T34" fmla="*/ 74 w 319"/>
                  <a:gd name="T35" fmla="*/ 11 h 316"/>
                  <a:gd name="T36" fmla="*/ 41 w 319"/>
                  <a:gd name="T37" fmla="*/ 24 h 316"/>
                  <a:gd name="T38" fmla="*/ 20 w 319"/>
                  <a:gd name="T39" fmla="*/ 39 h 316"/>
                  <a:gd name="T40" fmla="*/ 8 w 319"/>
                  <a:gd name="T41" fmla="*/ 53 h 316"/>
                  <a:gd name="T42" fmla="*/ 0 w 319"/>
                  <a:gd name="T43" fmla="*/ 68 h 316"/>
                  <a:gd name="T44" fmla="*/ 2 w 319"/>
                  <a:gd name="T45" fmla="*/ 83 h 316"/>
                  <a:gd name="T46" fmla="*/ 5 w 319"/>
                  <a:gd name="T47" fmla="*/ 99 h 316"/>
                  <a:gd name="T48" fmla="*/ 15 w 319"/>
                  <a:gd name="T49" fmla="*/ 116 h 316"/>
                  <a:gd name="T50" fmla="*/ 23 w 319"/>
                  <a:gd name="T51" fmla="*/ 137 h 316"/>
                  <a:gd name="T52" fmla="*/ 27 w 319"/>
                  <a:gd name="T53" fmla="*/ 165 h 316"/>
                  <a:gd name="T54" fmla="*/ 30 w 319"/>
                  <a:gd name="T55" fmla="*/ 195 h 316"/>
                  <a:gd name="T56" fmla="*/ 35 w 319"/>
                  <a:gd name="T57" fmla="*/ 222 h 316"/>
                  <a:gd name="T58" fmla="*/ 36 w 319"/>
                  <a:gd name="T59" fmla="*/ 260 h 316"/>
                  <a:gd name="T60" fmla="*/ 38 w 319"/>
                  <a:gd name="T61" fmla="*/ 293 h 316"/>
                  <a:gd name="T62" fmla="*/ 38 w 319"/>
                  <a:gd name="T63" fmla="*/ 315 h 316"/>
                  <a:gd name="T64" fmla="*/ 48 w 319"/>
                  <a:gd name="T65" fmla="*/ 288 h 316"/>
                  <a:gd name="T66" fmla="*/ 68 w 319"/>
                  <a:gd name="T67" fmla="*/ 275 h 316"/>
                  <a:gd name="T68" fmla="*/ 86 w 319"/>
                  <a:gd name="T69" fmla="*/ 267 h 316"/>
                  <a:gd name="T70" fmla="*/ 108 w 319"/>
                  <a:gd name="T71" fmla="*/ 261 h 316"/>
                  <a:gd name="T72" fmla="*/ 143 w 319"/>
                  <a:gd name="T73" fmla="*/ 254 h 316"/>
                  <a:gd name="T74" fmla="*/ 177 w 319"/>
                  <a:gd name="T75" fmla="*/ 252 h 316"/>
                  <a:gd name="T76" fmla="*/ 197 w 319"/>
                  <a:gd name="T77" fmla="*/ 252 h 316"/>
                  <a:gd name="T78" fmla="*/ 228 w 319"/>
                  <a:gd name="T79" fmla="*/ 255 h 316"/>
                  <a:gd name="T80" fmla="*/ 264 w 319"/>
                  <a:gd name="T81" fmla="*/ 263 h 316"/>
                  <a:gd name="T82" fmla="*/ 287 w 319"/>
                  <a:gd name="T83" fmla="*/ 272 h 316"/>
                  <a:gd name="T84" fmla="*/ 302 w 319"/>
                  <a:gd name="T85" fmla="*/ 282 h 316"/>
                  <a:gd name="T86" fmla="*/ 318 w 319"/>
                  <a:gd name="T87" fmla="*/ 297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316">
                    <a:moveTo>
                      <a:pt x="317" y="305"/>
                    </a:moveTo>
                    <a:lnTo>
                      <a:pt x="315" y="281"/>
                    </a:lnTo>
                    <a:lnTo>
                      <a:pt x="306" y="260"/>
                    </a:lnTo>
                    <a:lnTo>
                      <a:pt x="299" y="243"/>
                    </a:lnTo>
                    <a:lnTo>
                      <a:pt x="294" y="215"/>
                    </a:lnTo>
                    <a:lnTo>
                      <a:pt x="288" y="179"/>
                    </a:lnTo>
                    <a:lnTo>
                      <a:pt x="284" y="140"/>
                    </a:lnTo>
                    <a:lnTo>
                      <a:pt x="281" y="104"/>
                    </a:lnTo>
                    <a:lnTo>
                      <a:pt x="279" y="75"/>
                    </a:lnTo>
                    <a:lnTo>
                      <a:pt x="278" y="48"/>
                    </a:lnTo>
                    <a:lnTo>
                      <a:pt x="270" y="33"/>
                    </a:lnTo>
                    <a:lnTo>
                      <a:pt x="255" y="18"/>
                    </a:lnTo>
                    <a:lnTo>
                      <a:pt x="240" y="11"/>
                    </a:lnTo>
                    <a:lnTo>
                      <a:pt x="216" y="3"/>
                    </a:lnTo>
                    <a:lnTo>
                      <a:pt x="189" y="0"/>
                    </a:lnTo>
                    <a:lnTo>
                      <a:pt x="147" y="0"/>
                    </a:lnTo>
                    <a:lnTo>
                      <a:pt x="110" y="3"/>
                    </a:lnTo>
                    <a:lnTo>
                      <a:pt x="74" y="11"/>
                    </a:lnTo>
                    <a:lnTo>
                      <a:pt x="41" y="24"/>
                    </a:lnTo>
                    <a:lnTo>
                      <a:pt x="20" y="39"/>
                    </a:lnTo>
                    <a:lnTo>
                      <a:pt x="8" y="53"/>
                    </a:lnTo>
                    <a:lnTo>
                      <a:pt x="0" y="68"/>
                    </a:lnTo>
                    <a:lnTo>
                      <a:pt x="2" y="83"/>
                    </a:lnTo>
                    <a:lnTo>
                      <a:pt x="5" y="99"/>
                    </a:lnTo>
                    <a:lnTo>
                      <a:pt x="15" y="116"/>
                    </a:lnTo>
                    <a:lnTo>
                      <a:pt x="23" y="137"/>
                    </a:lnTo>
                    <a:lnTo>
                      <a:pt x="27" y="165"/>
                    </a:lnTo>
                    <a:lnTo>
                      <a:pt x="30" y="195"/>
                    </a:lnTo>
                    <a:lnTo>
                      <a:pt x="35" y="222"/>
                    </a:lnTo>
                    <a:lnTo>
                      <a:pt x="36" y="260"/>
                    </a:lnTo>
                    <a:lnTo>
                      <a:pt x="38" y="293"/>
                    </a:lnTo>
                    <a:lnTo>
                      <a:pt x="38" y="315"/>
                    </a:lnTo>
                    <a:lnTo>
                      <a:pt x="48" y="288"/>
                    </a:lnTo>
                    <a:lnTo>
                      <a:pt x="68" y="275"/>
                    </a:lnTo>
                    <a:lnTo>
                      <a:pt x="86" y="267"/>
                    </a:lnTo>
                    <a:lnTo>
                      <a:pt x="108" y="261"/>
                    </a:lnTo>
                    <a:lnTo>
                      <a:pt x="143" y="254"/>
                    </a:lnTo>
                    <a:lnTo>
                      <a:pt x="177" y="252"/>
                    </a:lnTo>
                    <a:lnTo>
                      <a:pt x="197" y="252"/>
                    </a:lnTo>
                    <a:lnTo>
                      <a:pt x="228" y="255"/>
                    </a:lnTo>
                    <a:lnTo>
                      <a:pt x="264" y="263"/>
                    </a:lnTo>
                    <a:lnTo>
                      <a:pt x="287" y="272"/>
                    </a:lnTo>
                    <a:lnTo>
                      <a:pt x="302" y="282"/>
                    </a:lnTo>
                    <a:lnTo>
                      <a:pt x="318" y="297"/>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0" name="Freeform 54">
                <a:extLst>
                  <a:ext uri="{FF2B5EF4-FFF2-40B4-BE49-F238E27FC236}">
                    <a16:creationId xmlns:a16="http://schemas.microsoft.com/office/drawing/2014/main" id="{449CD3F5-73C3-4C54-8D6C-26B9F4DBAD11}"/>
                  </a:ext>
                </a:extLst>
              </p:cNvPr>
              <p:cNvSpPr>
                <a:spLocks/>
              </p:cNvSpPr>
              <p:nvPr/>
            </p:nvSpPr>
            <p:spPr bwMode="auto">
              <a:xfrm>
                <a:off x="5101" y="591"/>
                <a:ext cx="551" cy="370"/>
              </a:xfrm>
              <a:custGeom>
                <a:avLst/>
                <a:gdLst>
                  <a:gd name="T0" fmla="*/ 534 w 551"/>
                  <a:gd name="T1" fmla="*/ 54 h 370"/>
                  <a:gd name="T2" fmla="*/ 550 w 551"/>
                  <a:gd name="T3" fmla="*/ 130 h 370"/>
                  <a:gd name="T4" fmla="*/ 540 w 551"/>
                  <a:gd name="T5" fmla="*/ 157 h 370"/>
                  <a:gd name="T6" fmla="*/ 517 w 551"/>
                  <a:gd name="T7" fmla="*/ 198 h 370"/>
                  <a:gd name="T8" fmla="*/ 493 w 551"/>
                  <a:gd name="T9" fmla="*/ 235 h 370"/>
                  <a:gd name="T10" fmla="*/ 465 w 551"/>
                  <a:gd name="T11" fmla="*/ 265 h 370"/>
                  <a:gd name="T12" fmla="*/ 430 w 551"/>
                  <a:gd name="T13" fmla="*/ 295 h 370"/>
                  <a:gd name="T14" fmla="*/ 397 w 551"/>
                  <a:gd name="T15" fmla="*/ 316 h 370"/>
                  <a:gd name="T16" fmla="*/ 361 w 551"/>
                  <a:gd name="T17" fmla="*/ 336 h 370"/>
                  <a:gd name="T18" fmla="*/ 315 w 551"/>
                  <a:gd name="T19" fmla="*/ 354 h 370"/>
                  <a:gd name="T20" fmla="*/ 280 w 551"/>
                  <a:gd name="T21" fmla="*/ 363 h 370"/>
                  <a:gd name="T22" fmla="*/ 238 w 551"/>
                  <a:gd name="T23" fmla="*/ 369 h 370"/>
                  <a:gd name="T24" fmla="*/ 199 w 551"/>
                  <a:gd name="T25" fmla="*/ 369 h 370"/>
                  <a:gd name="T26" fmla="*/ 157 w 551"/>
                  <a:gd name="T27" fmla="*/ 364 h 370"/>
                  <a:gd name="T28" fmla="*/ 114 w 551"/>
                  <a:gd name="T29" fmla="*/ 351 h 370"/>
                  <a:gd name="T30" fmla="*/ 75 w 551"/>
                  <a:gd name="T31" fmla="*/ 330 h 370"/>
                  <a:gd name="T32" fmla="*/ 52 w 551"/>
                  <a:gd name="T33" fmla="*/ 312 h 370"/>
                  <a:gd name="T34" fmla="*/ 24 w 551"/>
                  <a:gd name="T35" fmla="*/ 286 h 370"/>
                  <a:gd name="T36" fmla="*/ 9 w 551"/>
                  <a:gd name="T37" fmla="*/ 264 h 370"/>
                  <a:gd name="T38" fmla="*/ 0 w 551"/>
                  <a:gd name="T39" fmla="*/ 246 h 370"/>
                  <a:gd name="T40" fmla="*/ 0 w 551"/>
                  <a:gd name="T41" fmla="*/ 226 h 370"/>
                  <a:gd name="T42" fmla="*/ 6 w 551"/>
                  <a:gd name="T43" fmla="*/ 202 h 370"/>
                  <a:gd name="T44" fmla="*/ 18 w 551"/>
                  <a:gd name="T45" fmla="*/ 184 h 370"/>
                  <a:gd name="T46" fmla="*/ 27 w 551"/>
                  <a:gd name="T47" fmla="*/ 145 h 370"/>
                  <a:gd name="T48" fmla="*/ 31 w 551"/>
                  <a:gd name="T49" fmla="*/ 124 h 370"/>
                  <a:gd name="T50" fmla="*/ 283 w 551"/>
                  <a:gd name="T51" fmla="*/ 142 h 370"/>
                  <a:gd name="T52" fmla="*/ 316 w 551"/>
                  <a:gd name="T53" fmla="*/ 135 h 370"/>
                  <a:gd name="T54" fmla="*/ 357 w 551"/>
                  <a:gd name="T55" fmla="*/ 121 h 370"/>
                  <a:gd name="T56" fmla="*/ 388 w 551"/>
                  <a:gd name="T57" fmla="*/ 103 h 370"/>
                  <a:gd name="T58" fmla="*/ 421 w 551"/>
                  <a:gd name="T59" fmla="*/ 81 h 370"/>
                  <a:gd name="T60" fmla="*/ 453 w 551"/>
                  <a:gd name="T61" fmla="*/ 49 h 370"/>
                  <a:gd name="T62" fmla="*/ 472 w 551"/>
                  <a:gd name="T63" fmla="*/ 22 h 370"/>
                  <a:gd name="T64" fmla="*/ 486 w 551"/>
                  <a:gd name="T65" fmla="*/ 0 h 370"/>
                  <a:gd name="T66" fmla="*/ 534 w 551"/>
                  <a:gd name="T67" fmla="*/ 5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0">
                    <a:moveTo>
                      <a:pt x="534" y="54"/>
                    </a:moveTo>
                    <a:lnTo>
                      <a:pt x="550" y="130"/>
                    </a:lnTo>
                    <a:lnTo>
                      <a:pt x="540" y="157"/>
                    </a:lnTo>
                    <a:lnTo>
                      <a:pt x="517" y="198"/>
                    </a:lnTo>
                    <a:lnTo>
                      <a:pt x="493" y="235"/>
                    </a:lnTo>
                    <a:lnTo>
                      <a:pt x="465" y="265"/>
                    </a:lnTo>
                    <a:lnTo>
                      <a:pt x="430" y="295"/>
                    </a:lnTo>
                    <a:lnTo>
                      <a:pt x="397" y="316"/>
                    </a:lnTo>
                    <a:lnTo>
                      <a:pt x="361" y="336"/>
                    </a:lnTo>
                    <a:lnTo>
                      <a:pt x="315" y="354"/>
                    </a:lnTo>
                    <a:lnTo>
                      <a:pt x="280" y="363"/>
                    </a:lnTo>
                    <a:lnTo>
                      <a:pt x="238" y="369"/>
                    </a:lnTo>
                    <a:lnTo>
                      <a:pt x="199" y="369"/>
                    </a:lnTo>
                    <a:lnTo>
                      <a:pt x="157" y="364"/>
                    </a:lnTo>
                    <a:lnTo>
                      <a:pt x="114" y="351"/>
                    </a:lnTo>
                    <a:lnTo>
                      <a:pt x="75" y="330"/>
                    </a:lnTo>
                    <a:lnTo>
                      <a:pt x="52" y="312"/>
                    </a:lnTo>
                    <a:lnTo>
                      <a:pt x="24" y="286"/>
                    </a:lnTo>
                    <a:lnTo>
                      <a:pt x="9" y="264"/>
                    </a:lnTo>
                    <a:lnTo>
                      <a:pt x="0" y="246"/>
                    </a:lnTo>
                    <a:lnTo>
                      <a:pt x="0" y="226"/>
                    </a:lnTo>
                    <a:lnTo>
                      <a:pt x="6" y="202"/>
                    </a:lnTo>
                    <a:lnTo>
                      <a:pt x="18" y="184"/>
                    </a:lnTo>
                    <a:lnTo>
                      <a:pt x="27" y="145"/>
                    </a:lnTo>
                    <a:lnTo>
                      <a:pt x="31" y="124"/>
                    </a:lnTo>
                    <a:lnTo>
                      <a:pt x="283" y="142"/>
                    </a:lnTo>
                    <a:lnTo>
                      <a:pt x="316" y="135"/>
                    </a:lnTo>
                    <a:lnTo>
                      <a:pt x="357" y="121"/>
                    </a:lnTo>
                    <a:lnTo>
                      <a:pt x="388" y="103"/>
                    </a:lnTo>
                    <a:lnTo>
                      <a:pt x="421" y="81"/>
                    </a:lnTo>
                    <a:lnTo>
                      <a:pt x="453" y="49"/>
                    </a:lnTo>
                    <a:lnTo>
                      <a:pt x="472" y="22"/>
                    </a:lnTo>
                    <a:lnTo>
                      <a:pt x="486" y="0"/>
                    </a:lnTo>
                    <a:lnTo>
                      <a:pt x="534" y="54"/>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1" name="Freeform 55">
                <a:extLst>
                  <a:ext uri="{FF2B5EF4-FFF2-40B4-BE49-F238E27FC236}">
                    <a16:creationId xmlns:a16="http://schemas.microsoft.com/office/drawing/2014/main" id="{0796DC54-262D-401D-BFDC-B0AB2024F3E0}"/>
                  </a:ext>
                </a:extLst>
              </p:cNvPr>
              <p:cNvSpPr>
                <a:spLocks/>
              </p:cNvSpPr>
              <p:nvPr/>
            </p:nvSpPr>
            <p:spPr bwMode="auto">
              <a:xfrm>
                <a:off x="5197" y="129"/>
                <a:ext cx="475" cy="610"/>
              </a:xfrm>
              <a:custGeom>
                <a:avLst/>
                <a:gdLst>
                  <a:gd name="T0" fmla="*/ 0 w 475"/>
                  <a:gd name="T1" fmla="*/ 0 h 610"/>
                  <a:gd name="T2" fmla="*/ 0 w 475"/>
                  <a:gd name="T3" fmla="*/ 325 h 610"/>
                  <a:gd name="T4" fmla="*/ 28 w 475"/>
                  <a:gd name="T5" fmla="*/ 322 h 610"/>
                  <a:gd name="T6" fmla="*/ 63 w 475"/>
                  <a:gd name="T7" fmla="*/ 324 h 610"/>
                  <a:gd name="T8" fmla="*/ 121 w 475"/>
                  <a:gd name="T9" fmla="*/ 331 h 610"/>
                  <a:gd name="T10" fmla="*/ 178 w 475"/>
                  <a:gd name="T11" fmla="*/ 343 h 610"/>
                  <a:gd name="T12" fmla="*/ 231 w 475"/>
                  <a:gd name="T13" fmla="*/ 357 h 610"/>
                  <a:gd name="T14" fmla="*/ 274 w 475"/>
                  <a:gd name="T15" fmla="*/ 375 h 610"/>
                  <a:gd name="T16" fmla="*/ 325 w 475"/>
                  <a:gd name="T17" fmla="*/ 403 h 610"/>
                  <a:gd name="T18" fmla="*/ 364 w 475"/>
                  <a:gd name="T19" fmla="*/ 432 h 610"/>
                  <a:gd name="T20" fmla="*/ 393 w 475"/>
                  <a:gd name="T21" fmla="*/ 459 h 610"/>
                  <a:gd name="T22" fmla="*/ 414 w 475"/>
                  <a:gd name="T23" fmla="*/ 486 h 610"/>
                  <a:gd name="T24" fmla="*/ 427 w 475"/>
                  <a:gd name="T25" fmla="*/ 510 h 610"/>
                  <a:gd name="T26" fmla="*/ 439 w 475"/>
                  <a:gd name="T27" fmla="*/ 540 h 610"/>
                  <a:gd name="T28" fmla="*/ 444 w 475"/>
                  <a:gd name="T29" fmla="*/ 567 h 610"/>
                  <a:gd name="T30" fmla="*/ 451 w 475"/>
                  <a:gd name="T31" fmla="*/ 609 h 610"/>
                  <a:gd name="T32" fmla="*/ 457 w 475"/>
                  <a:gd name="T33" fmla="*/ 573 h 610"/>
                  <a:gd name="T34" fmla="*/ 466 w 475"/>
                  <a:gd name="T35" fmla="*/ 532 h 610"/>
                  <a:gd name="T36" fmla="*/ 469 w 475"/>
                  <a:gd name="T37" fmla="*/ 501 h 610"/>
                  <a:gd name="T38" fmla="*/ 474 w 475"/>
                  <a:gd name="T39" fmla="*/ 465 h 610"/>
                  <a:gd name="T40" fmla="*/ 472 w 475"/>
                  <a:gd name="T41" fmla="*/ 435 h 610"/>
                  <a:gd name="T42" fmla="*/ 466 w 475"/>
                  <a:gd name="T43" fmla="*/ 399 h 610"/>
                  <a:gd name="T44" fmla="*/ 459 w 475"/>
                  <a:gd name="T45" fmla="*/ 351 h 610"/>
                  <a:gd name="T46" fmla="*/ 444 w 475"/>
                  <a:gd name="T47" fmla="*/ 309 h 610"/>
                  <a:gd name="T48" fmla="*/ 424 w 475"/>
                  <a:gd name="T49" fmla="*/ 264 h 610"/>
                  <a:gd name="T50" fmla="*/ 399 w 475"/>
                  <a:gd name="T51" fmla="*/ 217 h 610"/>
                  <a:gd name="T52" fmla="*/ 363 w 475"/>
                  <a:gd name="T53" fmla="*/ 169 h 610"/>
                  <a:gd name="T54" fmla="*/ 322 w 475"/>
                  <a:gd name="T55" fmla="*/ 129 h 610"/>
                  <a:gd name="T56" fmla="*/ 286 w 475"/>
                  <a:gd name="T57" fmla="*/ 97 h 610"/>
                  <a:gd name="T58" fmla="*/ 241 w 475"/>
                  <a:gd name="T59" fmla="*/ 67 h 610"/>
                  <a:gd name="T60" fmla="*/ 195 w 475"/>
                  <a:gd name="T61" fmla="*/ 45 h 610"/>
                  <a:gd name="T62" fmla="*/ 141 w 475"/>
                  <a:gd name="T63" fmla="*/ 24 h 610"/>
                  <a:gd name="T64" fmla="*/ 94 w 475"/>
                  <a:gd name="T65" fmla="*/ 12 h 610"/>
                  <a:gd name="T66" fmla="*/ 39 w 475"/>
                  <a:gd name="T67" fmla="*/ 4 h 610"/>
                  <a:gd name="T68" fmla="*/ 0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0" y="0"/>
                    </a:moveTo>
                    <a:lnTo>
                      <a:pt x="0" y="325"/>
                    </a:lnTo>
                    <a:lnTo>
                      <a:pt x="28" y="322"/>
                    </a:lnTo>
                    <a:lnTo>
                      <a:pt x="63" y="324"/>
                    </a:lnTo>
                    <a:lnTo>
                      <a:pt x="121" y="331"/>
                    </a:lnTo>
                    <a:lnTo>
                      <a:pt x="178" y="343"/>
                    </a:lnTo>
                    <a:lnTo>
                      <a:pt x="231" y="357"/>
                    </a:lnTo>
                    <a:lnTo>
                      <a:pt x="274" y="375"/>
                    </a:lnTo>
                    <a:lnTo>
                      <a:pt x="325" y="403"/>
                    </a:lnTo>
                    <a:lnTo>
                      <a:pt x="364" y="432"/>
                    </a:lnTo>
                    <a:lnTo>
                      <a:pt x="393" y="459"/>
                    </a:lnTo>
                    <a:lnTo>
                      <a:pt x="414" y="486"/>
                    </a:lnTo>
                    <a:lnTo>
                      <a:pt x="427" y="510"/>
                    </a:lnTo>
                    <a:lnTo>
                      <a:pt x="439" y="540"/>
                    </a:lnTo>
                    <a:lnTo>
                      <a:pt x="444" y="567"/>
                    </a:lnTo>
                    <a:lnTo>
                      <a:pt x="451" y="609"/>
                    </a:lnTo>
                    <a:lnTo>
                      <a:pt x="457" y="573"/>
                    </a:lnTo>
                    <a:lnTo>
                      <a:pt x="466" y="532"/>
                    </a:lnTo>
                    <a:lnTo>
                      <a:pt x="469" y="501"/>
                    </a:lnTo>
                    <a:lnTo>
                      <a:pt x="474" y="465"/>
                    </a:lnTo>
                    <a:lnTo>
                      <a:pt x="472" y="435"/>
                    </a:lnTo>
                    <a:lnTo>
                      <a:pt x="466" y="399"/>
                    </a:lnTo>
                    <a:lnTo>
                      <a:pt x="459" y="351"/>
                    </a:lnTo>
                    <a:lnTo>
                      <a:pt x="444" y="309"/>
                    </a:lnTo>
                    <a:lnTo>
                      <a:pt x="424" y="264"/>
                    </a:lnTo>
                    <a:lnTo>
                      <a:pt x="399" y="217"/>
                    </a:lnTo>
                    <a:lnTo>
                      <a:pt x="363" y="169"/>
                    </a:lnTo>
                    <a:lnTo>
                      <a:pt x="322" y="129"/>
                    </a:lnTo>
                    <a:lnTo>
                      <a:pt x="286" y="97"/>
                    </a:lnTo>
                    <a:lnTo>
                      <a:pt x="241" y="67"/>
                    </a:lnTo>
                    <a:lnTo>
                      <a:pt x="195" y="45"/>
                    </a:lnTo>
                    <a:lnTo>
                      <a:pt x="141" y="24"/>
                    </a:lnTo>
                    <a:lnTo>
                      <a:pt x="94" y="12"/>
                    </a:lnTo>
                    <a:lnTo>
                      <a:pt x="39" y="4"/>
                    </a:lnTo>
                    <a:lnTo>
                      <a:pt x="0"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2" name="Freeform 56">
                <a:extLst>
                  <a:ext uri="{FF2B5EF4-FFF2-40B4-BE49-F238E27FC236}">
                    <a16:creationId xmlns:a16="http://schemas.microsoft.com/office/drawing/2014/main" id="{B57BA46A-0A69-4BD8-A3AA-8227A2AA9A1B}"/>
                  </a:ext>
                </a:extLst>
              </p:cNvPr>
              <p:cNvSpPr>
                <a:spLocks/>
              </p:cNvSpPr>
              <p:nvPr/>
            </p:nvSpPr>
            <p:spPr bwMode="auto">
              <a:xfrm>
                <a:off x="5228" y="756"/>
                <a:ext cx="156" cy="130"/>
              </a:xfrm>
              <a:custGeom>
                <a:avLst/>
                <a:gdLst>
                  <a:gd name="T0" fmla="*/ 83 w 156"/>
                  <a:gd name="T1" fmla="*/ 0 h 130"/>
                  <a:gd name="T2" fmla="*/ 134 w 156"/>
                  <a:gd name="T3" fmla="*/ 22 h 130"/>
                  <a:gd name="T4" fmla="*/ 152 w 156"/>
                  <a:gd name="T5" fmla="*/ 51 h 130"/>
                  <a:gd name="T6" fmla="*/ 155 w 156"/>
                  <a:gd name="T7" fmla="*/ 78 h 130"/>
                  <a:gd name="T8" fmla="*/ 155 w 156"/>
                  <a:gd name="T9" fmla="*/ 93 h 130"/>
                  <a:gd name="T10" fmla="*/ 146 w 156"/>
                  <a:gd name="T11" fmla="*/ 111 h 130"/>
                  <a:gd name="T12" fmla="*/ 126 w 156"/>
                  <a:gd name="T13" fmla="*/ 120 h 130"/>
                  <a:gd name="T14" fmla="*/ 105 w 156"/>
                  <a:gd name="T15" fmla="*/ 126 h 130"/>
                  <a:gd name="T16" fmla="*/ 86 w 156"/>
                  <a:gd name="T17" fmla="*/ 129 h 130"/>
                  <a:gd name="T18" fmla="*/ 69 w 156"/>
                  <a:gd name="T19" fmla="*/ 129 h 130"/>
                  <a:gd name="T20" fmla="*/ 41 w 156"/>
                  <a:gd name="T21" fmla="*/ 124 h 130"/>
                  <a:gd name="T22" fmla="*/ 21 w 156"/>
                  <a:gd name="T23" fmla="*/ 118 h 130"/>
                  <a:gd name="T24" fmla="*/ 9 w 156"/>
                  <a:gd name="T25" fmla="*/ 109 h 130"/>
                  <a:gd name="T26" fmla="*/ 2 w 156"/>
                  <a:gd name="T27" fmla="*/ 100 h 130"/>
                  <a:gd name="T28" fmla="*/ 0 w 156"/>
                  <a:gd name="T29" fmla="*/ 87 h 130"/>
                  <a:gd name="T30" fmla="*/ 2 w 156"/>
                  <a:gd name="T31" fmla="*/ 67 h 130"/>
                  <a:gd name="T32" fmla="*/ 9 w 156"/>
                  <a:gd name="T33" fmla="*/ 13 h 130"/>
                  <a:gd name="T34" fmla="*/ 83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83" y="0"/>
                    </a:moveTo>
                    <a:lnTo>
                      <a:pt x="134" y="22"/>
                    </a:lnTo>
                    <a:lnTo>
                      <a:pt x="152" y="51"/>
                    </a:lnTo>
                    <a:lnTo>
                      <a:pt x="155" y="78"/>
                    </a:lnTo>
                    <a:lnTo>
                      <a:pt x="155" y="93"/>
                    </a:lnTo>
                    <a:lnTo>
                      <a:pt x="146" y="111"/>
                    </a:lnTo>
                    <a:lnTo>
                      <a:pt x="126" y="120"/>
                    </a:lnTo>
                    <a:lnTo>
                      <a:pt x="105" y="126"/>
                    </a:lnTo>
                    <a:lnTo>
                      <a:pt x="86" y="129"/>
                    </a:lnTo>
                    <a:lnTo>
                      <a:pt x="69" y="129"/>
                    </a:lnTo>
                    <a:lnTo>
                      <a:pt x="41" y="124"/>
                    </a:lnTo>
                    <a:lnTo>
                      <a:pt x="21" y="118"/>
                    </a:lnTo>
                    <a:lnTo>
                      <a:pt x="9" y="109"/>
                    </a:lnTo>
                    <a:lnTo>
                      <a:pt x="2" y="100"/>
                    </a:lnTo>
                    <a:lnTo>
                      <a:pt x="0" y="87"/>
                    </a:lnTo>
                    <a:lnTo>
                      <a:pt x="2" y="67"/>
                    </a:lnTo>
                    <a:lnTo>
                      <a:pt x="9" y="13"/>
                    </a:lnTo>
                    <a:lnTo>
                      <a:pt x="83"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3" name="Freeform 57">
                <a:extLst>
                  <a:ext uri="{FF2B5EF4-FFF2-40B4-BE49-F238E27FC236}">
                    <a16:creationId xmlns:a16="http://schemas.microsoft.com/office/drawing/2014/main" id="{789D587C-E1A3-4495-8C3A-7E950C70A84E}"/>
                  </a:ext>
                </a:extLst>
              </p:cNvPr>
              <p:cNvSpPr>
                <a:spLocks/>
              </p:cNvSpPr>
              <p:nvPr/>
            </p:nvSpPr>
            <p:spPr bwMode="auto">
              <a:xfrm>
                <a:off x="5224" y="770"/>
                <a:ext cx="88" cy="82"/>
              </a:xfrm>
              <a:custGeom>
                <a:avLst/>
                <a:gdLst>
                  <a:gd name="T0" fmla="*/ 0 w 88"/>
                  <a:gd name="T1" fmla="*/ 76 h 82"/>
                  <a:gd name="T2" fmla="*/ 11 w 88"/>
                  <a:gd name="T3" fmla="*/ 0 h 82"/>
                  <a:gd name="T4" fmla="*/ 54 w 88"/>
                  <a:gd name="T5" fmla="*/ 6 h 82"/>
                  <a:gd name="T6" fmla="*/ 87 w 88"/>
                  <a:gd name="T7" fmla="*/ 10 h 82"/>
                  <a:gd name="T8" fmla="*/ 78 w 88"/>
                  <a:gd name="T9" fmla="*/ 81 h 82"/>
                  <a:gd name="T10" fmla="*/ 75 w 88"/>
                  <a:gd name="T11" fmla="*/ 65 h 82"/>
                  <a:gd name="T12" fmla="*/ 65 w 88"/>
                  <a:gd name="T13" fmla="*/ 53 h 82"/>
                  <a:gd name="T14" fmla="*/ 47 w 88"/>
                  <a:gd name="T15" fmla="*/ 49 h 82"/>
                  <a:gd name="T16" fmla="*/ 27 w 88"/>
                  <a:gd name="T17" fmla="*/ 50 h 82"/>
                  <a:gd name="T18" fmla="*/ 11 w 88"/>
                  <a:gd name="T19" fmla="*/ 58 h 82"/>
                  <a:gd name="T20" fmla="*/ 0 w 88"/>
                  <a:gd name="T21" fmla="*/ 76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0" y="76"/>
                    </a:moveTo>
                    <a:lnTo>
                      <a:pt x="11" y="0"/>
                    </a:lnTo>
                    <a:lnTo>
                      <a:pt x="54" y="6"/>
                    </a:lnTo>
                    <a:lnTo>
                      <a:pt x="87" y="10"/>
                    </a:lnTo>
                    <a:lnTo>
                      <a:pt x="78" y="81"/>
                    </a:lnTo>
                    <a:lnTo>
                      <a:pt x="75" y="65"/>
                    </a:lnTo>
                    <a:lnTo>
                      <a:pt x="65" y="53"/>
                    </a:lnTo>
                    <a:lnTo>
                      <a:pt x="47" y="49"/>
                    </a:lnTo>
                    <a:lnTo>
                      <a:pt x="27" y="50"/>
                    </a:lnTo>
                    <a:lnTo>
                      <a:pt x="11" y="58"/>
                    </a:lnTo>
                    <a:lnTo>
                      <a:pt x="0" y="76"/>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4" name="Freeform 58">
                <a:extLst>
                  <a:ext uri="{FF2B5EF4-FFF2-40B4-BE49-F238E27FC236}">
                    <a16:creationId xmlns:a16="http://schemas.microsoft.com/office/drawing/2014/main" id="{29E22340-5A0E-49A2-9546-58A9561F157B}"/>
                  </a:ext>
                </a:extLst>
              </p:cNvPr>
              <p:cNvSpPr>
                <a:spLocks/>
              </p:cNvSpPr>
              <p:nvPr/>
            </p:nvSpPr>
            <p:spPr bwMode="auto">
              <a:xfrm>
                <a:off x="5101" y="527"/>
                <a:ext cx="319" cy="316"/>
              </a:xfrm>
              <a:custGeom>
                <a:avLst/>
                <a:gdLst>
                  <a:gd name="T0" fmla="*/ 1 w 319"/>
                  <a:gd name="T1" fmla="*/ 305 h 316"/>
                  <a:gd name="T2" fmla="*/ 3 w 319"/>
                  <a:gd name="T3" fmla="*/ 281 h 316"/>
                  <a:gd name="T4" fmla="*/ 12 w 319"/>
                  <a:gd name="T5" fmla="*/ 260 h 316"/>
                  <a:gd name="T6" fmla="*/ 19 w 319"/>
                  <a:gd name="T7" fmla="*/ 243 h 316"/>
                  <a:gd name="T8" fmla="*/ 24 w 319"/>
                  <a:gd name="T9" fmla="*/ 215 h 316"/>
                  <a:gd name="T10" fmla="*/ 30 w 319"/>
                  <a:gd name="T11" fmla="*/ 179 h 316"/>
                  <a:gd name="T12" fmla="*/ 34 w 319"/>
                  <a:gd name="T13" fmla="*/ 140 h 316"/>
                  <a:gd name="T14" fmla="*/ 37 w 319"/>
                  <a:gd name="T15" fmla="*/ 104 h 316"/>
                  <a:gd name="T16" fmla="*/ 39 w 319"/>
                  <a:gd name="T17" fmla="*/ 75 h 316"/>
                  <a:gd name="T18" fmla="*/ 40 w 319"/>
                  <a:gd name="T19" fmla="*/ 48 h 316"/>
                  <a:gd name="T20" fmla="*/ 48 w 319"/>
                  <a:gd name="T21" fmla="*/ 33 h 316"/>
                  <a:gd name="T22" fmla="*/ 63 w 319"/>
                  <a:gd name="T23" fmla="*/ 18 h 316"/>
                  <a:gd name="T24" fmla="*/ 78 w 319"/>
                  <a:gd name="T25" fmla="*/ 11 h 316"/>
                  <a:gd name="T26" fmla="*/ 102 w 319"/>
                  <a:gd name="T27" fmla="*/ 3 h 316"/>
                  <a:gd name="T28" fmla="*/ 129 w 319"/>
                  <a:gd name="T29" fmla="*/ 0 h 316"/>
                  <a:gd name="T30" fmla="*/ 171 w 319"/>
                  <a:gd name="T31" fmla="*/ 0 h 316"/>
                  <a:gd name="T32" fmla="*/ 208 w 319"/>
                  <a:gd name="T33" fmla="*/ 3 h 316"/>
                  <a:gd name="T34" fmla="*/ 244 w 319"/>
                  <a:gd name="T35" fmla="*/ 11 h 316"/>
                  <a:gd name="T36" fmla="*/ 277 w 319"/>
                  <a:gd name="T37" fmla="*/ 24 h 316"/>
                  <a:gd name="T38" fmla="*/ 298 w 319"/>
                  <a:gd name="T39" fmla="*/ 39 h 316"/>
                  <a:gd name="T40" fmla="*/ 310 w 319"/>
                  <a:gd name="T41" fmla="*/ 53 h 316"/>
                  <a:gd name="T42" fmla="*/ 318 w 319"/>
                  <a:gd name="T43" fmla="*/ 68 h 316"/>
                  <a:gd name="T44" fmla="*/ 316 w 319"/>
                  <a:gd name="T45" fmla="*/ 83 h 316"/>
                  <a:gd name="T46" fmla="*/ 313 w 319"/>
                  <a:gd name="T47" fmla="*/ 99 h 316"/>
                  <a:gd name="T48" fmla="*/ 303 w 319"/>
                  <a:gd name="T49" fmla="*/ 116 h 316"/>
                  <a:gd name="T50" fmla="*/ 295 w 319"/>
                  <a:gd name="T51" fmla="*/ 137 h 316"/>
                  <a:gd name="T52" fmla="*/ 291 w 319"/>
                  <a:gd name="T53" fmla="*/ 165 h 316"/>
                  <a:gd name="T54" fmla="*/ 288 w 319"/>
                  <a:gd name="T55" fmla="*/ 195 h 316"/>
                  <a:gd name="T56" fmla="*/ 283 w 319"/>
                  <a:gd name="T57" fmla="*/ 222 h 316"/>
                  <a:gd name="T58" fmla="*/ 282 w 319"/>
                  <a:gd name="T59" fmla="*/ 260 h 316"/>
                  <a:gd name="T60" fmla="*/ 280 w 319"/>
                  <a:gd name="T61" fmla="*/ 293 h 316"/>
                  <a:gd name="T62" fmla="*/ 280 w 319"/>
                  <a:gd name="T63" fmla="*/ 315 h 316"/>
                  <a:gd name="T64" fmla="*/ 270 w 319"/>
                  <a:gd name="T65" fmla="*/ 288 h 316"/>
                  <a:gd name="T66" fmla="*/ 250 w 319"/>
                  <a:gd name="T67" fmla="*/ 275 h 316"/>
                  <a:gd name="T68" fmla="*/ 232 w 319"/>
                  <a:gd name="T69" fmla="*/ 267 h 316"/>
                  <a:gd name="T70" fmla="*/ 210 w 319"/>
                  <a:gd name="T71" fmla="*/ 261 h 316"/>
                  <a:gd name="T72" fmla="*/ 175 w 319"/>
                  <a:gd name="T73" fmla="*/ 254 h 316"/>
                  <a:gd name="T74" fmla="*/ 141 w 319"/>
                  <a:gd name="T75" fmla="*/ 252 h 316"/>
                  <a:gd name="T76" fmla="*/ 121 w 319"/>
                  <a:gd name="T77" fmla="*/ 252 h 316"/>
                  <a:gd name="T78" fmla="*/ 90 w 319"/>
                  <a:gd name="T79" fmla="*/ 255 h 316"/>
                  <a:gd name="T80" fmla="*/ 54 w 319"/>
                  <a:gd name="T81" fmla="*/ 263 h 316"/>
                  <a:gd name="T82" fmla="*/ 31 w 319"/>
                  <a:gd name="T83" fmla="*/ 272 h 316"/>
                  <a:gd name="T84" fmla="*/ 16 w 319"/>
                  <a:gd name="T85" fmla="*/ 282 h 316"/>
                  <a:gd name="T86" fmla="*/ 0 w 319"/>
                  <a:gd name="T87" fmla="*/ 297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316">
                    <a:moveTo>
                      <a:pt x="1" y="305"/>
                    </a:moveTo>
                    <a:lnTo>
                      <a:pt x="3" y="281"/>
                    </a:lnTo>
                    <a:lnTo>
                      <a:pt x="12" y="260"/>
                    </a:lnTo>
                    <a:lnTo>
                      <a:pt x="19" y="243"/>
                    </a:lnTo>
                    <a:lnTo>
                      <a:pt x="24" y="215"/>
                    </a:lnTo>
                    <a:lnTo>
                      <a:pt x="30" y="179"/>
                    </a:lnTo>
                    <a:lnTo>
                      <a:pt x="34" y="140"/>
                    </a:lnTo>
                    <a:lnTo>
                      <a:pt x="37" y="104"/>
                    </a:lnTo>
                    <a:lnTo>
                      <a:pt x="39" y="75"/>
                    </a:lnTo>
                    <a:lnTo>
                      <a:pt x="40" y="48"/>
                    </a:lnTo>
                    <a:lnTo>
                      <a:pt x="48" y="33"/>
                    </a:lnTo>
                    <a:lnTo>
                      <a:pt x="63" y="18"/>
                    </a:lnTo>
                    <a:lnTo>
                      <a:pt x="78" y="11"/>
                    </a:lnTo>
                    <a:lnTo>
                      <a:pt x="102" y="3"/>
                    </a:lnTo>
                    <a:lnTo>
                      <a:pt x="129" y="0"/>
                    </a:lnTo>
                    <a:lnTo>
                      <a:pt x="171" y="0"/>
                    </a:lnTo>
                    <a:lnTo>
                      <a:pt x="208" y="3"/>
                    </a:lnTo>
                    <a:lnTo>
                      <a:pt x="244" y="11"/>
                    </a:lnTo>
                    <a:lnTo>
                      <a:pt x="277" y="24"/>
                    </a:lnTo>
                    <a:lnTo>
                      <a:pt x="298" y="39"/>
                    </a:lnTo>
                    <a:lnTo>
                      <a:pt x="310" y="53"/>
                    </a:lnTo>
                    <a:lnTo>
                      <a:pt x="318" y="68"/>
                    </a:lnTo>
                    <a:lnTo>
                      <a:pt x="316" y="83"/>
                    </a:lnTo>
                    <a:lnTo>
                      <a:pt x="313" y="99"/>
                    </a:lnTo>
                    <a:lnTo>
                      <a:pt x="303" y="116"/>
                    </a:lnTo>
                    <a:lnTo>
                      <a:pt x="295" y="137"/>
                    </a:lnTo>
                    <a:lnTo>
                      <a:pt x="291" y="165"/>
                    </a:lnTo>
                    <a:lnTo>
                      <a:pt x="288" y="195"/>
                    </a:lnTo>
                    <a:lnTo>
                      <a:pt x="283" y="222"/>
                    </a:lnTo>
                    <a:lnTo>
                      <a:pt x="282" y="260"/>
                    </a:lnTo>
                    <a:lnTo>
                      <a:pt x="280" y="293"/>
                    </a:lnTo>
                    <a:lnTo>
                      <a:pt x="280" y="315"/>
                    </a:lnTo>
                    <a:lnTo>
                      <a:pt x="270" y="288"/>
                    </a:lnTo>
                    <a:lnTo>
                      <a:pt x="250" y="275"/>
                    </a:lnTo>
                    <a:lnTo>
                      <a:pt x="232" y="267"/>
                    </a:lnTo>
                    <a:lnTo>
                      <a:pt x="210" y="261"/>
                    </a:lnTo>
                    <a:lnTo>
                      <a:pt x="175" y="254"/>
                    </a:lnTo>
                    <a:lnTo>
                      <a:pt x="141" y="252"/>
                    </a:lnTo>
                    <a:lnTo>
                      <a:pt x="121" y="252"/>
                    </a:lnTo>
                    <a:lnTo>
                      <a:pt x="90" y="255"/>
                    </a:lnTo>
                    <a:lnTo>
                      <a:pt x="54" y="263"/>
                    </a:lnTo>
                    <a:lnTo>
                      <a:pt x="31" y="272"/>
                    </a:lnTo>
                    <a:lnTo>
                      <a:pt x="16" y="282"/>
                    </a:lnTo>
                    <a:lnTo>
                      <a:pt x="0" y="297"/>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5" name="Freeform 59">
                <a:extLst>
                  <a:ext uri="{FF2B5EF4-FFF2-40B4-BE49-F238E27FC236}">
                    <a16:creationId xmlns:a16="http://schemas.microsoft.com/office/drawing/2014/main" id="{7C736A4E-952F-4312-991B-99BDCDD7ADE6}"/>
                  </a:ext>
                </a:extLst>
              </p:cNvPr>
              <p:cNvSpPr>
                <a:spLocks/>
              </p:cNvSpPr>
              <p:nvPr/>
            </p:nvSpPr>
            <p:spPr bwMode="auto">
              <a:xfrm>
                <a:off x="4371" y="129"/>
                <a:ext cx="832" cy="464"/>
              </a:xfrm>
              <a:custGeom>
                <a:avLst/>
                <a:gdLst>
                  <a:gd name="T0" fmla="*/ 0 w 832"/>
                  <a:gd name="T1" fmla="*/ 0 h 464"/>
                  <a:gd name="T2" fmla="*/ 0 w 832"/>
                  <a:gd name="T3" fmla="*/ 394 h 464"/>
                  <a:gd name="T4" fmla="*/ 84 w 832"/>
                  <a:gd name="T5" fmla="*/ 414 h 464"/>
                  <a:gd name="T6" fmla="*/ 153 w 832"/>
                  <a:gd name="T7" fmla="*/ 435 h 464"/>
                  <a:gd name="T8" fmla="*/ 210 w 832"/>
                  <a:gd name="T9" fmla="*/ 447 h 464"/>
                  <a:gd name="T10" fmla="*/ 258 w 832"/>
                  <a:gd name="T11" fmla="*/ 454 h 464"/>
                  <a:gd name="T12" fmla="*/ 312 w 832"/>
                  <a:gd name="T13" fmla="*/ 460 h 464"/>
                  <a:gd name="T14" fmla="*/ 402 w 832"/>
                  <a:gd name="T15" fmla="*/ 463 h 464"/>
                  <a:gd name="T16" fmla="*/ 485 w 832"/>
                  <a:gd name="T17" fmla="*/ 456 h 464"/>
                  <a:gd name="T18" fmla="*/ 570 w 832"/>
                  <a:gd name="T19" fmla="*/ 442 h 464"/>
                  <a:gd name="T20" fmla="*/ 652 w 832"/>
                  <a:gd name="T21" fmla="*/ 417 h 464"/>
                  <a:gd name="T22" fmla="*/ 724 w 832"/>
                  <a:gd name="T23" fmla="*/ 384 h 464"/>
                  <a:gd name="T24" fmla="*/ 784 w 832"/>
                  <a:gd name="T25" fmla="*/ 339 h 464"/>
                  <a:gd name="T26" fmla="*/ 829 w 832"/>
                  <a:gd name="T27" fmla="*/ 322 h 464"/>
                  <a:gd name="T28" fmla="*/ 831 w 832"/>
                  <a:gd name="T29" fmla="*/ 3 h 464"/>
                  <a:gd name="T30" fmla="*/ 786 w 832"/>
                  <a:gd name="T31" fmla="*/ 10 h 464"/>
                  <a:gd name="T32" fmla="*/ 726 w 832"/>
                  <a:gd name="T33" fmla="*/ 33 h 464"/>
                  <a:gd name="T34" fmla="*/ 654 w 832"/>
                  <a:gd name="T35" fmla="*/ 61 h 464"/>
                  <a:gd name="T36" fmla="*/ 585 w 832"/>
                  <a:gd name="T37" fmla="*/ 78 h 464"/>
                  <a:gd name="T38" fmla="*/ 515 w 832"/>
                  <a:gd name="T39" fmla="*/ 87 h 464"/>
                  <a:gd name="T40" fmla="*/ 468 w 832"/>
                  <a:gd name="T41" fmla="*/ 91 h 464"/>
                  <a:gd name="T42" fmla="*/ 428 w 832"/>
                  <a:gd name="T43" fmla="*/ 93 h 464"/>
                  <a:gd name="T44" fmla="*/ 358 w 832"/>
                  <a:gd name="T45" fmla="*/ 93 h 464"/>
                  <a:gd name="T46" fmla="*/ 314 w 832"/>
                  <a:gd name="T47" fmla="*/ 90 h 464"/>
                  <a:gd name="T48" fmla="*/ 274 w 832"/>
                  <a:gd name="T49" fmla="*/ 85 h 464"/>
                  <a:gd name="T50" fmla="*/ 229 w 832"/>
                  <a:gd name="T51" fmla="*/ 81 h 464"/>
                  <a:gd name="T52" fmla="*/ 190 w 832"/>
                  <a:gd name="T53" fmla="*/ 73 h 464"/>
                  <a:gd name="T54" fmla="*/ 140 w 832"/>
                  <a:gd name="T55" fmla="*/ 63 h 464"/>
                  <a:gd name="T56" fmla="*/ 96 w 832"/>
                  <a:gd name="T57" fmla="*/ 49 h 464"/>
                  <a:gd name="T58" fmla="*/ 49 w 832"/>
                  <a:gd name="T59" fmla="*/ 27 h 464"/>
                  <a:gd name="T60" fmla="*/ 0 w 832"/>
                  <a:gd name="T61" fmla="*/ 0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2" h="464">
                    <a:moveTo>
                      <a:pt x="0" y="0"/>
                    </a:moveTo>
                    <a:lnTo>
                      <a:pt x="0" y="394"/>
                    </a:lnTo>
                    <a:lnTo>
                      <a:pt x="84" y="414"/>
                    </a:lnTo>
                    <a:lnTo>
                      <a:pt x="153" y="435"/>
                    </a:lnTo>
                    <a:lnTo>
                      <a:pt x="210" y="447"/>
                    </a:lnTo>
                    <a:lnTo>
                      <a:pt x="258" y="454"/>
                    </a:lnTo>
                    <a:lnTo>
                      <a:pt x="312" y="460"/>
                    </a:lnTo>
                    <a:lnTo>
                      <a:pt x="402" y="463"/>
                    </a:lnTo>
                    <a:lnTo>
                      <a:pt x="485" y="456"/>
                    </a:lnTo>
                    <a:lnTo>
                      <a:pt x="570" y="442"/>
                    </a:lnTo>
                    <a:lnTo>
                      <a:pt x="652" y="417"/>
                    </a:lnTo>
                    <a:lnTo>
                      <a:pt x="724" y="384"/>
                    </a:lnTo>
                    <a:lnTo>
                      <a:pt x="784" y="339"/>
                    </a:lnTo>
                    <a:lnTo>
                      <a:pt x="829" y="322"/>
                    </a:lnTo>
                    <a:lnTo>
                      <a:pt x="831" y="3"/>
                    </a:lnTo>
                    <a:lnTo>
                      <a:pt x="786" y="10"/>
                    </a:lnTo>
                    <a:lnTo>
                      <a:pt x="726" y="33"/>
                    </a:lnTo>
                    <a:lnTo>
                      <a:pt x="654" y="61"/>
                    </a:lnTo>
                    <a:lnTo>
                      <a:pt x="585" y="78"/>
                    </a:lnTo>
                    <a:lnTo>
                      <a:pt x="515" y="87"/>
                    </a:lnTo>
                    <a:lnTo>
                      <a:pt x="468" y="91"/>
                    </a:lnTo>
                    <a:lnTo>
                      <a:pt x="428" y="93"/>
                    </a:lnTo>
                    <a:lnTo>
                      <a:pt x="358" y="93"/>
                    </a:lnTo>
                    <a:lnTo>
                      <a:pt x="314" y="90"/>
                    </a:lnTo>
                    <a:lnTo>
                      <a:pt x="274" y="85"/>
                    </a:lnTo>
                    <a:lnTo>
                      <a:pt x="229" y="81"/>
                    </a:lnTo>
                    <a:lnTo>
                      <a:pt x="190" y="73"/>
                    </a:lnTo>
                    <a:lnTo>
                      <a:pt x="140" y="63"/>
                    </a:lnTo>
                    <a:lnTo>
                      <a:pt x="96" y="49"/>
                    </a:lnTo>
                    <a:lnTo>
                      <a:pt x="49" y="27"/>
                    </a:lnTo>
                    <a:lnTo>
                      <a:pt x="0" y="0"/>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6" name="Freeform 60">
                <a:extLst>
                  <a:ext uri="{FF2B5EF4-FFF2-40B4-BE49-F238E27FC236}">
                    <a16:creationId xmlns:a16="http://schemas.microsoft.com/office/drawing/2014/main" id="{1DD4BAF1-DF1A-476A-A395-690CC2A9FC47}"/>
                  </a:ext>
                </a:extLst>
              </p:cNvPr>
              <p:cNvSpPr>
                <a:spLocks/>
              </p:cNvSpPr>
              <p:nvPr/>
            </p:nvSpPr>
            <p:spPr bwMode="auto">
              <a:xfrm>
                <a:off x="5213" y="867"/>
                <a:ext cx="88" cy="82"/>
              </a:xfrm>
              <a:custGeom>
                <a:avLst/>
                <a:gdLst>
                  <a:gd name="T0" fmla="*/ 0 w 88"/>
                  <a:gd name="T1" fmla="*/ 76 h 82"/>
                  <a:gd name="T2" fmla="*/ 11 w 88"/>
                  <a:gd name="T3" fmla="*/ 0 h 82"/>
                  <a:gd name="T4" fmla="*/ 54 w 88"/>
                  <a:gd name="T5" fmla="*/ 6 h 82"/>
                  <a:gd name="T6" fmla="*/ 87 w 88"/>
                  <a:gd name="T7" fmla="*/ 10 h 82"/>
                  <a:gd name="T8" fmla="*/ 78 w 88"/>
                  <a:gd name="T9" fmla="*/ 81 h 82"/>
                  <a:gd name="T10" fmla="*/ 75 w 88"/>
                  <a:gd name="T11" fmla="*/ 65 h 82"/>
                  <a:gd name="T12" fmla="*/ 65 w 88"/>
                  <a:gd name="T13" fmla="*/ 53 h 82"/>
                  <a:gd name="T14" fmla="*/ 47 w 88"/>
                  <a:gd name="T15" fmla="*/ 49 h 82"/>
                  <a:gd name="T16" fmla="*/ 27 w 88"/>
                  <a:gd name="T17" fmla="*/ 50 h 82"/>
                  <a:gd name="T18" fmla="*/ 11 w 88"/>
                  <a:gd name="T19" fmla="*/ 58 h 82"/>
                  <a:gd name="T20" fmla="*/ 0 w 88"/>
                  <a:gd name="T21" fmla="*/ 76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0" y="76"/>
                    </a:moveTo>
                    <a:lnTo>
                      <a:pt x="11" y="0"/>
                    </a:lnTo>
                    <a:lnTo>
                      <a:pt x="54" y="6"/>
                    </a:lnTo>
                    <a:lnTo>
                      <a:pt x="87" y="10"/>
                    </a:lnTo>
                    <a:lnTo>
                      <a:pt x="78" y="81"/>
                    </a:lnTo>
                    <a:lnTo>
                      <a:pt x="75" y="65"/>
                    </a:lnTo>
                    <a:lnTo>
                      <a:pt x="65" y="53"/>
                    </a:lnTo>
                    <a:lnTo>
                      <a:pt x="47" y="49"/>
                    </a:lnTo>
                    <a:lnTo>
                      <a:pt x="27" y="50"/>
                    </a:lnTo>
                    <a:lnTo>
                      <a:pt x="11" y="58"/>
                    </a:lnTo>
                    <a:lnTo>
                      <a:pt x="0" y="76"/>
                    </a:lnTo>
                  </a:path>
                </a:pathLst>
              </a:custGeom>
              <a:solidFill>
                <a:schemeClr val="bg2">
                  <a:alpha val="50000"/>
                </a:scheme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7" name="Freeform 61">
                <a:extLst>
                  <a:ext uri="{FF2B5EF4-FFF2-40B4-BE49-F238E27FC236}">
                    <a16:creationId xmlns:a16="http://schemas.microsoft.com/office/drawing/2014/main" id="{4F612244-5CA1-4D45-AC44-317267672B9A}"/>
                  </a:ext>
                </a:extLst>
              </p:cNvPr>
              <p:cNvSpPr>
                <a:spLocks/>
              </p:cNvSpPr>
              <p:nvPr/>
            </p:nvSpPr>
            <p:spPr bwMode="auto">
              <a:xfrm>
                <a:off x="1356" y="67"/>
                <a:ext cx="2967" cy="505"/>
              </a:xfrm>
              <a:custGeom>
                <a:avLst/>
                <a:gdLst>
                  <a:gd name="T0" fmla="*/ 0 w 2967"/>
                  <a:gd name="T1" fmla="*/ 135 h 505"/>
                  <a:gd name="T2" fmla="*/ 207 w 2967"/>
                  <a:gd name="T3" fmla="*/ 87 h 505"/>
                  <a:gd name="T4" fmla="*/ 442 w 2967"/>
                  <a:gd name="T5" fmla="*/ 54 h 505"/>
                  <a:gd name="T6" fmla="*/ 640 w 2967"/>
                  <a:gd name="T7" fmla="*/ 36 h 505"/>
                  <a:gd name="T8" fmla="*/ 897 w 2967"/>
                  <a:gd name="T9" fmla="*/ 18 h 505"/>
                  <a:gd name="T10" fmla="*/ 1215 w 2967"/>
                  <a:gd name="T11" fmla="*/ 3 h 505"/>
                  <a:gd name="T12" fmla="*/ 1392 w 2967"/>
                  <a:gd name="T13" fmla="*/ 0 h 505"/>
                  <a:gd name="T14" fmla="*/ 1710 w 2967"/>
                  <a:gd name="T15" fmla="*/ 0 h 505"/>
                  <a:gd name="T16" fmla="*/ 1997 w 2967"/>
                  <a:gd name="T17" fmla="*/ 12 h 505"/>
                  <a:gd name="T18" fmla="*/ 2258 w 2967"/>
                  <a:gd name="T19" fmla="*/ 24 h 505"/>
                  <a:gd name="T20" fmla="*/ 2493 w 2967"/>
                  <a:gd name="T21" fmla="*/ 42 h 505"/>
                  <a:gd name="T22" fmla="*/ 2674 w 2967"/>
                  <a:gd name="T23" fmla="*/ 60 h 505"/>
                  <a:gd name="T24" fmla="*/ 2828 w 2967"/>
                  <a:gd name="T25" fmla="*/ 81 h 505"/>
                  <a:gd name="T26" fmla="*/ 2966 w 2967"/>
                  <a:gd name="T27" fmla="*/ 102 h 505"/>
                  <a:gd name="T28" fmla="*/ 2966 w 2967"/>
                  <a:gd name="T29" fmla="*/ 504 h 505"/>
                  <a:gd name="T30" fmla="*/ 2833 w 2967"/>
                  <a:gd name="T31" fmla="*/ 480 h 505"/>
                  <a:gd name="T32" fmla="*/ 2563 w 2967"/>
                  <a:gd name="T33" fmla="*/ 441 h 505"/>
                  <a:gd name="T34" fmla="*/ 2382 w 2967"/>
                  <a:gd name="T35" fmla="*/ 423 h 505"/>
                  <a:gd name="T36" fmla="*/ 2134 w 2967"/>
                  <a:gd name="T37" fmla="*/ 405 h 505"/>
                  <a:gd name="T38" fmla="*/ 1944 w 2967"/>
                  <a:gd name="T39" fmla="*/ 396 h 505"/>
                  <a:gd name="T40" fmla="*/ 1746 w 2967"/>
                  <a:gd name="T41" fmla="*/ 387 h 505"/>
                  <a:gd name="T42" fmla="*/ 1529 w 2967"/>
                  <a:gd name="T43" fmla="*/ 387 h 505"/>
                  <a:gd name="T44" fmla="*/ 1295 w 2967"/>
                  <a:gd name="T45" fmla="*/ 387 h 505"/>
                  <a:gd name="T46" fmla="*/ 1047 w 2967"/>
                  <a:gd name="T47" fmla="*/ 393 h 505"/>
                  <a:gd name="T48" fmla="*/ 853 w 2967"/>
                  <a:gd name="T49" fmla="*/ 402 h 505"/>
                  <a:gd name="T50" fmla="*/ 654 w 2967"/>
                  <a:gd name="T51" fmla="*/ 414 h 505"/>
                  <a:gd name="T52" fmla="*/ 468 w 2967"/>
                  <a:gd name="T53" fmla="*/ 429 h 505"/>
                  <a:gd name="T54" fmla="*/ 296 w 2967"/>
                  <a:gd name="T55" fmla="*/ 447 h 505"/>
                  <a:gd name="T56" fmla="*/ 150 w 2967"/>
                  <a:gd name="T57" fmla="*/ 468 h 505"/>
                  <a:gd name="T58" fmla="*/ 13 w 2967"/>
                  <a:gd name="T59" fmla="*/ 492 h 505"/>
                  <a:gd name="T60" fmla="*/ 0 w 2967"/>
                  <a:gd name="T61" fmla="*/ 135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7" h="505">
                    <a:moveTo>
                      <a:pt x="0" y="135"/>
                    </a:moveTo>
                    <a:lnTo>
                      <a:pt x="207" y="87"/>
                    </a:lnTo>
                    <a:lnTo>
                      <a:pt x="442" y="54"/>
                    </a:lnTo>
                    <a:lnTo>
                      <a:pt x="640" y="36"/>
                    </a:lnTo>
                    <a:lnTo>
                      <a:pt x="897" y="18"/>
                    </a:lnTo>
                    <a:lnTo>
                      <a:pt x="1215" y="3"/>
                    </a:lnTo>
                    <a:lnTo>
                      <a:pt x="1392" y="0"/>
                    </a:lnTo>
                    <a:lnTo>
                      <a:pt x="1710" y="0"/>
                    </a:lnTo>
                    <a:lnTo>
                      <a:pt x="1997" y="12"/>
                    </a:lnTo>
                    <a:lnTo>
                      <a:pt x="2258" y="24"/>
                    </a:lnTo>
                    <a:lnTo>
                      <a:pt x="2493" y="42"/>
                    </a:lnTo>
                    <a:lnTo>
                      <a:pt x="2674" y="60"/>
                    </a:lnTo>
                    <a:lnTo>
                      <a:pt x="2828" y="81"/>
                    </a:lnTo>
                    <a:lnTo>
                      <a:pt x="2966" y="102"/>
                    </a:lnTo>
                    <a:lnTo>
                      <a:pt x="2966" y="504"/>
                    </a:lnTo>
                    <a:lnTo>
                      <a:pt x="2833" y="480"/>
                    </a:lnTo>
                    <a:lnTo>
                      <a:pt x="2563" y="441"/>
                    </a:lnTo>
                    <a:lnTo>
                      <a:pt x="2382" y="423"/>
                    </a:lnTo>
                    <a:lnTo>
                      <a:pt x="2134" y="405"/>
                    </a:lnTo>
                    <a:lnTo>
                      <a:pt x="1944" y="396"/>
                    </a:lnTo>
                    <a:lnTo>
                      <a:pt x="1746" y="387"/>
                    </a:lnTo>
                    <a:lnTo>
                      <a:pt x="1529" y="387"/>
                    </a:lnTo>
                    <a:lnTo>
                      <a:pt x="1295" y="387"/>
                    </a:lnTo>
                    <a:lnTo>
                      <a:pt x="1047" y="393"/>
                    </a:lnTo>
                    <a:lnTo>
                      <a:pt x="853" y="402"/>
                    </a:lnTo>
                    <a:lnTo>
                      <a:pt x="654" y="414"/>
                    </a:lnTo>
                    <a:lnTo>
                      <a:pt x="468" y="429"/>
                    </a:lnTo>
                    <a:lnTo>
                      <a:pt x="296" y="447"/>
                    </a:lnTo>
                    <a:lnTo>
                      <a:pt x="150" y="468"/>
                    </a:lnTo>
                    <a:lnTo>
                      <a:pt x="13" y="492"/>
                    </a:lnTo>
                    <a:lnTo>
                      <a:pt x="0" y="135"/>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8" name="Freeform 62">
                <a:extLst>
                  <a:ext uri="{FF2B5EF4-FFF2-40B4-BE49-F238E27FC236}">
                    <a16:creationId xmlns:a16="http://schemas.microsoft.com/office/drawing/2014/main" id="{C594EEB9-BF6C-43C1-9CED-CEAD6597015A}"/>
                  </a:ext>
                </a:extLst>
              </p:cNvPr>
              <p:cNvSpPr>
                <a:spLocks/>
              </p:cNvSpPr>
              <p:nvPr/>
            </p:nvSpPr>
            <p:spPr bwMode="auto">
              <a:xfrm>
                <a:off x="555" y="173"/>
                <a:ext cx="823" cy="476"/>
              </a:xfrm>
              <a:custGeom>
                <a:avLst/>
                <a:gdLst>
                  <a:gd name="T0" fmla="*/ 815 w 823"/>
                  <a:gd name="T1" fmla="*/ 30 h 476"/>
                  <a:gd name="T2" fmla="*/ 822 w 823"/>
                  <a:gd name="T3" fmla="*/ 387 h 476"/>
                  <a:gd name="T4" fmla="*/ 746 w 823"/>
                  <a:gd name="T5" fmla="*/ 423 h 476"/>
                  <a:gd name="T6" fmla="*/ 676 w 823"/>
                  <a:gd name="T7" fmla="*/ 447 h 476"/>
                  <a:gd name="T8" fmla="*/ 619 w 823"/>
                  <a:gd name="T9" fmla="*/ 459 h 476"/>
                  <a:gd name="T10" fmla="*/ 571 w 823"/>
                  <a:gd name="T11" fmla="*/ 466 h 476"/>
                  <a:gd name="T12" fmla="*/ 517 w 823"/>
                  <a:gd name="T13" fmla="*/ 472 h 476"/>
                  <a:gd name="T14" fmla="*/ 427 w 823"/>
                  <a:gd name="T15" fmla="*/ 475 h 476"/>
                  <a:gd name="T16" fmla="*/ 344 w 823"/>
                  <a:gd name="T17" fmla="*/ 468 h 476"/>
                  <a:gd name="T18" fmla="*/ 259 w 823"/>
                  <a:gd name="T19" fmla="*/ 454 h 476"/>
                  <a:gd name="T20" fmla="*/ 177 w 823"/>
                  <a:gd name="T21" fmla="*/ 429 h 476"/>
                  <a:gd name="T22" fmla="*/ 105 w 823"/>
                  <a:gd name="T23" fmla="*/ 396 h 476"/>
                  <a:gd name="T24" fmla="*/ 41 w 823"/>
                  <a:gd name="T25" fmla="*/ 360 h 476"/>
                  <a:gd name="T26" fmla="*/ 0 w 823"/>
                  <a:gd name="T27" fmla="*/ 325 h 476"/>
                  <a:gd name="T28" fmla="*/ 0 w 823"/>
                  <a:gd name="T29" fmla="*/ 0 h 476"/>
                  <a:gd name="T30" fmla="*/ 46 w 823"/>
                  <a:gd name="T31" fmla="*/ 28 h 476"/>
                  <a:gd name="T32" fmla="*/ 105 w 823"/>
                  <a:gd name="T33" fmla="*/ 52 h 476"/>
                  <a:gd name="T34" fmla="*/ 175 w 823"/>
                  <a:gd name="T35" fmla="*/ 73 h 476"/>
                  <a:gd name="T36" fmla="*/ 244 w 823"/>
                  <a:gd name="T37" fmla="*/ 90 h 476"/>
                  <a:gd name="T38" fmla="*/ 314 w 823"/>
                  <a:gd name="T39" fmla="*/ 99 h 476"/>
                  <a:gd name="T40" fmla="*/ 361 w 823"/>
                  <a:gd name="T41" fmla="*/ 103 h 476"/>
                  <a:gd name="T42" fmla="*/ 401 w 823"/>
                  <a:gd name="T43" fmla="*/ 105 h 476"/>
                  <a:gd name="T44" fmla="*/ 471 w 823"/>
                  <a:gd name="T45" fmla="*/ 105 h 476"/>
                  <a:gd name="T46" fmla="*/ 515 w 823"/>
                  <a:gd name="T47" fmla="*/ 102 h 476"/>
                  <a:gd name="T48" fmla="*/ 555 w 823"/>
                  <a:gd name="T49" fmla="*/ 97 h 476"/>
                  <a:gd name="T50" fmla="*/ 600 w 823"/>
                  <a:gd name="T51" fmla="*/ 93 h 476"/>
                  <a:gd name="T52" fmla="*/ 640 w 823"/>
                  <a:gd name="T53" fmla="*/ 85 h 476"/>
                  <a:gd name="T54" fmla="*/ 689 w 823"/>
                  <a:gd name="T55" fmla="*/ 75 h 476"/>
                  <a:gd name="T56" fmla="*/ 733 w 823"/>
                  <a:gd name="T57" fmla="*/ 61 h 476"/>
                  <a:gd name="T58" fmla="*/ 777 w 823"/>
                  <a:gd name="T59" fmla="*/ 46 h 476"/>
                  <a:gd name="T60" fmla="*/ 815 w 823"/>
                  <a:gd name="T61" fmla="*/ 3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3" h="476">
                    <a:moveTo>
                      <a:pt x="815" y="30"/>
                    </a:moveTo>
                    <a:lnTo>
                      <a:pt x="822" y="387"/>
                    </a:lnTo>
                    <a:lnTo>
                      <a:pt x="746" y="423"/>
                    </a:lnTo>
                    <a:lnTo>
                      <a:pt x="676" y="447"/>
                    </a:lnTo>
                    <a:lnTo>
                      <a:pt x="619" y="459"/>
                    </a:lnTo>
                    <a:lnTo>
                      <a:pt x="571" y="466"/>
                    </a:lnTo>
                    <a:lnTo>
                      <a:pt x="517" y="472"/>
                    </a:lnTo>
                    <a:lnTo>
                      <a:pt x="427" y="475"/>
                    </a:lnTo>
                    <a:lnTo>
                      <a:pt x="344" y="468"/>
                    </a:lnTo>
                    <a:lnTo>
                      <a:pt x="259" y="454"/>
                    </a:lnTo>
                    <a:lnTo>
                      <a:pt x="177" y="429"/>
                    </a:lnTo>
                    <a:lnTo>
                      <a:pt x="105" y="396"/>
                    </a:lnTo>
                    <a:lnTo>
                      <a:pt x="41" y="360"/>
                    </a:lnTo>
                    <a:lnTo>
                      <a:pt x="0" y="325"/>
                    </a:lnTo>
                    <a:lnTo>
                      <a:pt x="0" y="0"/>
                    </a:lnTo>
                    <a:lnTo>
                      <a:pt x="46" y="28"/>
                    </a:lnTo>
                    <a:lnTo>
                      <a:pt x="105" y="52"/>
                    </a:lnTo>
                    <a:lnTo>
                      <a:pt x="175" y="73"/>
                    </a:lnTo>
                    <a:lnTo>
                      <a:pt x="244" y="90"/>
                    </a:lnTo>
                    <a:lnTo>
                      <a:pt x="314" y="99"/>
                    </a:lnTo>
                    <a:lnTo>
                      <a:pt x="361" y="103"/>
                    </a:lnTo>
                    <a:lnTo>
                      <a:pt x="401" y="105"/>
                    </a:lnTo>
                    <a:lnTo>
                      <a:pt x="471" y="105"/>
                    </a:lnTo>
                    <a:lnTo>
                      <a:pt x="515" y="102"/>
                    </a:lnTo>
                    <a:lnTo>
                      <a:pt x="555" y="97"/>
                    </a:lnTo>
                    <a:lnTo>
                      <a:pt x="600" y="93"/>
                    </a:lnTo>
                    <a:lnTo>
                      <a:pt x="640" y="85"/>
                    </a:lnTo>
                    <a:lnTo>
                      <a:pt x="689" y="75"/>
                    </a:lnTo>
                    <a:lnTo>
                      <a:pt x="733" y="61"/>
                    </a:lnTo>
                    <a:lnTo>
                      <a:pt x="777" y="46"/>
                    </a:lnTo>
                    <a:lnTo>
                      <a:pt x="815" y="3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9" name="Freeform 63">
                <a:extLst>
                  <a:ext uri="{FF2B5EF4-FFF2-40B4-BE49-F238E27FC236}">
                    <a16:creationId xmlns:a16="http://schemas.microsoft.com/office/drawing/2014/main" id="{2B98B990-183A-4AC1-9FE1-06821A9CFD3B}"/>
                  </a:ext>
                </a:extLst>
              </p:cNvPr>
              <p:cNvSpPr>
                <a:spLocks/>
              </p:cNvSpPr>
              <p:nvPr/>
            </p:nvSpPr>
            <p:spPr bwMode="auto">
              <a:xfrm>
                <a:off x="102" y="631"/>
                <a:ext cx="551" cy="375"/>
              </a:xfrm>
              <a:custGeom>
                <a:avLst/>
                <a:gdLst>
                  <a:gd name="T0" fmla="*/ 16 w 551"/>
                  <a:gd name="T1" fmla="*/ 59 h 375"/>
                  <a:gd name="T2" fmla="*/ 0 w 551"/>
                  <a:gd name="T3" fmla="*/ 135 h 375"/>
                  <a:gd name="T4" fmla="*/ 10 w 551"/>
                  <a:gd name="T5" fmla="*/ 162 h 375"/>
                  <a:gd name="T6" fmla="*/ 33 w 551"/>
                  <a:gd name="T7" fmla="*/ 203 h 375"/>
                  <a:gd name="T8" fmla="*/ 57 w 551"/>
                  <a:gd name="T9" fmla="*/ 240 h 375"/>
                  <a:gd name="T10" fmla="*/ 85 w 551"/>
                  <a:gd name="T11" fmla="*/ 270 h 375"/>
                  <a:gd name="T12" fmla="*/ 120 w 551"/>
                  <a:gd name="T13" fmla="*/ 300 h 375"/>
                  <a:gd name="T14" fmla="*/ 153 w 551"/>
                  <a:gd name="T15" fmla="*/ 321 h 375"/>
                  <a:gd name="T16" fmla="*/ 189 w 551"/>
                  <a:gd name="T17" fmla="*/ 341 h 375"/>
                  <a:gd name="T18" fmla="*/ 235 w 551"/>
                  <a:gd name="T19" fmla="*/ 359 h 375"/>
                  <a:gd name="T20" fmla="*/ 270 w 551"/>
                  <a:gd name="T21" fmla="*/ 368 h 375"/>
                  <a:gd name="T22" fmla="*/ 312 w 551"/>
                  <a:gd name="T23" fmla="*/ 374 h 375"/>
                  <a:gd name="T24" fmla="*/ 351 w 551"/>
                  <a:gd name="T25" fmla="*/ 374 h 375"/>
                  <a:gd name="T26" fmla="*/ 393 w 551"/>
                  <a:gd name="T27" fmla="*/ 369 h 375"/>
                  <a:gd name="T28" fmla="*/ 436 w 551"/>
                  <a:gd name="T29" fmla="*/ 356 h 375"/>
                  <a:gd name="T30" fmla="*/ 475 w 551"/>
                  <a:gd name="T31" fmla="*/ 335 h 375"/>
                  <a:gd name="T32" fmla="*/ 498 w 551"/>
                  <a:gd name="T33" fmla="*/ 317 h 375"/>
                  <a:gd name="T34" fmla="*/ 526 w 551"/>
                  <a:gd name="T35" fmla="*/ 291 h 375"/>
                  <a:gd name="T36" fmla="*/ 541 w 551"/>
                  <a:gd name="T37" fmla="*/ 269 h 375"/>
                  <a:gd name="T38" fmla="*/ 550 w 551"/>
                  <a:gd name="T39" fmla="*/ 251 h 375"/>
                  <a:gd name="T40" fmla="*/ 550 w 551"/>
                  <a:gd name="T41" fmla="*/ 231 h 375"/>
                  <a:gd name="T42" fmla="*/ 544 w 551"/>
                  <a:gd name="T43" fmla="*/ 207 h 375"/>
                  <a:gd name="T44" fmla="*/ 532 w 551"/>
                  <a:gd name="T45" fmla="*/ 189 h 375"/>
                  <a:gd name="T46" fmla="*/ 523 w 551"/>
                  <a:gd name="T47" fmla="*/ 150 h 375"/>
                  <a:gd name="T48" fmla="*/ 519 w 551"/>
                  <a:gd name="T49" fmla="*/ 129 h 375"/>
                  <a:gd name="T50" fmla="*/ 267 w 551"/>
                  <a:gd name="T51" fmla="*/ 147 h 375"/>
                  <a:gd name="T52" fmla="*/ 234 w 551"/>
                  <a:gd name="T53" fmla="*/ 140 h 375"/>
                  <a:gd name="T54" fmla="*/ 193 w 551"/>
                  <a:gd name="T55" fmla="*/ 126 h 375"/>
                  <a:gd name="T56" fmla="*/ 162 w 551"/>
                  <a:gd name="T57" fmla="*/ 108 h 375"/>
                  <a:gd name="T58" fmla="*/ 129 w 551"/>
                  <a:gd name="T59" fmla="*/ 86 h 375"/>
                  <a:gd name="T60" fmla="*/ 97 w 551"/>
                  <a:gd name="T61" fmla="*/ 54 h 375"/>
                  <a:gd name="T62" fmla="*/ 78 w 551"/>
                  <a:gd name="T63" fmla="*/ 27 h 375"/>
                  <a:gd name="T64" fmla="*/ 60 w 551"/>
                  <a:gd name="T65" fmla="*/ 0 h 375"/>
                  <a:gd name="T66" fmla="*/ 16 w 551"/>
                  <a:gd name="T67" fmla="*/ 5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5">
                    <a:moveTo>
                      <a:pt x="16" y="59"/>
                    </a:moveTo>
                    <a:lnTo>
                      <a:pt x="0" y="135"/>
                    </a:lnTo>
                    <a:lnTo>
                      <a:pt x="10" y="162"/>
                    </a:lnTo>
                    <a:lnTo>
                      <a:pt x="33" y="203"/>
                    </a:lnTo>
                    <a:lnTo>
                      <a:pt x="57" y="240"/>
                    </a:lnTo>
                    <a:lnTo>
                      <a:pt x="85" y="270"/>
                    </a:lnTo>
                    <a:lnTo>
                      <a:pt x="120" y="300"/>
                    </a:lnTo>
                    <a:lnTo>
                      <a:pt x="153" y="321"/>
                    </a:lnTo>
                    <a:lnTo>
                      <a:pt x="189" y="341"/>
                    </a:lnTo>
                    <a:lnTo>
                      <a:pt x="235" y="359"/>
                    </a:lnTo>
                    <a:lnTo>
                      <a:pt x="270" y="368"/>
                    </a:lnTo>
                    <a:lnTo>
                      <a:pt x="312" y="374"/>
                    </a:lnTo>
                    <a:lnTo>
                      <a:pt x="351" y="374"/>
                    </a:lnTo>
                    <a:lnTo>
                      <a:pt x="393" y="369"/>
                    </a:lnTo>
                    <a:lnTo>
                      <a:pt x="436" y="356"/>
                    </a:lnTo>
                    <a:lnTo>
                      <a:pt x="475" y="335"/>
                    </a:lnTo>
                    <a:lnTo>
                      <a:pt x="498" y="317"/>
                    </a:lnTo>
                    <a:lnTo>
                      <a:pt x="526" y="291"/>
                    </a:lnTo>
                    <a:lnTo>
                      <a:pt x="541" y="269"/>
                    </a:lnTo>
                    <a:lnTo>
                      <a:pt x="550" y="251"/>
                    </a:lnTo>
                    <a:lnTo>
                      <a:pt x="550" y="231"/>
                    </a:lnTo>
                    <a:lnTo>
                      <a:pt x="544" y="207"/>
                    </a:lnTo>
                    <a:lnTo>
                      <a:pt x="532" y="189"/>
                    </a:lnTo>
                    <a:lnTo>
                      <a:pt x="523" y="150"/>
                    </a:lnTo>
                    <a:lnTo>
                      <a:pt x="519" y="129"/>
                    </a:lnTo>
                    <a:lnTo>
                      <a:pt x="267" y="147"/>
                    </a:lnTo>
                    <a:lnTo>
                      <a:pt x="234" y="140"/>
                    </a:lnTo>
                    <a:lnTo>
                      <a:pt x="193" y="126"/>
                    </a:lnTo>
                    <a:lnTo>
                      <a:pt x="162" y="108"/>
                    </a:lnTo>
                    <a:lnTo>
                      <a:pt x="129" y="86"/>
                    </a:lnTo>
                    <a:lnTo>
                      <a:pt x="97" y="54"/>
                    </a:lnTo>
                    <a:lnTo>
                      <a:pt x="78" y="27"/>
                    </a:lnTo>
                    <a:lnTo>
                      <a:pt x="60" y="0"/>
                    </a:lnTo>
                    <a:lnTo>
                      <a:pt x="16" y="59"/>
                    </a:lnTo>
                  </a:path>
                </a:pathLst>
              </a:custGeom>
              <a:gradFill rotWithShape="0">
                <a:gsLst>
                  <a:gs pos="0">
                    <a:srgbClr val="AF9F87"/>
                  </a:gs>
                  <a:gs pos="100000">
                    <a:srgbClr val="E4E0C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0" name="Freeform 64">
                <a:extLst>
                  <a:ext uri="{FF2B5EF4-FFF2-40B4-BE49-F238E27FC236}">
                    <a16:creationId xmlns:a16="http://schemas.microsoft.com/office/drawing/2014/main" id="{7EF220DD-4E58-4481-8BF2-AB92D3CAE9FD}"/>
                  </a:ext>
                </a:extLst>
              </p:cNvPr>
              <p:cNvSpPr>
                <a:spLocks/>
              </p:cNvSpPr>
              <p:nvPr/>
            </p:nvSpPr>
            <p:spPr bwMode="auto">
              <a:xfrm>
                <a:off x="82" y="174"/>
                <a:ext cx="475" cy="610"/>
              </a:xfrm>
              <a:custGeom>
                <a:avLst/>
                <a:gdLst>
                  <a:gd name="T0" fmla="*/ 474 w 475"/>
                  <a:gd name="T1" fmla="*/ 0 h 610"/>
                  <a:gd name="T2" fmla="*/ 474 w 475"/>
                  <a:gd name="T3" fmla="*/ 325 h 610"/>
                  <a:gd name="T4" fmla="*/ 446 w 475"/>
                  <a:gd name="T5" fmla="*/ 322 h 610"/>
                  <a:gd name="T6" fmla="*/ 411 w 475"/>
                  <a:gd name="T7" fmla="*/ 324 h 610"/>
                  <a:gd name="T8" fmla="*/ 353 w 475"/>
                  <a:gd name="T9" fmla="*/ 331 h 610"/>
                  <a:gd name="T10" fmla="*/ 296 w 475"/>
                  <a:gd name="T11" fmla="*/ 343 h 610"/>
                  <a:gd name="T12" fmla="*/ 243 w 475"/>
                  <a:gd name="T13" fmla="*/ 357 h 610"/>
                  <a:gd name="T14" fmla="*/ 200 w 475"/>
                  <a:gd name="T15" fmla="*/ 375 h 610"/>
                  <a:gd name="T16" fmla="*/ 149 w 475"/>
                  <a:gd name="T17" fmla="*/ 403 h 610"/>
                  <a:gd name="T18" fmla="*/ 110 w 475"/>
                  <a:gd name="T19" fmla="*/ 432 h 610"/>
                  <a:gd name="T20" fmla="*/ 81 w 475"/>
                  <a:gd name="T21" fmla="*/ 459 h 610"/>
                  <a:gd name="T22" fmla="*/ 60 w 475"/>
                  <a:gd name="T23" fmla="*/ 486 h 610"/>
                  <a:gd name="T24" fmla="*/ 47 w 475"/>
                  <a:gd name="T25" fmla="*/ 510 h 610"/>
                  <a:gd name="T26" fmla="*/ 35 w 475"/>
                  <a:gd name="T27" fmla="*/ 540 h 610"/>
                  <a:gd name="T28" fmla="*/ 30 w 475"/>
                  <a:gd name="T29" fmla="*/ 567 h 610"/>
                  <a:gd name="T30" fmla="*/ 23 w 475"/>
                  <a:gd name="T31" fmla="*/ 609 h 610"/>
                  <a:gd name="T32" fmla="*/ 17 w 475"/>
                  <a:gd name="T33" fmla="*/ 573 h 610"/>
                  <a:gd name="T34" fmla="*/ 8 w 475"/>
                  <a:gd name="T35" fmla="*/ 532 h 610"/>
                  <a:gd name="T36" fmla="*/ 5 w 475"/>
                  <a:gd name="T37" fmla="*/ 501 h 610"/>
                  <a:gd name="T38" fmla="*/ 0 w 475"/>
                  <a:gd name="T39" fmla="*/ 465 h 610"/>
                  <a:gd name="T40" fmla="*/ 2 w 475"/>
                  <a:gd name="T41" fmla="*/ 435 h 610"/>
                  <a:gd name="T42" fmla="*/ 8 w 475"/>
                  <a:gd name="T43" fmla="*/ 399 h 610"/>
                  <a:gd name="T44" fmla="*/ 15 w 475"/>
                  <a:gd name="T45" fmla="*/ 351 h 610"/>
                  <a:gd name="T46" fmla="*/ 30 w 475"/>
                  <a:gd name="T47" fmla="*/ 309 h 610"/>
                  <a:gd name="T48" fmla="*/ 50 w 475"/>
                  <a:gd name="T49" fmla="*/ 264 h 610"/>
                  <a:gd name="T50" fmla="*/ 75 w 475"/>
                  <a:gd name="T51" fmla="*/ 217 h 610"/>
                  <a:gd name="T52" fmla="*/ 111 w 475"/>
                  <a:gd name="T53" fmla="*/ 169 h 610"/>
                  <a:gd name="T54" fmla="*/ 152 w 475"/>
                  <a:gd name="T55" fmla="*/ 129 h 610"/>
                  <a:gd name="T56" fmla="*/ 188 w 475"/>
                  <a:gd name="T57" fmla="*/ 97 h 610"/>
                  <a:gd name="T58" fmla="*/ 233 w 475"/>
                  <a:gd name="T59" fmla="*/ 67 h 610"/>
                  <a:gd name="T60" fmla="*/ 279 w 475"/>
                  <a:gd name="T61" fmla="*/ 45 h 610"/>
                  <a:gd name="T62" fmla="*/ 333 w 475"/>
                  <a:gd name="T63" fmla="*/ 24 h 610"/>
                  <a:gd name="T64" fmla="*/ 380 w 475"/>
                  <a:gd name="T65" fmla="*/ 12 h 610"/>
                  <a:gd name="T66" fmla="*/ 435 w 475"/>
                  <a:gd name="T67" fmla="*/ 4 h 610"/>
                  <a:gd name="T68" fmla="*/ 474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474" y="0"/>
                    </a:moveTo>
                    <a:lnTo>
                      <a:pt x="474" y="325"/>
                    </a:lnTo>
                    <a:lnTo>
                      <a:pt x="446" y="322"/>
                    </a:lnTo>
                    <a:lnTo>
                      <a:pt x="411" y="324"/>
                    </a:lnTo>
                    <a:lnTo>
                      <a:pt x="353" y="331"/>
                    </a:lnTo>
                    <a:lnTo>
                      <a:pt x="296" y="343"/>
                    </a:lnTo>
                    <a:lnTo>
                      <a:pt x="243" y="357"/>
                    </a:lnTo>
                    <a:lnTo>
                      <a:pt x="200" y="375"/>
                    </a:lnTo>
                    <a:lnTo>
                      <a:pt x="149" y="403"/>
                    </a:lnTo>
                    <a:lnTo>
                      <a:pt x="110" y="432"/>
                    </a:lnTo>
                    <a:lnTo>
                      <a:pt x="81" y="459"/>
                    </a:lnTo>
                    <a:lnTo>
                      <a:pt x="60" y="486"/>
                    </a:lnTo>
                    <a:lnTo>
                      <a:pt x="47" y="510"/>
                    </a:lnTo>
                    <a:lnTo>
                      <a:pt x="35" y="540"/>
                    </a:lnTo>
                    <a:lnTo>
                      <a:pt x="30" y="567"/>
                    </a:lnTo>
                    <a:lnTo>
                      <a:pt x="23" y="609"/>
                    </a:lnTo>
                    <a:lnTo>
                      <a:pt x="17" y="573"/>
                    </a:lnTo>
                    <a:lnTo>
                      <a:pt x="8" y="532"/>
                    </a:lnTo>
                    <a:lnTo>
                      <a:pt x="5" y="501"/>
                    </a:lnTo>
                    <a:lnTo>
                      <a:pt x="0" y="465"/>
                    </a:lnTo>
                    <a:lnTo>
                      <a:pt x="2" y="435"/>
                    </a:lnTo>
                    <a:lnTo>
                      <a:pt x="8" y="399"/>
                    </a:lnTo>
                    <a:lnTo>
                      <a:pt x="15" y="351"/>
                    </a:lnTo>
                    <a:lnTo>
                      <a:pt x="30" y="309"/>
                    </a:lnTo>
                    <a:lnTo>
                      <a:pt x="50" y="264"/>
                    </a:lnTo>
                    <a:lnTo>
                      <a:pt x="75" y="217"/>
                    </a:lnTo>
                    <a:lnTo>
                      <a:pt x="111" y="169"/>
                    </a:lnTo>
                    <a:lnTo>
                      <a:pt x="152" y="129"/>
                    </a:lnTo>
                    <a:lnTo>
                      <a:pt x="188" y="97"/>
                    </a:lnTo>
                    <a:lnTo>
                      <a:pt x="233" y="67"/>
                    </a:lnTo>
                    <a:lnTo>
                      <a:pt x="279" y="45"/>
                    </a:lnTo>
                    <a:lnTo>
                      <a:pt x="333" y="24"/>
                    </a:lnTo>
                    <a:lnTo>
                      <a:pt x="380" y="12"/>
                    </a:lnTo>
                    <a:lnTo>
                      <a:pt x="435" y="4"/>
                    </a:lnTo>
                    <a:lnTo>
                      <a:pt x="474" y="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1" name="Freeform 65">
                <a:extLst>
                  <a:ext uri="{FF2B5EF4-FFF2-40B4-BE49-F238E27FC236}">
                    <a16:creationId xmlns:a16="http://schemas.microsoft.com/office/drawing/2014/main" id="{01BFC54D-F559-4D09-AE99-E9AEDB100EA2}"/>
                  </a:ext>
                </a:extLst>
              </p:cNvPr>
              <p:cNvSpPr>
                <a:spLocks/>
              </p:cNvSpPr>
              <p:nvPr/>
            </p:nvSpPr>
            <p:spPr bwMode="auto">
              <a:xfrm>
                <a:off x="370" y="801"/>
                <a:ext cx="156" cy="130"/>
              </a:xfrm>
              <a:custGeom>
                <a:avLst/>
                <a:gdLst>
                  <a:gd name="T0" fmla="*/ 72 w 156"/>
                  <a:gd name="T1" fmla="*/ 0 h 130"/>
                  <a:gd name="T2" fmla="*/ 21 w 156"/>
                  <a:gd name="T3" fmla="*/ 22 h 130"/>
                  <a:gd name="T4" fmla="*/ 3 w 156"/>
                  <a:gd name="T5" fmla="*/ 51 h 130"/>
                  <a:gd name="T6" fmla="*/ 0 w 156"/>
                  <a:gd name="T7" fmla="*/ 78 h 130"/>
                  <a:gd name="T8" fmla="*/ 0 w 156"/>
                  <a:gd name="T9" fmla="*/ 93 h 130"/>
                  <a:gd name="T10" fmla="*/ 9 w 156"/>
                  <a:gd name="T11" fmla="*/ 111 h 130"/>
                  <a:gd name="T12" fmla="*/ 29 w 156"/>
                  <a:gd name="T13" fmla="*/ 120 h 130"/>
                  <a:gd name="T14" fmla="*/ 50 w 156"/>
                  <a:gd name="T15" fmla="*/ 126 h 130"/>
                  <a:gd name="T16" fmla="*/ 69 w 156"/>
                  <a:gd name="T17" fmla="*/ 129 h 130"/>
                  <a:gd name="T18" fmla="*/ 86 w 156"/>
                  <a:gd name="T19" fmla="*/ 129 h 130"/>
                  <a:gd name="T20" fmla="*/ 114 w 156"/>
                  <a:gd name="T21" fmla="*/ 124 h 130"/>
                  <a:gd name="T22" fmla="*/ 134 w 156"/>
                  <a:gd name="T23" fmla="*/ 118 h 130"/>
                  <a:gd name="T24" fmla="*/ 146 w 156"/>
                  <a:gd name="T25" fmla="*/ 109 h 130"/>
                  <a:gd name="T26" fmla="*/ 153 w 156"/>
                  <a:gd name="T27" fmla="*/ 100 h 130"/>
                  <a:gd name="T28" fmla="*/ 155 w 156"/>
                  <a:gd name="T29" fmla="*/ 87 h 130"/>
                  <a:gd name="T30" fmla="*/ 153 w 156"/>
                  <a:gd name="T31" fmla="*/ 67 h 130"/>
                  <a:gd name="T32" fmla="*/ 146 w 156"/>
                  <a:gd name="T33" fmla="*/ 13 h 130"/>
                  <a:gd name="T34" fmla="*/ 72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72" y="0"/>
                    </a:moveTo>
                    <a:lnTo>
                      <a:pt x="21" y="22"/>
                    </a:lnTo>
                    <a:lnTo>
                      <a:pt x="3" y="51"/>
                    </a:lnTo>
                    <a:lnTo>
                      <a:pt x="0" y="78"/>
                    </a:lnTo>
                    <a:lnTo>
                      <a:pt x="0" y="93"/>
                    </a:lnTo>
                    <a:lnTo>
                      <a:pt x="9" y="111"/>
                    </a:lnTo>
                    <a:lnTo>
                      <a:pt x="29" y="120"/>
                    </a:lnTo>
                    <a:lnTo>
                      <a:pt x="50" y="126"/>
                    </a:lnTo>
                    <a:lnTo>
                      <a:pt x="69" y="129"/>
                    </a:lnTo>
                    <a:lnTo>
                      <a:pt x="86" y="129"/>
                    </a:lnTo>
                    <a:lnTo>
                      <a:pt x="114" y="124"/>
                    </a:lnTo>
                    <a:lnTo>
                      <a:pt x="134" y="118"/>
                    </a:lnTo>
                    <a:lnTo>
                      <a:pt x="146" y="109"/>
                    </a:lnTo>
                    <a:lnTo>
                      <a:pt x="153" y="100"/>
                    </a:lnTo>
                    <a:lnTo>
                      <a:pt x="155" y="87"/>
                    </a:lnTo>
                    <a:lnTo>
                      <a:pt x="153" y="67"/>
                    </a:lnTo>
                    <a:lnTo>
                      <a:pt x="146" y="13"/>
                    </a:lnTo>
                    <a:lnTo>
                      <a:pt x="72" y="0"/>
                    </a:lnTo>
                  </a:path>
                </a:pathLst>
              </a:custGeom>
              <a:gradFill rotWithShape="0">
                <a:gsLst>
                  <a:gs pos="0">
                    <a:srgbClr val="E4E0CF"/>
                  </a:gs>
                  <a:gs pos="100000">
                    <a:srgbClr val="AF9F87"/>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2" name="Freeform 66">
                <a:extLst>
                  <a:ext uri="{FF2B5EF4-FFF2-40B4-BE49-F238E27FC236}">
                    <a16:creationId xmlns:a16="http://schemas.microsoft.com/office/drawing/2014/main" id="{397FB1A4-E93B-4B86-921C-7C8BE43DF5D9}"/>
                  </a:ext>
                </a:extLst>
              </p:cNvPr>
              <p:cNvSpPr>
                <a:spLocks/>
              </p:cNvSpPr>
              <p:nvPr/>
            </p:nvSpPr>
            <p:spPr bwMode="auto">
              <a:xfrm>
                <a:off x="442" y="816"/>
                <a:ext cx="88" cy="97"/>
              </a:xfrm>
              <a:custGeom>
                <a:avLst/>
                <a:gdLst>
                  <a:gd name="T0" fmla="*/ 87 w 88"/>
                  <a:gd name="T1" fmla="*/ 88 h 97"/>
                  <a:gd name="T2" fmla="*/ 76 w 88"/>
                  <a:gd name="T3" fmla="*/ 0 h 97"/>
                  <a:gd name="T4" fmla="*/ 33 w 88"/>
                  <a:gd name="T5" fmla="*/ 7 h 97"/>
                  <a:gd name="T6" fmla="*/ 0 w 88"/>
                  <a:gd name="T7" fmla="*/ 11 h 97"/>
                  <a:gd name="T8" fmla="*/ 9 w 88"/>
                  <a:gd name="T9" fmla="*/ 96 h 97"/>
                  <a:gd name="T10" fmla="*/ 12 w 88"/>
                  <a:gd name="T11" fmla="*/ 76 h 97"/>
                  <a:gd name="T12" fmla="*/ 22 w 88"/>
                  <a:gd name="T13" fmla="*/ 62 h 97"/>
                  <a:gd name="T14" fmla="*/ 40 w 88"/>
                  <a:gd name="T15" fmla="*/ 57 h 97"/>
                  <a:gd name="T16" fmla="*/ 60 w 88"/>
                  <a:gd name="T17" fmla="*/ 58 h 97"/>
                  <a:gd name="T18" fmla="*/ 76 w 88"/>
                  <a:gd name="T19" fmla="*/ 67 h 97"/>
                  <a:gd name="T20" fmla="*/ 87 w 88"/>
                  <a:gd name="T21" fmla="*/ 8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97">
                    <a:moveTo>
                      <a:pt x="87" y="88"/>
                    </a:moveTo>
                    <a:lnTo>
                      <a:pt x="76" y="0"/>
                    </a:lnTo>
                    <a:lnTo>
                      <a:pt x="33" y="7"/>
                    </a:lnTo>
                    <a:lnTo>
                      <a:pt x="0" y="11"/>
                    </a:lnTo>
                    <a:lnTo>
                      <a:pt x="9" y="96"/>
                    </a:lnTo>
                    <a:lnTo>
                      <a:pt x="12" y="76"/>
                    </a:lnTo>
                    <a:lnTo>
                      <a:pt x="22" y="62"/>
                    </a:lnTo>
                    <a:lnTo>
                      <a:pt x="40" y="57"/>
                    </a:lnTo>
                    <a:lnTo>
                      <a:pt x="60" y="58"/>
                    </a:lnTo>
                    <a:lnTo>
                      <a:pt x="76" y="67"/>
                    </a:lnTo>
                    <a:lnTo>
                      <a:pt x="87" y="88"/>
                    </a:lnTo>
                  </a:path>
                </a:pathLst>
              </a:custGeom>
              <a:gradFill rotWithShape="0">
                <a:gsLst>
                  <a:gs pos="0">
                    <a:srgbClr val="D1C39F"/>
                  </a:gs>
                  <a:gs pos="35001">
                    <a:srgbClr val="F0EBD5"/>
                  </a:gs>
                  <a:gs pos="100000">
                    <a:srgbClr val="FFEFD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3" name="Freeform 67">
                <a:extLst>
                  <a:ext uri="{FF2B5EF4-FFF2-40B4-BE49-F238E27FC236}">
                    <a16:creationId xmlns:a16="http://schemas.microsoft.com/office/drawing/2014/main" id="{750CF07E-4617-4E41-A88F-4516CD2349E2}"/>
                  </a:ext>
                </a:extLst>
              </p:cNvPr>
              <p:cNvSpPr>
                <a:spLocks/>
              </p:cNvSpPr>
              <p:nvPr/>
            </p:nvSpPr>
            <p:spPr bwMode="auto">
              <a:xfrm>
                <a:off x="334" y="572"/>
                <a:ext cx="319" cy="316"/>
              </a:xfrm>
              <a:custGeom>
                <a:avLst/>
                <a:gdLst>
                  <a:gd name="T0" fmla="*/ 317 w 319"/>
                  <a:gd name="T1" fmla="*/ 305 h 316"/>
                  <a:gd name="T2" fmla="*/ 315 w 319"/>
                  <a:gd name="T3" fmla="*/ 281 h 316"/>
                  <a:gd name="T4" fmla="*/ 306 w 319"/>
                  <a:gd name="T5" fmla="*/ 260 h 316"/>
                  <a:gd name="T6" fmla="*/ 299 w 319"/>
                  <a:gd name="T7" fmla="*/ 243 h 316"/>
                  <a:gd name="T8" fmla="*/ 294 w 319"/>
                  <a:gd name="T9" fmla="*/ 215 h 316"/>
                  <a:gd name="T10" fmla="*/ 288 w 319"/>
                  <a:gd name="T11" fmla="*/ 179 h 316"/>
                  <a:gd name="T12" fmla="*/ 284 w 319"/>
                  <a:gd name="T13" fmla="*/ 140 h 316"/>
                  <a:gd name="T14" fmla="*/ 281 w 319"/>
                  <a:gd name="T15" fmla="*/ 104 h 316"/>
                  <a:gd name="T16" fmla="*/ 279 w 319"/>
                  <a:gd name="T17" fmla="*/ 75 h 316"/>
                  <a:gd name="T18" fmla="*/ 278 w 319"/>
                  <a:gd name="T19" fmla="*/ 48 h 316"/>
                  <a:gd name="T20" fmla="*/ 270 w 319"/>
                  <a:gd name="T21" fmla="*/ 33 h 316"/>
                  <a:gd name="T22" fmla="*/ 255 w 319"/>
                  <a:gd name="T23" fmla="*/ 18 h 316"/>
                  <a:gd name="T24" fmla="*/ 240 w 319"/>
                  <a:gd name="T25" fmla="*/ 11 h 316"/>
                  <a:gd name="T26" fmla="*/ 216 w 319"/>
                  <a:gd name="T27" fmla="*/ 3 h 316"/>
                  <a:gd name="T28" fmla="*/ 189 w 319"/>
                  <a:gd name="T29" fmla="*/ 0 h 316"/>
                  <a:gd name="T30" fmla="*/ 147 w 319"/>
                  <a:gd name="T31" fmla="*/ 0 h 316"/>
                  <a:gd name="T32" fmla="*/ 110 w 319"/>
                  <a:gd name="T33" fmla="*/ 3 h 316"/>
                  <a:gd name="T34" fmla="*/ 74 w 319"/>
                  <a:gd name="T35" fmla="*/ 11 h 316"/>
                  <a:gd name="T36" fmla="*/ 41 w 319"/>
                  <a:gd name="T37" fmla="*/ 24 h 316"/>
                  <a:gd name="T38" fmla="*/ 20 w 319"/>
                  <a:gd name="T39" fmla="*/ 39 h 316"/>
                  <a:gd name="T40" fmla="*/ 8 w 319"/>
                  <a:gd name="T41" fmla="*/ 53 h 316"/>
                  <a:gd name="T42" fmla="*/ 0 w 319"/>
                  <a:gd name="T43" fmla="*/ 68 h 316"/>
                  <a:gd name="T44" fmla="*/ 2 w 319"/>
                  <a:gd name="T45" fmla="*/ 83 h 316"/>
                  <a:gd name="T46" fmla="*/ 5 w 319"/>
                  <a:gd name="T47" fmla="*/ 99 h 316"/>
                  <a:gd name="T48" fmla="*/ 15 w 319"/>
                  <a:gd name="T49" fmla="*/ 116 h 316"/>
                  <a:gd name="T50" fmla="*/ 23 w 319"/>
                  <a:gd name="T51" fmla="*/ 137 h 316"/>
                  <a:gd name="T52" fmla="*/ 27 w 319"/>
                  <a:gd name="T53" fmla="*/ 165 h 316"/>
                  <a:gd name="T54" fmla="*/ 30 w 319"/>
                  <a:gd name="T55" fmla="*/ 195 h 316"/>
                  <a:gd name="T56" fmla="*/ 35 w 319"/>
                  <a:gd name="T57" fmla="*/ 222 h 316"/>
                  <a:gd name="T58" fmla="*/ 36 w 319"/>
                  <a:gd name="T59" fmla="*/ 260 h 316"/>
                  <a:gd name="T60" fmla="*/ 38 w 319"/>
                  <a:gd name="T61" fmla="*/ 293 h 316"/>
                  <a:gd name="T62" fmla="*/ 38 w 319"/>
                  <a:gd name="T63" fmla="*/ 315 h 316"/>
                  <a:gd name="T64" fmla="*/ 48 w 319"/>
                  <a:gd name="T65" fmla="*/ 288 h 316"/>
                  <a:gd name="T66" fmla="*/ 68 w 319"/>
                  <a:gd name="T67" fmla="*/ 275 h 316"/>
                  <a:gd name="T68" fmla="*/ 86 w 319"/>
                  <a:gd name="T69" fmla="*/ 267 h 316"/>
                  <a:gd name="T70" fmla="*/ 108 w 319"/>
                  <a:gd name="T71" fmla="*/ 261 h 316"/>
                  <a:gd name="T72" fmla="*/ 143 w 319"/>
                  <a:gd name="T73" fmla="*/ 254 h 316"/>
                  <a:gd name="T74" fmla="*/ 177 w 319"/>
                  <a:gd name="T75" fmla="*/ 252 h 316"/>
                  <a:gd name="T76" fmla="*/ 197 w 319"/>
                  <a:gd name="T77" fmla="*/ 252 h 316"/>
                  <a:gd name="T78" fmla="*/ 228 w 319"/>
                  <a:gd name="T79" fmla="*/ 255 h 316"/>
                  <a:gd name="T80" fmla="*/ 264 w 319"/>
                  <a:gd name="T81" fmla="*/ 263 h 316"/>
                  <a:gd name="T82" fmla="*/ 287 w 319"/>
                  <a:gd name="T83" fmla="*/ 272 h 316"/>
                  <a:gd name="T84" fmla="*/ 302 w 319"/>
                  <a:gd name="T85" fmla="*/ 282 h 316"/>
                  <a:gd name="T86" fmla="*/ 318 w 319"/>
                  <a:gd name="T87" fmla="*/ 297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316">
                    <a:moveTo>
                      <a:pt x="317" y="305"/>
                    </a:moveTo>
                    <a:lnTo>
                      <a:pt x="315" y="281"/>
                    </a:lnTo>
                    <a:lnTo>
                      <a:pt x="306" y="260"/>
                    </a:lnTo>
                    <a:lnTo>
                      <a:pt x="299" y="243"/>
                    </a:lnTo>
                    <a:lnTo>
                      <a:pt x="294" y="215"/>
                    </a:lnTo>
                    <a:lnTo>
                      <a:pt x="288" y="179"/>
                    </a:lnTo>
                    <a:lnTo>
                      <a:pt x="284" y="140"/>
                    </a:lnTo>
                    <a:lnTo>
                      <a:pt x="281" y="104"/>
                    </a:lnTo>
                    <a:lnTo>
                      <a:pt x="279" y="75"/>
                    </a:lnTo>
                    <a:lnTo>
                      <a:pt x="278" y="48"/>
                    </a:lnTo>
                    <a:lnTo>
                      <a:pt x="270" y="33"/>
                    </a:lnTo>
                    <a:lnTo>
                      <a:pt x="255" y="18"/>
                    </a:lnTo>
                    <a:lnTo>
                      <a:pt x="240" y="11"/>
                    </a:lnTo>
                    <a:lnTo>
                      <a:pt x="216" y="3"/>
                    </a:lnTo>
                    <a:lnTo>
                      <a:pt x="189" y="0"/>
                    </a:lnTo>
                    <a:lnTo>
                      <a:pt x="147" y="0"/>
                    </a:lnTo>
                    <a:lnTo>
                      <a:pt x="110" y="3"/>
                    </a:lnTo>
                    <a:lnTo>
                      <a:pt x="74" y="11"/>
                    </a:lnTo>
                    <a:lnTo>
                      <a:pt x="41" y="24"/>
                    </a:lnTo>
                    <a:lnTo>
                      <a:pt x="20" y="39"/>
                    </a:lnTo>
                    <a:lnTo>
                      <a:pt x="8" y="53"/>
                    </a:lnTo>
                    <a:lnTo>
                      <a:pt x="0" y="68"/>
                    </a:lnTo>
                    <a:lnTo>
                      <a:pt x="2" y="83"/>
                    </a:lnTo>
                    <a:lnTo>
                      <a:pt x="5" y="99"/>
                    </a:lnTo>
                    <a:lnTo>
                      <a:pt x="15" y="116"/>
                    </a:lnTo>
                    <a:lnTo>
                      <a:pt x="23" y="137"/>
                    </a:lnTo>
                    <a:lnTo>
                      <a:pt x="27" y="165"/>
                    </a:lnTo>
                    <a:lnTo>
                      <a:pt x="30" y="195"/>
                    </a:lnTo>
                    <a:lnTo>
                      <a:pt x="35" y="222"/>
                    </a:lnTo>
                    <a:lnTo>
                      <a:pt x="36" y="260"/>
                    </a:lnTo>
                    <a:lnTo>
                      <a:pt x="38" y="293"/>
                    </a:lnTo>
                    <a:lnTo>
                      <a:pt x="38" y="315"/>
                    </a:lnTo>
                    <a:lnTo>
                      <a:pt x="48" y="288"/>
                    </a:lnTo>
                    <a:lnTo>
                      <a:pt x="68" y="275"/>
                    </a:lnTo>
                    <a:lnTo>
                      <a:pt x="86" y="267"/>
                    </a:lnTo>
                    <a:lnTo>
                      <a:pt x="108" y="261"/>
                    </a:lnTo>
                    <a:lnTo>
                      <a:pt x="143" y="254"/>
                    </a:lnTo>
                    <a:lnTo>
                      <a:pt x="177" y="252"/>
                    </a:lnTo>
                    <a:lnTo>
                      <a:pt x="197" y="252"/>
                    </a:lnTo>
                    <a:lnTo>
                      <a:pt x="228" y="255"/>
                    </a:lnTo>
                    <a:lnTo>
                      <a:pt x="264" y="263"/>
                    </a:lnTo>
                    <a:lnTo>
                      <a:pt x="287" y="272"/>
                    </a:lnTo>
                    <a:lnTo>
                      <a:pt x="302" y="282"/>
                    </a:lnTo>
                    <a:lnTo>
                      <a:pt x="318" y="297"/>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4" name="Freeform 68">
                <a:extLst>
                  <a:ext uri="{FF2B5EF4-FFF2-40B4-BE49-F238E27FC236}">
                    <a16:creationId xmlns:a16="http://schemas.microsoft.com/office/drawing/2014/main" id="{D82AFD8B-D733-4318-91EB-8D8E10654502}"/>
                  </a:ext>
                </a:extLst>
              </p:cNvPr>
              <p:cNvSpPr>
                <a:spLocks/>
              </p:cNvSpPr>
              <p:nvPr/>
            </p:nvSpPr>
            <p:spPr bwMode="auto">
              <a:xfrm>
                <a:off x="5049" y="636"/>
                <a:ext cx="551" cy="370"/>
              </a:xfrm>
              <a:custGeom>
                <a:avLst/>
                <a:gdLst>
                  <a:gd name="T0" fmla="*/ 534 w 551"/>
                  <a:gd name="T1" fmla="*/ 54 h 370"/>
                  <a:gd name="T2" fmla="*/ 550 w 551"/>
                  <a:gd name="T3" fmla="*/ 130 h 370"/>
                  <a:gd name="T4" fmla="*/ 540 w 551"/>
                  <a:gd name="T5" fmla="*/ 157 h 370"/>
                  <a:gd name="T6" fmla="*/ 517 w 551"/>
                  <a:gd name="T7" fmla="*/ 198 h 370"/>
                  <a:gd name="T8" fmla="*/ 493 w 551"/>
                  <a:gd name="T9" fmla="*/ 235 h 370"/>
                  <a:gd name="T10" fmla="*/ 465 w 551"/>
                  <a:gd name="T11" fmla="*/ 265 h 370"/>
                  <a:gd name="T12" fmla="*/ 430 w 551"/>
                  <a:gd name="T13" fmla="*/ 295 h 370"/>
                  <a:gd name="T14" fmla="*/ 397 w 551"/>
                  <a:gd name="T15" fmla="*/ 316 h 370"/>
                  <a:gd name="T16" fmla="*/ 361 w 551"/>
                  <a:gd name="T17" fmla="*/ 336 h 370"/>
                  <a:gd name="T18" fmla="*/ 315 w 551"/>
                  <a:gd name="T19" fmla="*/ 354 h 370"/>
                  <a:gd name="T20" fmla="*/ 280 w 551"/>
                  <a:gd name="T21" fmla="*/ 363 h 370"/>
                  <a:gd name="T22" fmla="*/ 238 w 551"/>
                  <a:gd name="T23" fmla="*/ 369 h 370"/>
                  <a:gd name="T24" fmla="*/ 199 w 551"/>
                  <a:gd name="T25" fmla="*/ 369 h 370"/>
                  <a:gd name="T26" fmla="*/ 157 w 551"/>
                  <a:gd name="T27" fmla="*/ 364 h 370"/>
                  <a:gd name="T28" fmla="*/ 114 w 551"/>
                  <a:gd name="T29" fmla="*/ 351 h 370"/>
                  <a:gd name="T30" fmla="*/ 75 w 551"/>
                  <a:gd name="T31" fmla="*/ 330 h 370"/>
                  <a:gd name="T32" fmla="*/ 52 w 551"/>
                  <a:gd name="T33" fmla="*/ 312 h 370"/>
                  <a:gd name="T34" fmla="*/ 24 w 551"/>
                  <a:gd name="T35" fmla="*/ 286 h 370"/>
                  <a:gd name="T36" fmla="*/ 9 w 551"/>
                  <a:gd name="T37" fmla="*/ 264 h 370"/>
                  <a:gd name="T38" fmla="*/ 0 w 551"/>
                  <a:gd name="T39" fmla="*/ 246 h 370"/>
                  <a:gd name="T40" fmla="*/ 0 w 551"/>
                  <a:gd name="T41" fmla="*/ 226 h 370"/>
                  <a:gd name="T42" fmla="*/ 6 w 551"/>
                  <a:gd name="T43" fmla="*/ 202 h 370"/>
                  <a:gd name="T44" fmla="*/ 18 w 551"/>
                  <a:gd name="T45" fmla="*/ 184 h 370"/>
                  <a:gd name="T46" fmla="*/ 27 w 551"/>
                  <a:gd name="T47" fmla="*/ 145 h 370"/>
                  <a:gd name="T48" fmla="*/ 31 w 551"/>
                  <a:gd name="T49" fmla="*/ 124 h 370"/>
                  <a:gd name="T50" fmla="*/ 283 w 551"/>
                  <a:gd name="T51" fmla="*/ 142 h 370"/>
                  <a:gd name="T52" fmla="*/ 316 w 551"/>
                  <a:gd name="T53" fmla="*/ 135 h 370"/>
                  <a:gd name="T54" fmla="*/ 357 w 551"/>
                  <a:gd name="T55" fmla="*/ 121 h 370"/>
                  <a:gd name="T56" fmla="*/ 388 w 551"/>
                  <a:gd name="T57" fmla="*/ 103 h 370"/>
                  <a:gd name="T58" fmla="*/ 421 w 551"/>
                  <a:gd name="T59" fmla="*/ 81 h 370"/>
                  <a:gd name="T60" fmla="*/ 453 w 551"/>
                  <a:gd name="T61" fmla="*/ 49 h 370"/>
                  <a:gd name="T62" fmla="*/ 472 w 551"/>
                  <a:gd name="T63" fmla="*/ 22 h 370"/>
                  <a:gd name="T64" fmla="*/ 486 w 551"/>
                  <a:gd name="T65" fmla="*/ 0 h 370"/>
                  <a:gd name="T66" fmla="*/ 534 w 551"/>
                  <a:gd name="T67" fmla="*/ 5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70">
                    <a:moveTo>
                      <a:pt x="534" y="54"/>
                    </a:moveTo>
                    <a:lnTo>
                      <a:pt x="550" y="130"/>
                    </a:lnTo>
                    <a:lnTo>
                      <a:pt x="540" y="157"/>
                    </a:lnTo>
                    <a:lnTo>
                      <a:pt x="517" y="198"/>
                    </a:lnTo>
                    <a:lnTo>
                      <a:pt x="493" y="235"/>
                    </a:lnTo>
                    <a:lnTo>
                      <a:pt x="465" y="265"/>
                    </a:lnTo>
                    <a:lnTo>
                      <a:pt x="430" y="295"/>
                    </a:lnTo>
                    <a:lnTo>
                      <a:pt x="397" y="316"/>
                    </a:lnTo>
                    <a:lnTo>
                      <a:pt x="361" y="336"/>
                    </a:lnTo>
                    <a:lnTo>
                      <a:pt x="315" y="354"/>
                    </a:lnTo>
                    <a:lnTo>
                      <a:pt x="280" y="363"/>
                    </a:lnTo>
                    <a:lnTo>
                      <a:pt x="238" y="369"/>
                    </a:lnTo>
                    <a:lnTo>
                      <a:pt x="199" y="369"/>
                    </a:lnTo>
                    <a:lnTo>
                      <a:pt x="157" y="364"/>
                    </a:lnTo>
                    <a:lnTo>
                      <a:pt x="114" y="351"/>
                    </a:lnTo>
                    <a:lnTo>
                      <a:pt x="75" y="330"/>
                    </a:lnTo>
                    <a:lnTo>
                      <a:pt x="52" y="312"/>
                    </a:lnTo>
                    <a:lnTo>
                      <a:pt x="24" y="286"/>
                    </a:lnTo>
                    <a:lnTo>
                      <a:pt x="9" y="264"/>
                    </a:lnTo>
                    <a:lnTo>
                      <a:pt x="0" y="246"/>
                    </a:lnTo>
                    <a:lnTo>
                      <a:pt x="0" y="226"/>
                    </a:lnTo>
                    <a:lnTo>
                      <a:pt x="6" y="202"/>
                    </a:lnTo>
                    <a:lnTo>
                      <a:pt x="18" y="184"/>
                    </a:lnTo>
                    <a:lnTo>
                      <a:pt x="27" y="145"/>
                    </a:lnTo>
                    <a:lnTo>
                      <a:pt x="31" y="124"/>
                    </a:lnTo>
                    <a:lnTo>
                      <a:pt x="283" y="142"/>
                    </a:lnTo>
                    <a:lnTo>
                      <a:pt x="316" y="135"/>
                    </a:lnTo>
                    <a:lnTo>
                      <a:pt x="357" y="121"/>
                    </a:lnTo>
                    <a:lnTo>
                      <a:pt x="388" y="103"/>
                    </a:lnTo>
                    <a:lnTo>
                      <a:pt x="421" y="81"/>
                    </a:lnTo>
                    <a:lnTo>
                      <a:pt x="453" y="49"/>
                    </a:lnTo>
                    <a:lnTo>
                      <a:pt x="472" y="22"/>
                    </a:lnTo>
                    <a:lnTo>
                      <a:pt x="486" y="0"/>
                    </a:lnTo>
                    <a:lnTo>
                      <a:pt x="534" y="54"/>
                    </a:lnTo>
                  </a:path>
                </a:pathLst>
              </a:custGeom>
              <a:gradFill rotWithShape="0">
                <a:gsLst>
                  <a:gs pos="0">
                    <a:srgbClr val="E4E0CF"/>
                  </a:gs>
                  <a:gs pos="100000">
                    <a:srgbClr val="AF9F87"/>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5" name="Freeform 69">
                <a:extLst>
                  <a:ext uri="{FF2B5EF4-FFF2-40B4-BE49-F238E27FC236}">
                    <a16:creationId xmlns:a16="http://schemas.microsoft.com/office/drawing/2014/main" id="{9D7D6185-07A3-4918-9208-DEB76E213DA7}"/>
                  </a:ext>
                </a:extLst>
              </p:cNvPr>
              <p:cNvSpPr>
                <a:spLocks/>
              </p:cNvSpPr>
              <p:nvPr/>
            </p:nvSpPr>
            <p:spPr bwMode="auto">
              <a:xfrm>
                <a:off x="5145" y="174"/>
                <a:ext cx="475" cy="610"/>
              </a:xfrm>
              <a:custGeom>
                <a:avLst/>
                <a:gdLst>
                  <a:gd name="T0" fmla="*/ 0 w 475"/>
                  <a:gd name="T1" fmla="*/ 0 h 610"/>
                  <a:gd name="T2" fmla="*/ 0 w 475"/>
                  <a:gd name="T3" fmla="*/ 325 h 610"/>
                  <a:gd name="T4" fmla="*/ 28 w 475"/>
                  <a:gd name="T5" fmla="*/ 322 h 610"/>
                  <a:gd name="T6" fmla="*/ 63 w 475"/>
                  <a:gd name="T7" fmla="*/ 324 h 610"/>
                  <a:gd name="T8" fmla="*/ 121 w 475"/>
                  <a:gd name="T9" fmla="*/ 331 h 610"/>
                  <a:gd name="T10" fmla="*/ 178 w 475"/>
                  <a:gd name="T11" fmla="*/ 343 h 610"/>
                  <a:gd name="T12" fmla="*/ 231 w 475"/>
                  <a:gd name="T13" fmla="*/ 357 h 610"/>
                  <a:gd name="T14" fmla="*/ 274 w 475"/>
                  <a:gd name="T15" fmla="*/ 375 h 610"/>
                  <a:gd name="T16" fmla="*/ 325 w 475"/>
                  <a:gd name="T17" fmla="*/ 403 h 610"/>
                  <a:gd name="T18" fmla="*/ 364 w 475"/>
                  <a:gd name="T19" fmla="*/ 432 h 610"/>
                  <a:gd name="T20" fmla="*/ 393 w 475"/>
                  <a:gd name="T21" fmla="*/ 459 h 610"/>
                  <a:gd name="T22" fmla="*/ 414 w 475"/>
                  <a:gd name="T23" fmla="*/ 486 h 610"/>
                  <a:gd name="T24" fmla="*/ 427 w 475"/>
                  <a:gd name="T25" fmla="*/ 510 h 610"/>
                  <a:gd name="T26" fmla="*/ 439 w 475"/>
                  <a:gd name="T27" fmla="*/ 540 h 610"/>
                  <a:gd name="T28" fmla="*/ 444 w 475"/>
                  <a:gd name="T29" fmla="*/ 567 h 610"/>
                  <a:gd name="T30" fmla="*/ 451 w 475"/>
                  <a:gd name="T31" fmla="*/ 609 h 610"/>
                  <a:gd name="T32" fmla="*/ 457 w 475"/>
                  <a:gd name="T33" fmla="*/ 573 h 610"/>
                  <a:gd name="T34" fmla="*/ 466 w 475"/>
                  <a:gd name="T35" fmla="*/ 532 h 610"/>
                  <a:gd name="T36" fmla="*/ 469 w 475"/>
                  <a:gd name="T37" fmla="*/ 501 h 610"/>
                  <a:gd name="T38" fmla="*/ 474 w 475"/>
                  <a:gd name="T39" fmla="*/ 465 h 610"/>
                  <a:gd name="T40" fmla="*/ 472 w 475"/>
                  <a:gd name="T41" fmla="*/ 435 h 610"/>
                  <a:gd name="T42" fmla="*/ 466 w 475"/>
                  <a:gd name="T43" fmla="*/ 399 h 610"/>
                  <a:gd name="T44" fmla="*/ 459 w 475"/>
                  <a:gd name="T45" fmla="*/ 351 h 610"/>
                  <a:gd name="T46" fmla="*/ 444 w 475"/>
                  <a:gd name="T47" fmla="*/ 309 h 610"/>
                  <a:gd name="T48" fmla="*/ 424 w 475"/>
                  <a:gd name="T49" fmla="*/ 264 h 610"/>
                  <a:gd name="T50" fmla="*/ 399 w 475"/>
                  <a:gd name="T51" fmla="*/ 217 h 610"/>
                  <a:gd name="T52" fmla="*/ 363 w 475"/>
                  <a:gd name="T53" fmla="*/ 169 h 610"/>
                  <a:gd name="T54" fmla="*/ 322 w 475"/>
                  <a:gd name="T55" fmla="*/ 129 h 610"/>
                  <a:gd name="T56" fmla="*/ 286 w 475"/>
                  <a:gd name="T57" fmla="*/ 97 h 610"/>
                  <a:gd name="T58" fmla="*/ 241 w 475"/>
                  <a:gd name="T59" fmla="*/ 67 h 610"/>
                  <a:gd name="T60" fmla="*/ 195 w 475"/>
                  <a:gd name="T61" fmla="*/ 45 h 610"/>
                  <a:gd name="T62" fmla="*/ 141 w 475"/>
                  <a:gd name="T63" fmla="*/ 24 h 610"/>
                  <a:gd name="T64" fmla="*/ 94 w 475"/>
                  <a:gd name="T65" fmla="*/ 12 h 610"/>
                  <a:gd name="T66" fmla="*/ 39 w 475"/>
                  <a:gd name="T67" fmla="*/ 4 h 610"/>
                  <a:gd name="T68" fmla="*/ 0 w 475"/>
                  <a:gd name="T69" fmla="*/ 0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5" h="610">
                    <a:moveTo>
                      <a:pt x="0" y="0"/>
                    </a:moveTo>
                    <a:lnTo>
                      <a:pt x="0" y="325"/>
                    </a:lnTo>
                    <a:lnTo>
                      <a:pt x="28" y="322"/>
                    </a:lnTo>
                    <a:lnTo>
                      <a:pt x="63" y="324"/>
                    </a:lnTo>
                    <a:lnTo>
                      <a:pt x="121" y="331"/>
                    </a:lnTo>
                    <a:lnTo>
                      <a:pt x="178" y="343"/>
                    </a:lnTo>
                    <a:lnTo>
                      <a:pt x="231" y="357"/>
                    </a:lnTo>
                    <a:lnTo>
                      <a:pt x="274" y="375"/>
                    </a:lnTo>
                    <a:lnTo>
                      <a:pt x="325" y="403"/>
                    </a:lnTo>
                    <a:lnTo>
                      <a:pt x="364" y="432"/>
                    </a:lnTo>
                    <a:lnTo>
                      <a:pt x="393" y="459"/>
                    </a:lnTo>
                    <a:lnTo>
                      <a:pt x="414" y="486"/>
                    </a:lnTo>
                    <a:lnTo>
                      <a:pt x="427" y="510"/>
                    </a:lnTo>
                    <a:lnTo>
                      <a:pt x="439" y="540"/>
                    </a:lnTo>
                    <a:lnTo>
                      <a:pt x="444" y="567"/>
                    </a:lnTo>
                    <a:lnTo>
                      <a:pt x="451" y="609"/>
                    </a:lnTo>
                    <a:lnTo>
                      <a:pt x="457" y="573"/>
                    </a:lnTo>
                    <a:lnTo>
                      <a:pt x="466" y="532"/>
                    </a:lnTo>
                    <a:lnTo>
                      <a:pt x="469" y="501"/>
                    </a:lnTo>
                    <a:lnTo>
                      <a:pt x="474" y="465"/>
                    </a:lnTo>
                    <a:lnTo>
                      <a:pt x="472" y="435"/>
                    </a:lnTo>
                    <a:lnTo>
                      <a:pt x="466" y="399"/>
                    </a:lnTo>
                    <a:lnTo>
                      <a:pt x="459" y="351"/>
                    </a:lnTo>
                    <a:lnTo>
                      <a:pt x="444" y="309"/>
                    </a:lnTo>
                    <a:lnTo>
                      <a:pt x="424" y="264"/>
                    </a:lnTo>
                    <a:lnTo>
                      <a:pt x="399" y="217"/>
                    </a:lnTo>
                    <a:lnTo>
                      <a:pt x="363" y="169"/>
                    </a:lnTo>
                    <a:lnTo>
                      <a:pt x="322" y="129"/>
                    </a:lnTo>
                    <a:lnTo>
                      <a:pt x="286" y="97"/>
                    </a:lnTo>
                    <a:lnTo>
                      <a:pt x="241" y="67"/>
                    </a:lnTo>
                    <a:lnTo>
                      <a:pt x="195" y="45"/>
                    </a:lnTo>
                    <a:lnTo>
                      <a:pt x="141" y="24"/>
                    </a:lnTo>
                    <a:lnTo>
                      <a:pt x="94" y="12"/>
                    </a:lnTo>
                    <a:lnTo>
                      <a:pt x="39" y="4"/>
                    </a:lnTo>
                    <a:lnTo>
                      <a:pt x="0" y="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6" name="Freeform 70">
                <a:extLst>
                  <a:ext uri="{FF2B5EF4-FFF2-40B4-BE49-F238E27FC236}">
                    <a16:creationId xmlns:a16="http://schemas.microsoft.com/office/drawing/2014/main" id="{A3A6FC8E-0D8B-40E1-A75A-3A6E9FEC8978}"/>
                  </a:ext>
                </a:extLst>
              </p:cNvPr>
              <p:cNvSpPr>
                <a:spLocks/>
              </p:cNvSpPr>
              <p:nvPr/>
            </p:nvSpPr>
            <p:spPr bwMode="auto">
              <a:xfrm>
                <a:off x="5176" y="801"/>
                <a:ext cx="156" cy="130"/>
              </a:xfrm>
              <a:custGeom>
                <a:avLst/>
                <a:gdLst>
                  <a:gd name="T0" fmla="*/ 83 w 156"/>
                  <a:gd name="T1" fmla="*/ 0 h 130"/>
                  <a:gd name="T2" fmla="*/ 134 w 156"/>
                  <a:gd name="T3" fmla="*/ 22 h 130"/>
                  <a:gd name="T4" fmla="*/ 152 w 156"/>
                  <a:gd name="T5" fmla="*/ 51 h 130"/>
                  <a:gd name="T6" fmla="*/ 155 w 156"/>
                  <a:gd name="T7" fmla="*/ 78 h 130"/>
                  <a:gd name="T8" fmla="*/ 155 w 156"/>
                  <a:gd name="T9" fmla="*/ 93 h 130"/>
                  <a:gd name="T10" fmla="*/ 146 w 156"/>
                  <a:gd name="T11" fmla="*/ 111 h 130"/>
                  <a:gd name="T12" fmla="*/ 126 w 156"/>
                  <a:gd name="T13" fmla="*/ 120 h 130"/>
                  <a:gd name="T14" fmla="*/ 105 w 156"/>
                  <a:gd name="T15" fmla="*/ 126 h 130"/>
                  <a:gd name="T16" fmla="*/ 86 w 156"/>
                  <a:gd name="T17" fmla="*/ 129 h 130"/>
                  <a:gd name="T18" fmla="*/ 69 w 156"/>
                  <a:gd name="T19" fmla="*/ 129 h 130"/>
                  <a:gd name="T20" fmla="*/ 41 w 156"/>
                  <a:gd name="T21" fmla="*/ 124 h 130"/>
                  <a:gd name="T22" fmla="*/ 21 w 156"/>
                  <a:gd name="T23" fmla="*/ 118 h 130"/>
                  <a:gd name="T24" fmla="*/ 9 w 156"/>
                  <a:gd name="T25" fmla="*/ 109 h 130"/>
                  <a:gd name="T26" fmla="*/ 2 w 156"/>
                  <a:gd name="T27" fmla="*/ 100 h 130"/>
                  <a:gd name="T28" fmla="*/ 0 w 156"/>
                  <a:gd name="T29" fmla="*/ 87 h 130"/>
                  <a:gd name="T30" fmla="*/ 2 w 156"/>
                  <a:gd name="T31" fmla="*/ 67 h 130"/>
                  <a:gd name="T32" fmla="*/ 9 w 156"/>
                  <a:gd name="T33" fmla="*/ 13 h 130"/>
                  <a:gd name="T34" fmla="*/ 83 w 156"/>
                  <a:gd name="T3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6" h="130">
                    <a:moveTo>
                      <a:pt x="83" y="0"/>
                    </a:moveTo>
                    <a:lnTo>
                      <a:pt x="134" y="22"/>
                    </a:lnTo>
                    <a:lnTo>
                      <a:pt x="152" y="51"/>
                    </a:lnTo>
                    <a:lnTo>
                      <a:pt x="155" y="78"/>
                    </a:lnTo>
                    <a:lnTo>
                      <a:pt x="155" y="93"/>
                    </a:lnTo>
                    <a:lnTo>
                      <a:pt x="146" y="111"/>
                    </a:lnTo>
                    <a:lnTo>
                      <a:pt x="126" y="120"/>
                    </a:lnTo>
                    <a:lnTo>
                      <a:pt x="105" y="126"/>
                    </a:lnTo>
                    <a:lnTo>
                      <a:pt x="86" y="129"/>
                    </a:lnTo>
                    <a:lnTo>
                      <a:pt x="69" y="129"/>
                    </a:lnTo>
                    <a:lnTo>
                      <a:pt x="41" y="124"/>
                    </a:lnTo>
                    <a:lnTo>
                      <a:pt x="21" y="118"/>
                    </a:lnTo>
                    <a:lnTo>
                      <a:pt x="9" y="109"/>
                    </a:lnTo>
                    <a:lnTo>
                      <a:pt x="2" y="100"/>
                    </a:lnTo>
                    <a:lnTo>
                      <a:pt x="0" y="87"/>
                    </a:lnTo>
                    <a:lnTo>
                      <a:pt x="2" y="67"/>
                    </a:lnTo>
                    <a:lnTo>
                      <a:pt x="9" y="13"/>
                    </a:lnTo>
                    <a:lnTo>
                      <a:pt x="83" y="0"/>
                    </a:lnTo>
                  </a:path>
                </a:pathLst>
              </a:custGeom>
              <a:gradFill rotWithShape="0">
                <a:gsLst>
                  <a:gs pos="0">
                    <a:srgbClr val="E4E0CF"/>
                  </a:gs>
                  <a:gs pos="100000">
                    <a:srgbClr val="AF9F87"/>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7" name="Freeform 71">
                <a:extLst>
                  <a:ext uri="{FF2B5EF4-FFF2-40B4-BE49-F238E27FC236}">
                    <a16:creationId xmlns:a16="http://schemas.microsoft.com/office/drawing/2014/main" id="{6705F5D5-72AA-4588-9749-2B0AE749B626}"/>
                  </a:ext>
                </a:extLst>
              </p:cNvPr>
              <p:cNvSpPr>
                <a:spLocks/>
              </p:cNvSpPr>
              <p:nvPr/>
            </p:nvSpPr>
            <p:spPr bwMode="auto">
              <a:xfrm>
                <a:off x="5172" y="815"/>
                <a:ext cx="88" cy="82"/>
              </a:xfrm>
              <a:custGeom>
                <a:avLst/>
                <a:gdLst>
                  <a:gd name="T0" fmla="*/ 0 w 88"/>
                  <a:gd name="T1" fmla="*/ 76 h 82"/>
                  <a:gd name="T2" fmla="*/ 11 w 88"/>
                  <a:gd name="T3" fmla="*/ 0 h 82"/>
                  <a:gd name="T4" fmla="*/ 54 w 88"/>
                  <a:gd name="T5" fmla="*/ 6 h 82"/>
                  <a:gd name="T6" fmla="*/ 87 w 88"/>
                  <a:gd name="T7" fmla="*/ 10 h 82"/>
                  <a:gd name="T8" fmla="*/ 78 w 88"/>
                  <a:gd name="T9" fmla="*/ 81 h 82"/>
                  <a:gd name="T10" fmla="*/ 75 w 88"/>
                  <a:gd name="T11" fmla="*/ 65 h 82"/>
                  <a:gd name="T12" fmla="*/ 65 w 88"/>
                  <a:gd name="T13" fmla="*/ 53 h 82"/>
                  <a:gd name="T14" fmla="*/ 47 w 88"/>
                  <a:gd name="T15" fmla="*/ 49 h 82"/>
                  <a:gd name="T16" fmla="*/ 27 w 88"/>
                  <a:gd name="T17" fmla="*/ 50 h 82"/>
                  <a:gd name="T18" fmla="*/ 11 w 88"/>
                  <a:gd name="T19" fmla="*/ 58 h 82"/>
                  <a:gd name="T20" fmla="*/ 0 w 88"/>
                  <a:gd name="T21" fmla="*/ 76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82">
                    <a:moveTo>
                      <a:pt x="0" y="76"/>
                    </a:moveTo>
                    <a:lnTo>
                      <a:pt x="11" y="0"/>
                    </a:lnTo>
                    <a:lnTo>
                      <a:pt x="54" y="6"/>
                    </a:lnTo>
                    <a:lnTo>
                      <a:pt x="87" y="10"/>
                    </a:lnTo>
                    <a:lnTo>
                      <a:pt x="78" y="81"/>
                    </a:lnTo>
                    <a:lnTo>
                      <a:pt x="75" y="65"/>
                    </a:lnTo>
                    <a:lnTo>
                      <a:pt x="65" y="53"/>
                    </a:lnTo>
                    <a:lnTo>
                      <a:pt x="47" y="49"/>
                    </a:lnTo>
                    <a:lnTo>
                      <a:pt x="27" y="50"/>
                    </a:lnTo>
                    <a:lnTo>
                      <a:pt x="11" y="58"/>
                    </a:lnTo>
                    <a:lnTo>
                      <a:pt x="0" y="76"/>
                    </a:lnTo>
                  </a:path>
                </a:pathLst>
              </a:custGeom>
              <a:gradFill rotWithShape="0">
                <a:gsLst>
                  <a:gs pos="0">
                    <a:srgbClr val="D1C39F"/>
                  </a:gs>
                  <a:gs pos="35001">
                    <a:srgbClr val="F0EBD5"/>
                  </a:gs>
                  <a:gs pos="100000">
                    <a:srgbClr val="FFEFD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8" name="Freeform 72">
                <a:extLst>
                  <a:ext uri="{FF2B5EF4-FFF2-40B4-BE49-F238E27FC236}">
                    <a16:creationId xmlns:a16="http://schemas.microsoft.com/office/drawing/2014/main" id="{BE9EA106-FC47-469D-89BD-DB45D0FBF3E4}"/>
                  </a:ext>
                </a:extLst>
              </p:cNvPr>
              <p:cNvSpPr>
                <a:spLocks/>
              </p:cNvSpPr>
              <p:nvPr/>
            </p:nvSpPr>
            <p:spPr bwMode="auto">
              <a:xfrm>
                <a:off x="5049" y="572"/>
                <a:ext cx="319" cy="316"/>
              </a:xfrm>
              <a:custGeom>
                <a:avLst/>
                <a:gdLst>
                  <a:gd name="T0" fmla="*/ 1 w 319"/>
                  <a:gd name="T1" fmla="*/ 305 h 316"/>
                  <a:gd name="T2" fmla="*/ 3 w 319"/>
                  <a:gd name="T3" fmla="*/ 281 h 316"/>
                  <a:gd name="T4" fmla="*/ 12 w 319"/>
                  <a:gd name="T5" fmla="*/ 260 h 316"/>
                  <a:gd name="T6" fmla="*/ 19 w 319"/>
                  <a:gd name="T7" fmla="*/ 243 h 316"/>
                  <a:gd name="T8" fmla="*/ 24 w 319"/>
                  <a:gd name="T9" fmla="*/ 215 h 316"/>
                  <a:gd name="T10" fmla="*/ 30 w 319"/>
                  <a:gd name="T11" fmla="*/ 179 h 316"/>
                  <a:gd name="T12" fmla="*/ 34 w 319"/>
                  <a:gd name="T13" fmla="*/ 140 h 316"/>
                  <a:gd name="T14" fmla="*/ 37 w 319"/>
                  <a:gd name="T15" fmla="*/ 104 h 316"/>
                  <a:gd name="T16" fmla="*/ 39 w 319"/>
                  <a:gd name="T17" fmla="*/ 75 h 316"/>
                  <a:gd name="T18" fmla="*/ 40 w 319"/>
                  <a:gd name="T19" fmla="*/ 48 h 316"/>
                  <a:gd name="T20" fmla="*/ 48 w 319"/>
                  <a:gd name="T21" fmla="*/ 33 h 316"/>
                  <a:gd name="T22" fmla="*/ 63 w 319"/>
                  <a:gd name="T23" fmla="*/ 18 h 316"/>
                  <a:gd name="T24" fmla="*/ 78 w 319"/>
                  <a:gd name="T25" fmla="*/ 11 h 316"/>
                  <a:gd name="T26" fmla="*/ 102 w 319"/>
                  <a:gd name="T27" fmla="*/ 3 h 316"/>
                  <a:gd name="T28" fmla="*/ 129 w 319"/>
                  <a:gd name="T29" fmla="*/ 0 h 316"/>
                  <a:gd name="T30" fmla="*/ 171 w 319"/>
                  <a:gd name="T31" fmla="*/ 0 h 316"/>
                  <a:gd name="T32" fmla="*/ 208 w 319"/>
                  <a:gd name="T33" fmla="*/ 3 h 316"/>
                  <a:gd name="T34" fmla="*/ 244 w 319"/>
                  <a:gd name="T35" fmla="*/ 11 h 316"/>
                  <a:gd name="T36" fmla="*/ 277 w 319"/>
                  <a:gd name="T37" fmla="*/ 24 h 316"/>
                  <a:gd name="T38" fmla="*/ 298 w 319"/>
                  <a:gd name="T39" fmla="*/ 39 h 316"/>
                  <a:gd name="T40" fmla="*/ 310 w 319"/>
                  <a:gd name="T41" fmla="*/ 53 h 316"/>
                  <a:gd name="T42" fmla="*/ 318 w 319"/>
                  <a:gd name="T43" fmla="*/ 68 h 316"/>
                  <a:gd name="T44" fmla="*/ 316 w 319"/>
                  <a:gd name="T45" fmla="*/ 83 h 316"/>
                  <a:gd name="T46" fmla="*/ 313 w 319"/>
                  <a:gd name="T47" fmla="*/ 99 h 316"/>
                  <a:gd name="T48" fmla="*/ 303 w 319"/>
                  <a:gd name="T49" fmla="*/ 116 h 316"/>
                  <a:gd name="T50" fmla="*/ 295 w 319"/>
                  <a:gd name="T51" fmla="*/ 137 h 316"/>
                  <a:gd name="T52" fmla="*/ 291 w 319"/>
                  <a:gd name="T53" fmla="*/ 165 h 316"/>
                  <a:gd name="T54" fmla="*/ 288 w 319"/>
                  <a:gd name="T55" fmla="*/ 195 h 316"/>
                  <a:gd name="T56" fmla="*/ 283 w 319"/>
                  <a:gd name="T57" fmla="*/ 222 h 316"/>
                  <a:gd name="T58" fmla="*/ 282 w 319"/>
                  <a:gd name="T59" fmla="*/ 260 h 316"/>
                  <a:gd name="T60" fmla="*/ 280 w 319"/>
                  <a:gd name="T61" fmla="*/ 293 h 316"/>
                  <a:gd name="T62" fmla="*/ 280 w 319"/>
                  <a:gd name="T63" fmla="*/ 315 h 316"/>
                  <a:gd name="T64" fmla="*/ 270 w 319"/>
                  <a:gd name="T65" fmla="*/ 288 h 316"/>
                  <a:gd name="T66" fmla="*/ 250 w 319"/>
                  <a:gd name="T67" fmla="*/ 275 h 316"/>
                  <a:gd name="T68" fmla="*/ 232 w 319"/>
                  <a:gd name="T69" fmla="*/ 267 h 316"/>
                  <a:gd name="T70" fmla="*/ 210 w 319"/>
                  <a:gd name="T71" fmla="*/ 261 h 316"/>
                  <a:gd name="T72" fmla="*/ 175 w 319"/>
                  <a:gd name="T73" fmla="*/ 254 h 316"/>
                  <a:gd name="T74" fmla="*/ 141 w 319"/>
                  <a:gd name="T75" fmla="*/ 252 h 316"/>
                  <a:gd name="T76" fmla="*/ 121 w 319"/>
                  <a:gd name="T77" fmla="*/ 252 h 316"/>
                  <a:gd name="T78" fmla="*/ 90 w 319"/>
                  <a:gd name="T79" fmla="*/ 255 h 316"/>
                  <a:gd name="T80" fmla="*/ 54 w 319"/>
                  <a:gd name="T81" fmla="*/ 263 h 316"/>
                  <a:gd name="T82" fmla="*/ 31 w 319"/>
                  <a:gd name="T83" fmla="*/ 272 h 316"/>
                  <a:gd name="T84" fmla="*/ 16 w 319"/>
                  <a:gd name="T85" fmla="*/ 282 h 316"/>
                  <a:gd name="T86" fmla="*/ 0 w 319"/>
                  <a:gd name="T87" fmla="*/ 297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9" h="316">
                    <a:moveTo>
                      <a:pt x="1" y="305"/>
                    </a:moveTo>
                    <a:lnTo>
                      <a:pt x="3" y="281"/>
                    </a:lnTo>
                    <a:lnTo>
                      <a:pt x="12" y="260"/>
                    </a:lnTo>
                    <a:lnTo>
                      <a:pt x="19" y="243"/>
                    </a:lnTo>
                    <a:lnTo>
                      <a:pt x="24" y="215"/>
                    </a:lnTo>
                    <a:lnTo>
                      <a:pt x="30" y="179"/>
                    </a:lnTo>
                    <a:lnTo>
                      <a:pt x="34" y="140"/>
                    </a:lnTo>
                    <a:lnTo>
                      <a:pt x="37" y="104"/>
                    </a:lnTo>
                    <a:lnTo>
                      <a:pt x="39" y="75"/>
                    </a:lnTo>
                    <a:lnTo>
                      <a:pt x="40" y="48"/>
                    </a:lnTo>
                    <a:lnTo>
                      <a:pt x="48" y="33"/>
                    </a:lnTo>
                    <a:lnTo>
                      <a:pt x="63" y="18"/>
                    </a:lnTo>
                    <a:lnTo>
                      <a:pt x="78" y="11"/>
                    </a:lnTo>
                    <a:lnTo>
                      <a:pt x="102" y="3"/>
                    </a:lnTo>
                    <a:lnTo>
                      <a:pt x="129" y="0"/>
                    </a:lnTo>
                    <a:lnTo>
                      <a:pt x="171" y="0"/>
                    </a:lnTo>
                    <a:lnTo>
                      <a:pt x="208" y="3"/>
                    </a:lnTo>
                    <a:lnTo>
                      <a:pt x="244" y="11"/>
                    </a:lnTo>
                    <a:lnTo>
                      <a:pt x="277" y="24"/>
                    </a:lnTo>
                    <a:lnTo>
                      <a:pt x="298" y="39"/>
                    </a:lnTo>
                    <a:lnTo>
                      <a:pt x="310" y="53"/>
                    </a:lnTo>
                    <a:lnTo>
                      <a:pt x="318" y="68"/>
                    </a:lnTo>
                    <a:lnTo>
                      <a:pt x="316" y="83"/>
                    </a:lnTo>
                    <a:lnTo>
                      <a:pt x="313" y="99"/>
                    </a:lnTo>
                    <a:lnTo>
                      <a:pt x="303" y="116"/>
                    </a:lnTo>
                    <a:lnTo>
                      <a:pt x="295" y="137"/>
                    </a:lnTo>
                    <a:lnTo>
                      <a:pt x="291" y="165"/>
                    </a:lnTo>
                    <a:lnTo>
                      <a:pt x="288" y="195"/>
                    </a:lnTo>
                    <a:lnTo>
                      <a:pt x="283" y="222"/>
                    </a:lnTo>
                    <a:lnTo>
                      <a:pt x="282" y="260"/>
                    </a:lnTo>
                    <a:lnTo>
                      <a:pt x="280" y="293"/>
                    </a:lnTo>
                    <a:lnTo>
                      <a:pt x="280" y="315"/>
                    </a:lnTo>
                    <a:lnTo>
                      <a:pt x="270" y="288"/>
                    </a:lnTo>
                    <a:lnTo>
                      <a:pt x="250" y="275"/>
                    </a:lnTo>
                    <a:lnTo>
                      <a:pt x="232" y="267"/>
                    </a:lnTo>
                    <a:lnTo>
                      <a:pt x="210" y="261"/>
                    </a:lnTo>
                    <a:lnTo>
                      <a:pt x="175" y="254"/>
                    </a:lnTo>
                    <a:lnTo>
                      <a:pt x="141" y="252"/>
                    </a:lnTo>
                    <a:lnTo>
                      <a:pt x="121" y="252"/>
                    </a:lnTo>
                    <a:lnTo>
                      <a:pt x="90" y="255"/>
                    </a:lnTo>
                    <a:lnTo>
                      <a:pt x="54" y="263"/>
                    </a:lnTo>
                    <a:lnTo>
                      <a:pt x="31" y="272"/>
                    </a:lnTo>
                    <a:lnTo>
                      <a:pt x="16" y="282"/>
                    </a:lnTo>
                    <a:lnTo>
                      <a:pt x="0" y="297"/>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69" name="Freeform 73">
                <a:extLst>
                  <a:ext uri="{FF2B5EF4-FFF2-40B4-BE49-F238E27FC236}">
                    <a16:creationId xmlns:a16="http://schemas.microsoft.com/office/drawing/2014/main" id="{EF504A5B-E956-46B0-9D2B-BB1039EBA763}"/>
                  </a:ext>
                </a:extLst>
              </p:cNvPr>
              <p:cNvSpPr>
                <a:spLocks/>
              </p:cNvSpPr>
              <p:nvPr/>
            </p:nvSpPr>
            <p:spPr bwMode="auto">
              <a:xfrm>
                <a:off x="4319" y="174"/>
                <a:ext cx="832" cy="464"/>
              </a:xfrm>
              <a:custGeom>
                <a:avLst/>
                <a:gdLst>
                  <a:gd name="T0" fmla="*/ 0 w 832"/>
                  <a:gd name="T1" fmla="*/ 0 h 464"/>
                  <a:gd name="T2" fmla="*/ 0 w 832"/>
                  <a:gd name="T3" fmla="*/ 394 h 464"/>
                  <a:gd name="T4" fmla="*/ 84 w 832"/>
                  <a:gd name="T5" fmla="*/ 414 h 464"/>
                  <a:gd name="T6" fmla="*/ 153 w 832"/>
                  <a:gd name="T7" fmla="*/ 435 h 464"/>
                  <a:gd name="T8" fmla="*/ 210 w 832"/>
                  <a:gd name="T9" fmla="*/ 447 h 464"/>
                  <a:gd name="T10" fmla="*/ 258 w 832"/>
                  <a:gd name="T11" fmla="*/ 454 h 464"/>
                  <a:gd name="T12" fmla="*/ 312 w 832"/>
                  <a:gd name="T13" fmla="*/ 460 h 464"/>
                  <a:gd name="T14" fmla="*/ 402 w 832"/>
                  <a:gd name="T15" fmla="*/ 463 h 464"/>
                  <a:gd name="T16" fmla="*/ 485 w 832"/>
                  <a:gd name="T17" fmla="*/ 456 h 464"/>
                  <a:gd name="T18" fmla="*/ 570 w 832"/>
                  <a:gd name="T19" fmla="*/ 442 h 464"/>
                  <a:gd name="T20" fmla="*/ 652 w 832"/>
                  <a:gd name="T21" fmla="*/ 417 h 464"/>
                  <a:gd name="T22" fmla="*/ 724 w 832"/>
                  <a:gd name="T23" fmla="*/ 384 h 464"/>
                  <a:gd name="T24" fmla="*/ 784 w 832"/>
                  <a:gd name="T25" fmla="*/ 339 h 464"/>
                  <a:gd name="T26" fmla="*/ 829 w 832"/>
                  <a:gd name="T27" fmla="*/ 322 h 464"/>
                  <a:gd name="T28" fmla="*/ 831 w 832"/>
                  <a:gd name="T29" fmla="*/ 3 h 464"/>
                  <a:gd name="T30" fmla="*/ 786 w 832"/>
                  <a:gd name="T31" fmla="*/ 10 h 464"/>
                  <a:gd name="T32" fmla="*/ 726 w 832"/>
                  <a:gd name="T33" fmla="*/ 33 h 464"/>
                  <a:gd name="T34" fmla="*/ 654 w 832"/>
                  <a:gd name="T35" fmla="*/ 61 h 464"/>
                  <a:gd name="T36" fmla="*/ 585 w 832"/>
                  <a:gd name="T37" fmla="*/ 78 h 464"/>
                  <a:gd name="T38" fmla="*/ 515 w 832"/>
                  <a:gd name="T39" fmla="*/ 87 h 464"/>
                  <a:gd name="T40" fmla="*/ 468 w 832"/>
                  <a:gd name="T41" fmla="*/ 91 h 464"/>
                  <a:gd name="T42" fmla="*/ 428 w 832"/>
                  <a:gd name="T43" fmla="*/ 93 h 464"/>
                  <a:gd name="T44" fmla="*/ 358 w 832"/>
                  <a:gd name="T45" fmla="*/ 93 h 464"/>
                  <a:gd name="T46" fmla="*/ 314 w 832"/>
                  <a:gd name="T47" fmla="*/ 90 h 464"/>
                  <a:gd name="T48" fmla="*/ 274 w 832"/>
                  <a:gd name="T49" fmla="*/ 85 h 464"/>
                  <a:gd name="T50" fmla="*/ 229 w 832"/>
                  <a:gd name="T51" fmla="*/ 81 h 464"/>
                  <a:gd name="T52" fmla="*/ 190 w 832"/>
                  <a:gd name="T53" fmla="*/ 73 h 464"/>
                  <a:gd name="T54" fmla="*/ 140 w 832"/>
                  <a:gd name="T55" fmla="*/ 63 h 464"/>
                  <a:gd name="T56" fmla="*/ 96 w 832"/>
                  <a:gd name="T57" fmla="*/ 49 h 464"/>
                  <a:gd name="T58" fmla="*/ 49 w 832"/>
                  <a:gd name="T59" fmla="*/ 27 h 464"/>
                  <a:gd name="T60" fmla="*/ 0 w 832"/>
                  <a:gd name="T61" fmla="*/ 0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2" h="464">
                    <a:moveTo>
                      <a:pt x="0" y="0"/>
                    </a:moveTo>
                    <a:lnTo>
                      <a:pt x="0" y="394"/>
                    </a:lnTo>
                    <a:lnTo>
                      <a:pt x="84" y="414"/>
                    </a:lnTo>
                    <a:lnTo>
                      <a:pt x="153" y="435"/>
                    </a:lnTo>
                    <a:lnTo>
                      <a:pt x="210" y="447"/>
                    </a:lnTo>
                    <a:lnTo>
                      <a:pt x="258" y="454"/>
                    </a:lnTo>
                    <a:lnTo>
                      <a:pt x="312" y="460"/>
                    </a:lnTo>
                    <a:lnTo>
                      <a:pt x="402" y="463"/>
                    </a:lnTo>
                    <a:lnTo>
                      <a:pt x="485" y="456"/>
                    </a:lnTo>
                    <a:lnTo>
                      <a:pt x="570" y="442"/>
                    </a:lnTo>
                    <a:lnTo>
                      <a:pt x="652" y="417"/>
                    </a:lnTo>
                    <a:lnTo>
                      <a:pt x="724" y="384"/>
                    </a:lnTo>
                    <a:lnTo>
                      <a:pt x="784" y="339"/>
                    </a:lnTo>
                    <a:lnTo>
                      <a:pt x="829" y="322"/>
                    </a:lnTo>
                    <a:lnTo>
                      <a:pt x="831" y="3"/>
                    </a:lnTo>
                    <a:lnTo>
                      <a:pt x="786" y="10"/>
                    </a:lnTo>
                    <a:lnTo>
                      <a:pt x="726" y="33"/>
                    </a:lnTo>
                    <a:lnTo>
                      <a:pt x="654" y="61"/>
                    </a:lnTo>
                    <a:lnTo>
                      <a:pt x="585" y="78"/>
                    </a:lnTo>
                    <a:lnTo>
                      <a:pt x="515" y="87"/>
                    </a:lnTo>
                    <a:lnTo>
                      <a:pt x="468" y="91"/>
                    </a:lnTo>
                    <a:lnTo>
                      <a:pt x="428" y="93"/>
                    </a:lnTo>
                    <a:lnTo>
                      <a:pt x="358" y="93"/>
                    </a:lnTo>
                    <a:lnTo>
                      <a:pt x="314" y="90"/>
                    </a:lnTo>
                    <a:lnTo>
                      <a:pt x="274" y="85"/>
                    </a:lnTo>
                    <a:lnTo>
                      <a:pt x="229" y="81"/>
                    </a:lnTo>
                    <a:lnTo>
                      <a:pt x="190" y="73"/>
                    </a:lnTo>
                    <a:lnTo>
                      <a:pt x="140" y="63"/>
                    </a:lnTo>
                    <a:lnTo>
                      <a:pt x="96" y="49"/>
                    </a:lnTo>
                    <a:lnTo>
                      <a:pt x="49" y="27"/>
                    </a:lnTo>
                    <a:lnTo>
                      <a:pt x="0" y="0"/>
                    </a:lnTo>
                  </a:path>
                </a:pathLst>
              </a:custGeom>
              <a:gradFill rotWithShape="0">
                <a:gsLst>
                  <a:gs pos="0">
                    <a:srgbClr val="D1C39F"/>
                  </a:gs>
                  <a:gs pos="17501">
                    <a:srgbClr val="F0EBD5"/>
                  </a:gs>
                  <a:gs pos="50000">
                    <a:srgbClr val="FFEFD1"/>
                  </a:gs>
                  <a:gs pos="82500">
                    <a:srgbClr val="F0EBD5"/>
                  </a:gs>
                  <a:gs pos="100000">
                    <a:srgbClr val="D1C39F"/>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4170" name="Oval 74">
            <a:extLst>
              <a:ext uri="{FF2B5EF4-FFF2-40B4-BE49-F238E27FC236}">
                <a16:creationId xmlns:a16="http://schemas.microsoft.com/office/drawing/2014/main" id="{F1914FD6-5DF3-4A2F-986B-2806504FAA99}"/>
              </a:ext>
            </a:extLst>
          </p:cNvPr>
          <p:cNvSpPr>
            <a:spLocks noGrp="1" noChangeArrowheads="1"/>
          </p:cNvSpPr>
          <p:nvPr>
            <p:ph type="title"/>
          </p:nvPr>
        </p:nvSpPr>
        <p:spPr bwMode="auto">
          <a:xfrm>
            <a:off x="685800" y="1066800"/>
            <a:ext cx="7772400" cy="11430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4171" name="Rectangle 75">
            <a:extLst>
              <a:ext uri="{FF2B5EF4-FFF2-40B4-BE49-F238E27FC236}">
                <a16:creationId xmlns:a16="http://schemas.microsoft.com/office/drawing/2014/main" id="{D7821382-EAD7-48D3-985C-D3966377F8AA}"/>
              </a:ext>
            </a:extLst>
          </p:cNvPr>
          <p:cNvSpPr>
            <a:spLocks noGrp="1" noChangeArrowheads="1"/>
          </p:cNvSpPr>
          <p:nvPr>
            <p:ph type="body" idx="1"/>
          </p:nvPr>
        </p:nvSpPr>
        <p:spPr bwMode="auto">
          <a:xfrm>
            <a:off x="685800" y="22860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72" name="Rectangle 76">
            <a:extLst>
              <a:ext uri="{FF2B5EF4-FFF2-40B4-BE49-F238E27FC236}">
                <a16:creationId xmlns:a16="http://schemas.microsoft.com/office/drawing/2014/main" id="{EAAE7522-67FC-4CFD-8159-D474A5971C8C}"/>
              </a:ext>
            </a:extLst>
          </p:cNvPr>
          <p:cNvSpPr>
            <a:spLocks noGrp="1" noChangeArrowheads="1"/>
          </p:cNvSpPr>
          <p:nvPr>
            <p:ph type="dt" sz="half" idx="2"/>
          </p:nvPr>
        </p:nvSpPr>
        <p:spPr bwMode="auto">
          <a:xfrm>
            <a:off x="685800" y="63261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0" hangingPunct="0">
              <a:defRPr sz="1400">
                <a:solidFill>
                  <a:srgbClr val="000000"/>
                </a:solidFill>
              </a:defRPr>
            </a:lvl1pPr>
          </a:lstStyle>
          <a:p>
            <a:endParaRPr lang="en-US" altLang="en-US"/>
          </a:p>
        </p:txBody>
      </p:sp>
      <p:sp>
        <p:nvSpPr>
          <p:cNvPr id="4173" name="Rectangle 77">
            <a:extLst>
              <a:ext uri="{FF2B5EF4-FFF2-40B4-BE49-F238E27FC236}">
                <a16:creationId xmlns:a16="http://schemas.microsoft.com/office/drawing/2014/main" id="{3125F2C3-B3C9-4534-BA29-61902CACEC41}"/>
              </a:ext>
            </a:extLst>
          </p:cNvPr>
          <p:cNvSpPr>
            <a:spLocks noGrp="1" noChangeArrowheads="1"/>
          </p:cNvSpPr>
          <p:nvPr>
            <p:ph type="ftr" sz="quarter" idx="3"/>
          </p:nvPr>
        </p:nvSpPr>
        <p:spPr bwMode="auto">
          <a:xfrm>
            <a:off x="3124200"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0" hangingPunct="0">
              <a:defRPr sz="1400">
                <a:solidFill>
                  <a:srgbClr val="000000"/>
                </a:solidFill>
              </a:defRPr>
            </a:lvl1pPr>
          </a:lstStyle>
          <a:p>
            <a:endParaRPr lang="en-US" altLang="en-US"/>
          </a:p>
        </p:txBody>
      </p:sp>
      <p:sp>
        <p:nvSpPr>
          <p:cNvPr id="4174" name="Rectangle 78">
            <a:extLst>
              <a:ext uri="{FF2B5EF4-FFF2-40B4-BE49-F238E27FC236}">
                <a16:creationId xmlns:a16="http://schemas.microsoft.com/office/drawing/2014/main" id="{5F9A5320-D1DC-4019-92B6-ABE34AF3F3D9}"/>
              </a:ext>
            </a:extLst>
          </p:cNvPr>
          <p:cNvSpPr>
            <a:spLocks noGrp="1" noChangeArrowheads="1"/>
          </p:cNvSpPr>
          <p:nvPr>
            <p:ph type="sldNum" sz="quarter" idx="4"/>
          </p:nvPr>
        </p:nvSpPr>
        <p:spPr bwMode="auto">
          <a:xfrm>
            <a:off x="6553200" y="63261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0" hangingPunct="0">
              <a:defRPr sz="1400">
                <a:solidFill>
                  <a:srgbClr val="000000"/>
                </a:solidFill>
              </a:defRPr>
            </a:lvl1pPr>
          </a:lstStyle>
          <a:p>
            <a:fld id="{6AA7ED3E-E376-4112-BF73-220FF9510B5A}"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fontAlgn="base">
        <a:spcBef>
          <a:spcPct val="0"/>
        </a:spcBef>
        <a:spcAft>
          <a:spcPct val="0"/>
        </a:spcAft>
        <a:defRPr sz="4400" i="1" kern="1200">
          <a:solidFill>
            <a:schemeClr val="tx2"/>
          </a:solidFill>
          <a:latin typeface="+mj-lt"/>
          <a:ea typeface="+mj-ea"/>
          <a:cs typeface="+mj-cs"/>
        </a:defRPr>
      </a:lvl1pPr>
      <a:lvl2pPr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2pPr>
      <a:lvl3pPr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3pPr>
      <a:lvl4pPr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4pPr>
      <a:lvl5pPr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5pPr>
      <a:lvl6pPr marL="457200"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6pPr>
      <a:lvl7pPr marL="914400"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7pPr>
      <a:lvl8pPr marL="1371600"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8pPr>
      <a:lvl9pPr marL="1828800" algn="ctr" rtl="0" fontAlgn="base">
        <a:spcBef>
          <a:spcPct val="0"/>
        </a:spcBef>
        <a:spcAft>
          <a:spcPct val="0"/>
        </a:spcAft>
        <a:defRPr sz="4400" i="1">
          <a:solidFill>
            <a:schemeClr val="tx2"/>
          </a:solidFill>
          <a:latin typeface="Times New Roman" panose="02020603050405020304" pitchFamily="18"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Oval 2">
            <a:extLst>
              <a:ext uri="{FF2B5EF4-FFF2-40B4-BE49-F238E27FC236}">
                <a16:creationId xmlns:a16="http://schemas.microsoft.com/office/drawing/2014/main" id="{69B837B5-A58F-45E3-8E12-6F7EB02AC149}"/>
              </a:ext>
            </a:extLst>
          </p:cNvPr>
          <p:cNvSpPr>
            <a:spLocks noGrp="1" noChangeArrowheads="1"/>
          </p:cNvSpPr>
          <p:nvPr>
            <p:ph type="ctrTitle"/>
          </p:nvPr>
        </p:nvSpPr>
        <p:spPr/>
        <p:txBody>
          <a:bodyPr/>
          <a:lstStyle/>
          <a:p>
            <a:r>
              <a:rPr lang="en-US" altLang="en-US" sz="4000"/>
              <a:t>The Revelation of God in these Last Days</a:t>
            </a:r>
          </a:p>
        </p:txBody>
      </p:sp>
      <p:sp>
        <p:nvSpPr>
          <p:cNvPr id="2053" name="WordArt 5">
            <a:extLst>
              <a:ext uri="{FF2B5EF4-FFF2-40B4-BE49-F238E27FC236}">
                <a16:creationId xmlns:a16="http://schemas.microsoft.com/office/drawing/2014/main" id="{912DF143-92D9-4F9A-8652-D7C71A5D17DA}"/>
              </a:ext>
            </a:extLst>
          </p:cNvPr>
          <p:cNvSpPr>
            <a:spLocks noChangeArrowheads="1" noChangeShapeType="1" noTextEdit="1"/>
          </p:cNvSpPr>
          <p:nvPr/>
        </p:nvSpPr>
        <p:spPr bwMode="auto">
          <a:xfrm>
            <a:off x="2362200" y="2743200"/>
            <a:ext cx="405765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Hebrews Chapter 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WordArt 4">
            <a:extLst>
              <a:ext uri="{FF2B5EF4-FFF2-40B4-BE49-F238E27FC236}">
                <a16:creationId xmlns:a16="http://schemas.microsoft.com/office/drawing/2014/main" id="{9D80C00A-763F-4F2D-9F70-02C197551582}"/>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Power v. 1-2</a:t>
            </a:r>
          </a:p>
        </p:txBody>
      </p:sp>
      <p:sp>
        <p:nvSpPr>
          <p:cNvPr id="6150" name="Text Box 6">
            <a:extLst>
              <a:ext uri="{FF2B5EF4-FFF2-40B4-BE49-F238E27FC236}">
                <a16:creationId xmlns:a16="http://schemas.microsoft.com/office/drawing/2014/main" id="{B32B7E2A-C292-4A61-B0C1-63911582D99E}"/>
              </a:ext>
            </a:extLst>
          </p:cNvPr>
          <p:cNvSpPr txBox="1">
            <a:spLocks noChangeArrowheads="1"/>
          </p:cNvSpPr>
          <p:nvPr/>
        </p:nvSpPr>
        <p:spPr bwMode="auto">
          <a:xfrm>
            <a:off x="2362200" y="990600"/>
            <a:ext cx="434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a:t>God’s Revelation</a:t>
            </a:r>
          </a:p>
        </p:txBody>
      </p:sp>
      <p:sp>
        <p:nvSpPr>
          <p:cNvPr id="6151" name="Text Box 7">
            <a:extLst>
              <a:ext uri="{FF2B5EF4-FFF2-40B4-BE49-F238E27FC236}">
                <a16:creationId xmlns:a16="http://schemas.microsoft.com/office/drawing/2014/main" id="{E9A7C20D-FB73-42A3-BA44-89F4E350BAAA}"/>
              </a:ext>
            </a:extLst>
          </p:cNvPr>
          <p:cNvSpPr txBox="1">
            <a:spLocks noChangeArrowheads="1"/>
          </p:cNvSpPr>
          <p:nvPr/>
        </p:nvSpPr>
        <p:spPr bwMode="auto">
          <a:xfrm>
            <a:off x="381000" y="1600200"/>
            <a:ext cx="8458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2 Peter 1:21</a:t>
            </a:r>
          </a:p>
          <a:p>
            <a:r>
              <a:rPr lang="en-US" altLang="en-US" sz="2000"/>
              <a:t>(21)  For the prophecy came not in old time by the will of man: but holy men of God spake </a:t>
            </a:r>
            <a:r>
              <a:rPr lang="en-US" altLang="en-US" sz="2000" i="1"/>
              <a:t>as</a:t>
            </a:r>
            <a:r>
              <a:rPr lang="en-US" altLang="en-US" sz="2000"/>
              <a:t> </a:t>
            </a:r>
            <a:r>
              <a:rPr lang="en-US" altLang="en-US" sz="2000" i="1"/>
              <a:t>they</a:t>
            </a:r>
            <a:r>
              <a:rPr lang="en-US" altLang="en-US" sz="2000"/>
              <a:t> </a:t>
            </a:r>
            <a:r>
              <a:rPr lang="en-US" altLang="en-US" sz="2000" i="1"/>
              <a:t>were</a:t>
            </a:r>
            <a:r>
              <a:rPr lang="en-US" altLang="en-US" sz="2000"/>
              <a:t> moved by the Holy Ghost.</a:t>
            </a:r>
          </a:p>
        </p:txBody>
      </p:sp>
      <p:sp>
        <p:nvSpPr>
          <p:cNvPr id="6152" name="Text Box 8">
            <a:extLst>
              <a:ext uri="{FF2B5EF4-FFF2-40B4-BE49-F238E27FC236}">
                <a16:creationId xmlns:a16="http://schemas.microsoft.com/office/drawing/2014/main" id="{A4F08014-ED8B-4AD7-89ED-D8636DBD5E43}"/>
              </a:ext>
            </a:extLst>
          </p:cNvPr>
          <p:cNvSpPr txBox="1">
            <a:spLocks noChangeArrowheads="1"/>
          </p:cNvSpPr>
          <p:nvPr/>
        </p:nvSpPr>
        <p:spPr bwMode="auto">
          <a:xfrm>
            <a:off x="381000" y="2590800"/>
            <a:ext cx="8458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2 Timothy 3:16</a:t>
            </a:r>
          </a:p>
          <a:p>
            <a:r>
              <a:rPr lang="en-US" altLang="en-US" sz="2000"/>
              <a:t>(16)  All Scripture </a:t>
            </a:r>
            <a:r>
              <a:rPr lang="en-US" altLang="en-US" sz="2000" i="1"/>
              <a:t>is</a:t>
            </a:r>
            <a:r>
              <a:rPr lang="en-US" altLang="en-US" sz="2000"/>
              <a:t> given by inspiration of God, and </a:t>
            </a:r>
            <a:r>
              <a:rPr lang="en-US" altLang="en-US" sz="2000" i="1"/>
              <a:t>is</a:t>
            </a:r>
            <a:r>
              <a:rPr lang="en-US" altLang="en-US" sz="2000"/>
              <a:t> profitable for doctrine, for reproof, for correction, for instruction in righteousness:</a:t>
            </a:r>
          </a:p>
        </p:txBody>
      </p:sp>
      <p:sp>
        <p:nvSpPr>
          <p:cNvPr id="6153" name="Text Box 9">
            <a:extLst>
              <a:ext uri="{FF2B5EF4-FFF2-40B4-BE49-F238E27FC236}">
                <a16:creationId xmlns:a16="http://schemas.microsoft.com/office/drawing/2014/main" id="{A8B7690E-978E-4584-B2A7-B52BF580E554}"/>
              </a:ext>
            </a:extLst>
          </p:cNvPr>
          <p:cNvSpPr txBox="1">
            <a:spLocks noChangeArrowheads="1"/>
          </p:cNvSpPr>
          <p:nvPr/>
        </p:nvSpPr>
        <p:spPr bwMode="auto">
          <a:xfrm>
            <a:off x="304800" y="3657600"/>
            <a:ext cx="838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2 Peter 1:19</a:t>
            </a:r>
          </a:p>
          <a:p>
            <a:r>
              <a:rPr lang="en-US" altLang="en-US" sz="2000"/>
              <a:t>(19)  We have also a more sure word of prophecy; whereunto ye do well that ye take heed, as unto a light that shineth in a dark place, until the day dawn, and the day star arise in your hearts:</a:t>
            </a:r>
          </a:p>
        </p:txBody>
      </p:sp>
      <p:sp>
        <p:nvSpPr>
          <p:cNvPr id="6154" name="Text Box 10">
            <a:extLst>
              <a:ext uri="{FF2B5EF4-FFF2-40B4-BE49-F238E27FC236}">
                <a16:creationId xmlns:a16="http://schemas.microsoft.com/office/drawing/2014/main" id="{A90947FD-2F47-412E-8EA4-95F9EEACAA30}"/>
              </a:ext>
            </a:extLst>
          </p:cNvPr>
          <p:cNvSpPr txBox="1">
            <a:spLocks noChangeArrowheads="1"/>
          </p:cNvSpPr>
          <p:nvPr/>
        </p:nvSpPr>
        <p:spPr bwMode="auto">
          <a:xfrm>
            <a:off x="212725" y="5486400"/>
            <a:ext cx="8626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en-US"/>
          </a:p>
        </p:txBody>
      </p:sp>
      <p:sp>
        <p:nvSpPr>
          <p:cNvPr id="6155" name="Text Box 11">
            <a:extLst>
              <a:ext uri="{FF2B5EF4-FFF2-40B4-BE49-F238E27FC236}">
                <a16:creationId xmlns:a16="http://schemas.microsoft.com/office/drawing/2014/main" id="{BC2E3171-2E9A-42D5-9945-43575AEF0454}"/>
              </a:ext>
            </a:extLst>
          </p:cNvPr>
          <p:cNvSpPr txBox="1">
            <a:spLocks noChangeArrowheads="1"/>
          </p:cNvSpPr>
          <p:nvPr/>
        </p:nvSpPr>
        <p:spPr bwMode="auto">
          <a:xfrm>
            <a:off x="381000" y="4953000"/>
            <a:ext cx="838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Hebrews 12:1</a:t>
            </a:r>
          </a:p>
          <a:p>
            <a:r>
              <a:rPr lang="en-US" altLang="en-US" sz="2000"/>
              <a:t>(1)  Wherefore seeing we also are compassed about with so great a cloud of witnesses, let us lay aside every weight, and the sin which doth so easily beset </a:t>
            </a:r>
            <a:r>
              <a:rPr lang="en-US" altLang="en-US" sz="2000" i="1"/>
              <a:t>us,</a:t>
            </a:r>
            <a:r>
              <a:rPr lang="en-US" altLang="en-US" sz="2000"/>
              <a:t> and let us run with patience the race that is set before 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anim calcmode="lin" valueType="num">
                                      <p:cBhvr additive="base">
                                        <p:cTn id="7" dur="500" fill="hold"/>
                                        <p:tgtEl>
                                          <p:spTgt spid="6151"/>
                                        </p:tgtEl>
                                        <p:attrNameLst>
                                          <p:attrName>ppt_x</p:attrName>
                                        </p:attrNameLst>
                                      </p:cBhvr>
                                      <p:tavLst>
                                        <p:tav tm="0">
                                          <p:val>
                                            <p:strVal val="#ppt_x"/>
                                          </p:val>
                                        </p:tav>
                                        <p:tav tm="100000">
                                          <p:val>
                                            <p:strVal val="#ppt_x"/>
                                          </p:val>
                                        </p:tav>
                                      </p:tavLst>
                                    </p:anim>
                                    <p:anim calcmode="lin" valueType="num">
                                      <p:cBhvr additive="base">
                                        <p:cTn id="8"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52"/>
                                        </p:tgtEl>
                                        <p:attrNameLst>
                                          <p:attrName>style.visibility</p:attrName>
                                        </p:attrNameLst>
                                      </p:cBhvr>
                                      <p:to>
                                        <p:strVal val="visible"/>
                                      </p:to>
                                    </p:set>
                                    <p:anim calcmode="lin" valueType="num">
                                      <p:cBhvr additive="base">
                                        <p:cTn id="13" dur="500" fill="hold"/>
                                        <p:tgtEl>
                                          <p:spTgt spid="6152"/>
                                        </p:tgtEl>
                                        <p:attrNameLst>
                                          <p:attrName>ppt_x</p:attrName>
                                        </p:attrNameLst>
                                      </p:cBhvr>
                                      <p:tavLst>
                                        <p:tav tm="0">
                                          <p:val>
                                            <p:strVal val="#ppt_x"/>
                                          </p:val>
                                        </p:tav>
                                        <p:tav tm="100000">
                                          <p:val>
                                            <p:strVal val="#ppt_x"/>
                                          </p:val>
                                        </p:tav>
                                      </p:tavLst>
                                    </p:anim>
                                    <p:anim calcmode="lin" valueType="num">
                                      <p:cBhvr additive="base">
                                        <p:cTn id="14" dur="500" fill="hold"/>
                                        <p:tgtEl>
                                          <p:spTgt spid="615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53"/>
                                        </p:tgtEl>
                                        <p:attrNameLst>
                                          <p:attrName>style.visibility</p:attrName>
                                        </p:attrNameLst>
                                      </p:cBhvr>
                                      <p:to>
                                        <p:strVal val="visible"/>
                                      </p:to>
                                    </p:set>
                                    <p:anim calcmode="lin" valueType="num">
                                      <p:cBhvr additive="base">
                                        <p:cTn id="19" dur="500" fill="hold"/>
                                        <p:tgtEl>
                                          <p:spTgt spid="6153"/>
                                        </p:tgtEl>
                                        <p:attrNameLst>
                                          <p:attrName>ppt_x</p:attrName>
                                        </p:attrNameLst>
                                      </p:cBhvr>
                                      <p:tavLst>
                                        <p:tav tm="0">
                                          <p:val>
                                            <p:strVal val="#ppt_x"/>
                                          </p:val>
                                        </p:tav>
                                        <p:tav tm="100000">
                                          <p:val>
                                            <p:strVal val="#ppt_x"/>
                                          </p:val>
                                        </p:tav>
                                      </p:tavLst>
                                    </p:anim>
                                    <p:anim calcmode="lin" valueType="num">
                                      <p:cBhvr additive="base">
                                        <p:cTn id="20" dur="500" fill="hold"/>
                                        <p:tgtEl>
                                          <p:spTgt spid="615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55"/>
                                        </p:tgtEl>
                                        <p:attrNameLst>
                                          <p:attrName>style.visibility</p:attrName>
                                        </p:attrNameLst>
                                      </p:cBhvr>
                                      <p:to>
                                        <p:strVal val="visible"/>
                                      </p:to>
                                    </p:set>
                                    <p:anim calcmode="lin" valueType="num">
                                      <p:cBhvr additive="base">
                                        <p:cTn id="25" dur="500" fill="hold"/>
                                        <p:tgtEl>
                                          <p:spTgt spid="6155"/>
                                        </p:tgtEl>
                                        <p:attrNameLst>
                                          <p:attrName>ppt_x</p:attrName>
                                        </p:attrNameLst>
                                      </p:cBhvr>
                                      <p:tavLst>
                                        <p:tav tm="0">
                                          <p:val>
                                            <p:strVal val="#ppt_x"/>
                                          </p:val>
                                        </p:tav>
                                        <p:tav tm="100000">
                                          <p:val>
                                            <p:strVal val="#ppt_x"/>
                                          </p:val>
                                        </p:tav>
                                      </p:tavLst>
                                    </p:anim>
                                    <p:anim calcmode="lin" valueType="num">
                                      <p:cBhvr additive="base">
                                        <p:cTn id="26" dur="500" fill="hold"/>
                                        <p:tgtEl>
                                          <p:spTgt spid="6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P spid="6152" grpId="0"/>
      <p:bldP spid="6153" grpId="0"/>
      <p:bldP spid="615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val 2">
            <a:extLst>
              <a:ext uri="{FF2B5EF4-FFF2-40B4-BE49-F238E27FC236}">
                <a16:creationId xmlns:a16="http://schemas.microsoft.com/office/drawing/2014/main" id="{F96DA44A-5EE1-4486-80E4-41BA38F021E4}"/>
              </a:ext>
            </a:extLst>
          </p:cNvPr>
          <p:cNvSpPr>
            <a:spLocks noGrp="1" noChangeArrowheads="1"/>
          </p:cNvSpPr>
          <p:nvPr>
            <p:ph type="title"/>
          </p:nvPr>
        </p:nvSpPr>
        <p:spPr>
          <a:xfrm>
            <a:off x="685800" y="1066800"/>
            <a:ext cx="7772400" cy="381000"/>
          </a:xfrm>
        </p:spPr>
        <p:txBody>
          <a:bodyPr/>
          <a:lstStyle/>
          <a:p>
            <a:r>
              <a:rPr lang="en-US" altLang="en-US" sz="3200" i="0">
                <a:solidFill>
                  <a:schemeClr val="tx1"/>
                </a:solidFill>
              </a:rPr>
              <a:t>Fullness of Time</a:t>
            </a:r>
          </a:p>
        </p:txBody>
      </p:sp>
      <p:sp>
        <p:nvSpPr>
          <p:cNvPr id="7172" name="WordArt 4">
            <a:extLst>
              <a:ext uri="{FF2B5EF4-FFF2-40B4-BE49-F238E27FC236}">
                <a16:creationId xmlns:a16="http://schemas.microsoft.com/office/drawing/2014/main" id="{6C975473-F5E1-48D1-B8B3-4AB03AA3AE8F}"/>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Power v. 1-2</a:t>
            </a:r>
          </a:p>
        </p:txBody>
      </p:sp>
      <p:sp>
        <p:nvSpPr>
          <p:cNvPr id="7174" name="Text Box 6">
            <a:extLst>
              <a:ext uri="{FF2B5EF4-FFF2-40B4-BE49-F238E27FC236}">
                <a16:creationId xmlns:a16="http://schemas.microsoft.com/office/drawing/2014/main" id="{B31C3D78-D0ED-4A5C-9D9E-ECF392D29633}"/>
              </a:ext>
            </a:extLst>
          </p:cNvPr>
          <p:cNvSpPr txBox="1">
            <a:spLocks noChangeArrowheads="1"/>
          </p:cNvSpPr>
          <p:nvPr/>
        </p:nvSpPr>
        <p:spPr bwMode="auto">
          <a:xfrm>
            <a:off x="304800" y="1524000"/>
            <a:ext cx="85344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Acts 2:16-17</a:t>
            </a:r>
          </a:p>
          <a:p>
            <a:r>
              <a:rPr lang="en-US" altLang="en-US"/>
              <a:t>(16)  But this is that which was spoken by the prophet Joel;  (17)  And it shall come to pass in the last days </a:t>
            </a:r>
          </a:p>
        </p:txBody>
      </p:sp>
      <p:sp>
        <p:nvSpPr>
          <p:cNvPr id="7175" name="Text Box 7">
            <a:extLst>
              <a:ext uri="{FF2B5EF4-FFF2-40B4-BE49-F238E27FC236}">
                <a16:creationId xmlns:a16="http://schemas.microsoft.com/office/drawing/2014/main" id="{1308F6C6-5B32-4554-B185-BEFD16265027}"/>
              </a:ext>
            </a:extLst>
          </p:cNvPr>
          <p:cNvSpPr txBox="1">
            <a:spLocks noChangeArrowheads="1"/>
          </p:cNvSpPr>
          <p:nvPr/>
        </p:nvSpPr>
        <p:spPr bwMode="auto">
          <a:xfrm>
            <a:off x="304800" y="2438400"/>
            <a:ext cx="853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James 5:3</a:t>
            </a:r>
          </a:p>
          <a:p>
            <a:r>
              <a:rPr lang="en-US" altLang="en-US"/>
              <a:t>(3b) Ye have heaped treasure together for the last days.</a:t>
            </a:r>
          </a:p>
        </p:txBody>
      </p:sp>
      <p:sp>
        <p:nvSpPr>
          <p:cNvPr id="7176" name="Text Box 8">
            <a:extLst>
              <a:ext uri="{FF2B5EF4-FFF2-40B4-BE49-F238E27FC236}">
                <a16:creationId xmlns:a16="http://schemas.microsoft.com/office/drawing/2014/main" id="{7EFB69C0-23B2-48A8-8521-762EE5739386}"/>
              </a:ext>
            </a:extLst>
          </p:cNvPr>
          <p:cNvSpPr txBox="1">
            <a:spLocks noChangeArrowheads="1"/>
          </p:cNvSpPr>
          <p:nvPr/>
        </p:nvSpPr>
        <p:spPr bwMode="auto">
          <a:xfrm>
            <a:off x="304800" y="3124200"/>
            <a:ext cx="853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1 Peter 1:20</a:t>
            </a:r>
          </a:p>
          <a:p>
            <a:r>
              <a:rPr lang="en-US" altLang="en-US"/>
              <a:t>(20b) but was manifest in these last times for you,</a:t>
            </a:r>
          </a:p>
        </p:txBody>
      </p:sp>
      <p:sp>
        <p:nvSpPr>
          <p:cNvPr id="7177" name="Text Box 9">
            <a:extLst>
              <a:ext uri="{FF2B5EF4-FFF2-40B4-BE49-F238E27FC236}">
                <a16:creationId xmlns:a16="http://schemas.microsoft.com/office/drawing/2014/main" id="{FB953680-4F3B-4B21-A909-3124602F926B}"/>
              </a:ext>
            </a:extLst>
          </p:cNvPr>
          <p:cNvSpPr txBox="1">
            <a:spLocks noChangeArrowheads="1"/>
          </p:cNvSpPr>
          <p:nvPr/>
        </p:nvSpPr>
        <p:spPr bwMode="auto">
          <a:xfrm>
            <a:off x="381000" y="3810000"/>
            <a:ext cx="85344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1 John 2:18</a:t>
            </a:r>
          </a:p>
          <a:p>
            <a:r>
              <a:rPr lang="en-US" altLang="en-US"/>
              <a:t>(18)  Little children, it is the last time: and as ye have heard that antichrist shall come, even now are there many antichrists; whereby we know that it is the last time.</a:t>
            </a:r>
          </a:p>
        </p:txBody>
      </p:sp>
      <p:sp>
        <p:nvSpPr>
          <p:cNvPr id="7178" name="Text Box 10">
            <a:extLst>
              <a:ext uri="{FF2B5EF4-FFF2-40B4-BE49-F238E27FC236}">
                <a16:creationId xmlns:a16="http://schemas.microsoft.com/office/drawing/2014/main" id="{120FD80E-5F1C-4B7F-8F9F-D914055E5BDE}"/>
              </a:ext>
            </a:extLst>
          </p:cNvPr>
          <p:cNvSpPr txBox="1">
            <a:spLocks noChangeArrowheads="1"/>
          </p:cNvSpPr>
          <p:nvPr/>
        </p:nvSpPr>
        <p:spPr bwMode="auto">
          <a:xfrm>
            <a:off x="457200" y="5029200"/>
            <a:ext cx="85344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Jude 1:18</a:t>
            </a:r>
          </a:p>
          <a:p>
            <a:r>
              <a:rPr lang="en-US" altLang="en-US"/>
              <a:t>(18)  How that they told you there should be mockers in the last time, who should walk after their own ungodly lusts.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4"/>
                                        </p:tgtEl>
                                        <p:attrNameLst>
                                          <p:attrName>style.visibility</p:attrName>
                                        </p:attrNameLst>
                                      </p:cBhvr>
                                      <p:to>
                                        <p:strVal val="visible"/>
                                      </p:to>
                                    </p:set>
                                    <p:anim calcmode="lin" valueType="num">
                                      <p:cBhvr additive="base">
                                        <p:cTn id="7" dur="500" fill="hold"/>
                                        <p:tgtEl>
                                          <p:spTgt spid="7174"/>
                                        </p:tgtEl>
                                        <p:attrNameLst>
                                          <p:attrName>ppt_x</p:attrName>
                                        </p:attrNameLst>
                                      </p:cBhvr>
                                      <p:tavLst>
                                        <p:tav tm="0">
                                          <p:val>
                                            <p:strVal val="#ppt_x"/>
                                          </p:val>
                                        </p:tav>
                                        <p:tav tm="100000">
                                          <p:val>
                                            <p:strVal val="#ppt_x"/>
                                          </p:val>
                                        </p:tav>
                                      </p:tavLst>
                                    </p:anim>
                                    <p:anim calcmode="lin" valueType="num">
                                      <p:cBhvr additive="base">
                                        <p:cTn id="8" dur="500" fill="hold"/>
                                        <p:tgtEl>
                                          <p:spTgt spid="71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5"/>
                                        </p:tgtEl>
                                        <p:attrNameLst>
                                          <p:attrName>style.visibility</p:attrName>
                                        </p:attrNameLst>
                                      </p:cBhvr>
                                      <p:to>
                                        <p:strVal val="visible"/>
                                      </p:to>
                                    </p:set>
                                    <p:anim calcmode="lin" valueType="num">
                                      <p:cBhvr additive="base">
                                        <p:cTn id="13" dur="500" fill="hold"/>
                                        <p:tgtEl>
                                          <p:spTgt spid="7175"/>
                                        </p:tgtEl>
                                        <p:attrNameLst>
                                          <p:attrName>ppt_x</p:attrName>
                                        </p:attrNameLst>
                                      </p:cBhvr>
                                      <p:tavLst>
                                        <p:tav tm="0">
                                          <p:val>
                                            <p:strVal val="#ppt_x"/>
                                          </p:val>
                                        </p:tav>
                                        <p:tav tm="100000">
                                          <p:val>
                                            <p:strVal val="#ppt_x"/>
                                          </p:val>
                                        </p:tav>
                                      </p:tavLst>
                                    </p:anim>
                                    <p:anim calcmode="lin" valueType="num">
                                      <p:cBhvr additive="base">
                                        <p:cTn id="14" dur="500" fill="hold"/>
                                        <p:tgtEl>
                                          <p:spTgt spid="717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6"/>
                                        </p:tgtEl>
                                        <p:attrNameLst>
                                          <p:attrName>style.visibility</p:attrName>
                                        </p:attrNameLst>
                                      </p:cBhvr>
                                      <p:to>
                                        <p:strVal val="visible"/>
                                      </p:to>
                                    </p:set>
                                    <p:anim calcmode="lin" valueType="num">
                                      <p:cBhvr additive="base">
                                        <p:cTn id="19" dur="500" fill="hold"/>
                                        <p:tgtEl>
                                          <p:spTgt spid="7176"/>
                                        </p:tgtEl>
                                        <p:attrNameLst>
                                          <p:attrName>ppt_x</p:attrName>
                                        </p:attrNameLst>
                                      </p:cBhvr>
                                      <p:tavLst>
                                        <p:tav tm="0">
                                          <p:val>
                                            <p:strVal val="#ppt_x"/>
                                          </p:val>
                                        </p:tav>
                                        <p:tav tm="100000">
                                          <p:val>
                                            <p:strVal val="#ppt_x"/>
                                          </p:val>
                                        </p:tav>
                                      </p:tavLst>
                                    </p:anim>
                                    <p:anim calcmode="lin" valueType="num">
                                      <p:cBhvr additive="base">
                                        <p:cTn id="20" dur="500" fill="hold"/>
                                        <p:tgtEl>
                                          <p:spTgt spid="717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7"/>
                                        </p:tgtEl>
                                        <p:attrNameLst>
                                          <p:attrName>style.visibility</p:attrName>
                                        </p:attrNameLst>
                                      </p:cBhvr>
                                      <p:to>
                                        <p:strVal val="visible"/>
                                      </p:to>
                                    </p:set>
                                    <p:anim calcmode="lin" valueType="num">
                                      <p:cBhvr additive="base">
                                        <p:cTn id="25" dur="500" fill="hold"/>
                                        <p:tgtEl>
                                          <p:spTgt spid="7177"/>
                                        </p:tgtEl>
                                        <p:attrNameLst>
                                          <p:attrName>ppt_x</p:attrName>
                                        </p:attrNameLst>
                                      </p:cBhvr>
                                      <p:tavLst>
                                        <p:tav tm="0">
                                          <p:val>
                                            <p:strVal val="#ppt_x"/>
                                          </p:val>
                                        </p:tav>
                                        <p:tav tm="100000">
                                          <p:val>
                                            <p:strVal val="#ppt_x"/>
                                          </p:val>
                                        </p:tav>
                                      </p:tavLst>
                                    </p:anim>
                                    <p:anim calcmode="lin" valueType="num">
                                      <p:cBhvr additive="base">
                                        <p:cTn id="26" dur="500" fill="hold"/>
                                        <p:tgtEl>
                                          <p:spTgt spid="717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78"/>
                                        </p:tgtEl>
                                        <p:attrNameLst>
                                          <p:attrName>style.visibility</p:attrName>
                                        </p:attrNameLst>
                                      </p:cBhvr>
                                      <p:to>
                                        <p:strVal val="visible"/>
                                      </p:to>
                                    </p:set>
                                    <p:anim calcmode="lin" valueType="num">
                                      <p:cBhvr additive="base">
                                        <p:cTn id="31" dur="500" fill="hold"/>
                                        <p:tgtEl>
                                          <p:spTgt spid="7178"/>
                                        </p:tgtEl>
                                        <p:attrNameLst>
                                          <p:attrName>ppt_x</p:attrName>
                                        </p:attrNameLst>
                                      </p:cBhvr>
                                      <p:tavLst>
                                        <p:tav tm="0">
                                          <p:val>
                                            <p:strVal val="#ppt_x"/>
                                          </p:val>
                                        </p:tav>
                                        <p:tav tm="100000">
                                          <p:val>
                                            <p:strVal val="#ppt_x"/>
                                          </p:val>
                                        </p:tav>
                                      </p:tavLst>
                                    </p:anim>
                                    <p:anim calcmode="lin" valueType="num">
                                      <p:cBhvr additive="base">
                                        <p:cTn id="32" dur="500" fill="hold"/>
                                        <p:tgtEl>
                                          <p:spTgt spid="7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p:bldP spid="7175" grpId="0"/>
      <p:bldP spid="7176" grpId="0"/>
      <p:bldP spid="7177" grpId="0"/>
      <p:bldP spid="717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WordArt 2">
            <a:extLst>
              <a:ext uri="{FF2B5EF4-FFF2-40B4-BE49-F238E27FC236}">
                <a16:creationId xmlns:a16="http://schemas.microsoft.com/office/drawing/2014/main" id="{14D00CAD-F3F0-4EFC-90C2-42F44909CF9E}"/>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Person v. 3</a:t>
            </a:r>
          </a:p>
        </p:txBody>
      </p:sp>
      <p:sp>
        <p:nvSpPr>
          <p:cNvPr id="10243" name="Text Box 3">
            <a:extLst>
              <a:ext uri="{FF2B5EF4-FFF2-40B4-BE49-F238E27FC236}">
                <a16:creationId xmlns:a16="http://schemas.microsoft.com/office/drawing/2014/main" id="{5439A837-3D3C-4779-BD94-086D55706890}"/>
              </a:ext>
            </a:extLst>
          </p:cNvPr>
          <p:cNvSpPr txBox="1">
            <a:spLocks noChangeArrowheads="1"/>
          </p:cNvSpPr>
          <p:nvPr/>
        </p:nvSpPr>
        <p:spPr bwMode="auto">
          <a:xfrm>
            <a:off x="2362200" y="990600"/>
            <a:ext cx="434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a:t>Glory</a:t>
            </a:r>
          </a:p>
        </p:txBody>
      </p:sp>
      <p:sp>
        <p:nvSpPr>
          <p:cNvPr id="10244" name="Text Box 4">
            <a:extLst>
              <a:ext uri="{FF2B5EF4-FFF2-40B4-BE49-F238E27FC236}">
                <a16:creationId xmlns:a16="http://schemas.microsoft.com/office/drawing/2014/main" id="{99521246-B54A-4FB8-B698-9CF5DE5EFDD7}"/>
              </a:ext>
            </a:extLst>
          </p:cNvPr>
          <p:cNvSpPr txBox="1">
            <a:spLocks noChangeArrowheads="1"/>
          </p:cNvSpPr>
          <p:nvPr/>
        </p:nvSpPr>
        <p:spPr bwMode="auto">
          <a:xfrm>
            <a:off x="381000" y="1524000"/>
            <a:ext cx="845820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u="sng"/>
              <a:t>Exodus 24:15-18</a:t>
            </a:r>
          </a:p>
          <a:p>
            <a:r>
              <a:rPr lang="en-US" altLang="en-US" sz="2000"/>
              <a:t>(15)  And Moses went up into the mount, and a cloud covered the mount.</a:t>
            </a:r>
          </a:p>
          <a:p>
            <a:r>
              <a:rPr lang="en-US" altLang="en-US" sz="2000"/>
              <a:t>(16)  And the glory of the LORD abode upon mount Sinai, and the cloud covered it six days: and the seventh day he called unto Moses out of the midst of the cloud.</a:t>
            </a:r>
          </a:p>
          <a:p>
            <a:r>
              <a:rPr lang="en-US" altLang="en-US" sz="2000"/>
              <a:t>(17)  And the sight of the glory of the LORD </a:t>
            </a:r>
            <a:r>
              <a:rPr lang="en-US" altLang="en-US" sz="2000" i="1"/>
              <a:t>was</a:t>
            </a:r>
            <a:r>
              <a:rPr lang="en-US" altLang="en-US" sz="2000"/>
              <a:t> like devouring fire on the top of the mount in the eyes of the children of Israel.</a:t>
            </a:r>
          </a:p>
          <a:p>
            <a:r>
              <a:rPr lang="en-US" altLang="en-US" sz="2000"/>
              <a:t>(18)  And Moses went into the midst of the cloud, and got him up into the mount: and Moses was in the mount forty days and forty nights.</a:t>
            </a:r>
          </a:p>
        </p:txBody>
      </p:sp>
      <p:sp>
        <p:nvSpPr>
          <p:cNvPr id="10245" name="Text Box 5">
            <a:extLst>
              <a:ext uri="{FF2B5EF4-FFF2-40B4-BE49-F238E27FC236}">
                <a16:creationId xmlns:a16="http://schemas.microsoft.com/office/drawing/2014/main" id="{A1BD0494-AB7D-4314-88A9-DDEA7A98177B}"/>
              </a:ext>
            </a:extLst>
          </p:cNvPr>
          <p:cNvSpPr txBox="1">
            <a:spLocks noChangeArrowheads="1"/>
          </p:cNvSpPr>
          <p:nvPr/>
        </p:nvSpPr>
        <p:spPr bwMode="auto">
          <a:xfrm>
            <a:off x="381000" y="4419600"/>
            <a:ext cx="84582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u="sng"/>
              <a:t>Numbers 14:21-22</a:t>
            </a:r>
          </a:p>
          <a:p>
            <a:r>
              <a:rPr lang="en-US" altLang="en-US" sz="2000"/>
              <a:t>(21)  But </a:t>
            </a:r>
            <a:r>
              <a:rPr lang="en-US" altLang="en-US" sz="2000" i="1"/>
              <a:t>as</a:t>
            </a:r>
            <a:r>
              <a:rPr lang="en-US" altLang="en-US" sz="2000"/>
              <a:t> truly </a:t>
            </a:r>
            <a:r>
              <a:rPr lang="en-US" altLang="en-US" sz="2000" i="1"/>
              <a:t>as</a:t>
            </a:r>
            <a:r>
              <a:rPr lang="en-US" altLang="en-US" sz="2000"/>
              <a:t> I live, all the earth shall be filled with the glory of the LORD.</a:t>
            </a:r>
          </a:p>
          <a:p>
            <a:r>
              <a:rPr lang="en-US" altLang="en-US" sz="2000"/>
              <a:t>(22)  Because all those men which have seen my glory, and my miracles, which I did in Egypt and in the wilderness, and have tempted me now these ten times, and have not hearkened to my voice;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additive="base">
                                        <p:cTn id="7" dur="500" fill="hold"/>
                                        <p:tgtEl>
                                          <p:spTgt spid="10244"/>
                                        </p:tgtEl>
                                        <p:attrNameLst>
                                          <p:attrName>ppt_x</p:attrName>
                                        </p:attrNameLst>
                                      </p:cBhvr>
                                      <p:tavLst>
                                        <p:tav tm="0">
                                          <p:val>
                                            <p:strVal val="#ppt_x"/>
                                          </p:val>
                                        </p:tav>
                                        <p:tav tm="100000">
                                          <p:val>
                                            <p:strVal val="#ppt_x"/>
                                          </p:val>
                                        </p:tav>
                                      </p:tavLst>
                                    </p:anim>
                                    <p:anim calcmode="lin" valueType="num">
                                      <p:cBhvr additive="base">
                                        <p:cTn id="8"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5"/>
                                        </p:tgtEl>
                                        <p:attrNameLst>
                                          <p:attrName>style.visibility</p:attrName>
                                        </p:attrNameLst>
                                      </p:cBhvr>
                                      <p:to>
                                        <p:strVal val="visible"/>
                                      </p:to>
                                    </p:set>
                                    <p:anim calcmode="lin" valueType="num">
                                      <p:cBhvr additive="base">
                                        <p:cTn id="13" dur="500" fill="hold"/>
                                        <p:tgtEl>
                                          <p:spTgt spid="10245"/>
                                        </p:tgtEl>
                                        <p:attrNameLst>
                                          <p:attrName>ppt_x</p:attrName>
                                        </p:attrNameLst>
                                      </p:cBhvr>
                                      <p:tavLst>
                                        <p:tav tm="0">
                                          <p:val>
                                            <p:strVal val="#ppt_x"/>
                                          </p:val>
                                        </p:tav>
                                        <p:tav tm="100000">
                                          <p:val>
                                            <p:strVal val="#ppt_x"/>
                                          </p:val>
                                        </p:tav>
                                      </p:tavLst>
                                    </p:anim>
                                    <p:anim calcmode="lin" valueType="num">
                                      <p:cBhvr additive="base">
                                        <p:cTn id="14" dur="500" fill="hold"/>
                                        <p:tgtEl>
                                          <p:spTgt spid="10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WordArt 2">
            <a:extLst>
              <a:ext uri="{FF2B5EF4-FFF2-40B4-BE49-F238E27FC236}">
                <a16:creationId xmlns:a16="http://schemas.microsoft.com/office/drawing/2014/main" id="{4D766A50-C080-4F0D-BEA3-AFCB86B28958}"/>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Person v. 3</a:t>
            </a:r>
          </a:p>
        </p:txBody>
      </p:sp>
      <p:sp>
        <p:nvSpPr>
          <p:cNvPr id="11267" name="Text Box 3">
            <a:extLst>
              <a:ext uri="{FF2B5EF4-FFF2-40B4-BE49-F238E27FC236}">
                <a16:creationId xmlns:a16="http://schemas.microsoft.com/office/drawing/2014/main" id="{69616F4C-A187-4A88-A53F-C3CEB787AC3B}"/>
              </a:ext>
            </a:extLst>
          </p:cNvPr>
          <p:cNvSpPr txBox="1">
            <a:spLocks noChangeArrowheads="1"/>
          </p:cNvSpPr>
          <p:nvPr/>
        </p:nvSpPr>
        <p:spPr bwMode="auto">
          <a:xfrm>
            <a:off x="2362200" y="990600"/>
            <a:ext cx="434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a:t>Glory 2</a:t>
            </a:r>
          </a:p>
        </p:txBody>
      </p:sp>
      <p:sp>
        <p:nvSpPr>
          <p:cNvPr id="11268" name="Text Box 4">
            <a:extLst>
              <a:ext uri="{FF2B5EF4-FFF2-40B4-BE49-F238E27FC236}">
                <a16:creationId xmlns:a16="http://schemas.microsoft.com/office/drawing/2014/main" id="{B854559E-7980-4965-83F8-DA402E740383}"/>
              </a:ext>
            </a:extLst>
          </p:cNvPr>
          <p:cNvSpPr txBox="1">
            <a:spLocks noChangeArrowheads="1"/>
          </p:cNvSpPr>
          <p:nvPr/>
        </p:nvSpPr>
        <p:spPr bwMode="auto">
          <a:xfrm>
            <a:off x="381000" y="1524000"/>
            <a:ext cx="8458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257300" indent="-342900">
              <a:defRPr>
                <a:solidFill>
                  <a:schemeClr val="tx1"/>
                </a:solidFill>
                <a:latin typeface="Arial" panose="020B0604020202020204" pitchFamily="34" charset="0"/>
                <a:cs typeface="Arial" panose="020B0604020202020204" pitchFamily="34" charset="0"/>
              </a:defRPr>
            </a:lvl3pPr>
            <a:lvl4pPr marL="1714500" indent="-342900">
              <a:defRPr>
                <a:solidFill>
                  <a:schemeClr val="tx1"/>
                </a:solidFill>
                <a:latin typeface="Arial" panose="020B0604020202020204" pitchFamily="34" charset="0"/>
                <a:cs typeface="Arial" panose="020B0604020202020204" pitchFamily="34" charset="0"/>
              </a:defRPr>
            </a:lvl4pPr>
            <a:lvl5pPr marL="2171700" indent="-342900">
              <a:defRPr>
                <a:solidFill>
                  <a:schemeClr val="tx1"/>
                </a:solidFill>
                <a:latin typeface="Arial" panose="020B0604020202020204" pitchFamily="34" charset="0"/>
                <a:cs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b="1" u="sng">
                <a:latin typeface="Times New Roman" panose="02020603050405020304" pitchFamily="18" charset="0"/>
              </a:rPr>
              <a:t>John 1:14</a:t>
            </a:r>
          </a:p>
          <a:p>
            <a:r>
              <a:rPr lang="en-US" altLang="en-US" sz="2000">
                <a:latin typeface="Times New Roman" panose="02020603050405020304" pitchFamily="18" charset="0"/>
              </a:rPr>
              <a:t>And the Word was made flesh, and dwelt among us, (and we beheld his glory, the glory as of the only begotten of the Father,) full of grace and truth.</a:t>
            </a:r>
          </a:p>
        </p:txBody>
      </p:sp>
      <p:sp>
        <p:nvSpPr>
          <p:cNvPr id="11269" name="Text Box 5">
            <a:extLst>
              <a:ext uri="{FF2B5EF4-FFF2-40B4-BE49-F238E27FC236}">
                <a16:creationId xmlns:a16="http://schemas.microsoft.com/office/drawing/2014/main" id="{62F95E24-FCD5-4781-AF0D-416C448BDF54}"/>
              </a:ext>
            </a:extLst>
          </p:cNvPr>
          <p:cNvSpPr txBox="1">
            <a:spLocks noChangeArrowheads="1"/>
          </p:cNvSpPr>
          <p:nvPr/>
        </p:nvSpPr>
        <p:spPr bwMode="auto">
          <a:xfrm>
            <a:off x="381000" y="2667000"/>
            <a:ext cx="845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u="sng"/>
              <a:t>Colossians 1:15</a:t>
            </a:r>
          </a:p>
          <a:p>
            <a:r>
              <a:rPr lang="en-US" altLang="en-US" sz="2000"/>
              <a:t>(15)  Who is the image of the invisible God, the firstborn of every creature:</a:t>
            </a:r>
          </a:p>
        </p:txBody>
      </p:sp>
      <p:sp>
        <p:nvSpPr>
          <p:cNvPr id="11270" name="Text Box 6">
            <a:extLst>
              <a:ext uri="{FF2B5EF4-FFF2-40B4-BE49-F238E27FC236}">
                <a16:creationId xmlns:a16="http://schemas.microsoft.com/office/drawing/2014/main" id="{4C602A02-A00B-43B0-98E4-420706A7DF63}"/>
              </a:ext>
            </a:extLst>
          </p:cNvPr>
          <p:cNvSpPr txBox="1">
            <a:spLocks noChangeArrowheads="1"/>
          </p:cNvSpPr>
          <p:nvPr/>
        </p:nvSpPr>
        <p:spPr bwMode="auto">
          <a:xfrm>
            <a:off x="457200" y="3886200"/>
            <a:ext cx="8458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u="sng"/>
              <a:t>John 14:9</a:t>
            </a:r>
          </a:p>
          <a:p>
            <a:r>
              <a:rPr lang="en-US" altLang="en-US" sz="2000"/>
              <a:t>(9)  Jesus saith unto him, Have I been so long time with you, and yet hast thou not known me, Philip? he that hath seen me hath seen the Father; and how sayest thou </a:t>
            </a:r>
            <a:r>
              <a:rPr lang="en-US" altLang="en-US" sz="2000" i="1"/>
              <a:t>then,</a:t>
            </a:r>
            <a:r>
              <a:rPr lang="en-US" altLang="en-US" sz="2000"/>
              <a:t> Show us the Father?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ppt_x"/>
                                          </p:val>
                                        </p:tav>
                                        <p:tav tm="100000">
                                          <p:val>
                                            <p:strVal val="#ppt_x"/>
                                          </p:val>
                                        </p:tav>
                                      </p:tavLst>
                                    </p:anim>
                                    <p:anim calcmode="lin" valueType="num">
                                      <p:cBhvr additive="base">
                                        <p:cTn id="8"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9"/>
                                        </p:tgtEl>
                                        <p:attrNameLst>
                                          <p:attrName>style.visibility</p:attrName>
                                        </p:attrNameLst>
                                      </p:cBhvr>
                                      <p:to>
                                        <p:strVal val="visible"/>
                                      </p:to>
                                    </p:set>
                                    <p:anim calcmode="lin" valueType="num">
                                      <p:cBhvr additive="base">
                                        <p:cTn id="13" dur="500" fill="hold"/>
                                        <p:tgtEl>
                                          <p:spTgt spid="11269"/>
                                        </p:tgtEl>
                                        <p:attrNameLst>
                                          <p:attrName>ppt_x</p:attrName>
                                        </p:attrNameLst>
                                      </p:cBhvr>
                                      <p:tavLst>
                                        <p:tav tm="0">
                                          <p:val>
                                            <p:strVal val="#ppt_x"/>
                                          </p:val>
                                        </p:tav>
                                        <p:tav tm="100000">
                                          <p:val>
                                            <p:strVal val="#ppt_x"/>
                                          </p:val>
                                        </p:tav>
                                      </p:tavLst>
                                    </p:anim>
                                    <p:anim calcmode="lin" valueType="num">
                                      <p:cBhvr additive="base">
                                        <p:cTn id="14"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70"/>
                                        </p:tgtEl>
                                        <p:attrNameLst>
                                          <p:attrName>style.visibility</p:attrName>
                                        </p:attrNameLst>
                                      </p:cBhvr>
                                      <p:to>
                                        <p:strVal val="visible"/>
                                      </p:to>
                                    </p:set>
                                    <p:anim calcmode="lin" valueType="num">
                                      <p:cBhvr additive="base">
                                        <p:cTn id="19" dur="500" fill="hold"/>
                                        <p:tgtEl>
                                          <p:spTgt spid="11270"/>
                                        </p:tgtEl>
                                        <p:attrNameLst>
                                          <p:attrName>ppt_x</p:attrName>
                                        </p:attrNameLst>
                                      </p:cBhvr>
                                      <p:tavLst>
                                        <p:tav tm="0">
                                          <p:val>
                                            <p:strVal val="#ppt_x"/>
                                          </p:val>
                                        </p:tav>
                                        <p:tav tm="100000">
                                          <p:val>
                                            <p:strVal val="#ppt_x"/>
                                          </p:val>
                                        </p:tav>
                                      </p:tavLst>
                                    </p:anim>
                                    <p:anim calcmode="lin" valueType="num">
                                      <p:cBhvr additive="base">
                                        <p:cTn id="20" dur="500" fill="hold"/>
                                        <p:tgtEl>
                                          <p:spTgt spid="112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69" grpId="0"/>
      <p:bldP spid="112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30C03E1-34CB-4806-B446-F98BD6BBD5A7}"/>
              </a:ext>
            </a:extLst>
          </p:cNvPr>
          <p:cNvSpPr>
            <a:spLocks noChangeArrowheads="1"/>
          </p:cNvSpPr>
          <p:nvPr/>
        </p:nvSpPr>
        <p:spPr bwMode="auto">
          <a:xfrm>
            <a:off x="2133600" y="114300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Power</a:t>
            </a:r>
          </a:p>
        </p:txBody>
      </p:sp>
      <p:sp>
        <p:nvSpPr>
          <p:cNvPr id="12291" name="WordArt 3">
            <a:extLst>
              <a:ext uri="{FF2B5EF4-FFF2-40B4-BE49-F238E27FC236}">
                <a16:creationId xmlns:a16="http://schemas.microsoft.com/office/drawing/2014/main" id="{CD451FE1-6257-4AE4-BECC-E964D1DF8EFD}"/>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Person v.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4C8CB94-D282-4B23-B197-A230EB8D3441}"/>
              </a:ext>
            </a:extLst>
          </p:cNvPr>
          <p:cNvSpPr>
            <a:spLocks noChangeArrowheads="1"/>
          </p:cNvSpPr>
          <p:nvPr/>
        </p:nvSpPr>
        <p:spPr bwMode="auto">
          <a:xfrm>
            <a:off x="2133600" y="114300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Praise</a:t>
            </a:r>
          </a:p>
        </p:txBody>
      </p:sp>
      <p:sp>
        <p:nvSpPr>
          <p:cNvPr id="13315" name="WordArt 3">
            <a:extLst>
              <a:ext uri="{FF2B5EF4-FFF2-40B4-BE49-F238E27FC236}">
                <a16:creationId xmlns:a16="http://schemas.microsoft.com/office/drawing/2014/main" id="{2D97B2FD-74A1-484E-A563-6E28E2F2A6CC}"/>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Person v. 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F81C2E8-37B3-493F-B387-ADFAAE42240E}"/>
              </a:ext>
            </a:extLst>
          </p:cNvPr>
          <p:cNvSpPr>
            <a:spLocks noChangeArrowheads="1"/>
          </p:cNvSpPr>
          <p:nvPr/>
        </p:nvSpPr>
        <p:spPr bwMode="auto">
          <a:xfrm>
            <a:off x="2133600" y="1143000"/>
            <a:ext cx="464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A Name Above All Other Names</a:t>
            </a:r>
          </a:p>
        </p:txBody>
      </p:sp>
      <p:sp>
        <p:nvSpPr>
          <p:cNvPr id="14339" name="WordArt 3">
            <a:extLst>
              <a:ext uri="{FF2B5EF4-FFF2-40B4-BE49-F238E27FC236}">
                <a16:creationId xmlns:a16="http://schemas.microsoft.com/office/drawing/2014/main" id="{E5948014-7452-477B-9754-8DF1EDBF64CD}"/>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Preeminence v.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086A3E9-A268-484D-A7A4-AC10B2D2F2FD}"/>
              </a:ext>
            </a:extLst>
          </p:cNvPr>
          <p:cNvSpPr>
            <a:spLocks noChangeArrowheads="1"/>
          </p:cNvSpPr>
          <p:nvPr/>
        </p:nvSpPr>
        <p:spPr bwMode="auto">
          <a:xfrm>
            <a:off x="2133600" y="1143000"/>
            <a:ext cx="464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Christ is God’s Chosen Son v.5</a:t>
            </a:r>
          </a:p>
        </p:txBody>
      </p:sp>
      <p:sp>
        <p:nvSpPr>
          <p:cNvPr id="15363" name="WordArt 3">
            <a:extLst>
              <a:ext uri="{FF2B5EF4-FFF2-40B4-BE49-F238E27FC236}">
                <a16:creationId xmlns:a16="http://schemas.microsoft.com/office/drawing/2014/main" id="{ECE1643F-80E3-4400-88D3-C27B1AC75566}"/>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Praise v. 5-14</a:t>
            </a:r>
          </a:p>
        </p:txBody>
      </p:sp>
      <p:sp>
        <p:nvSpPr>
          <p:cNvPr id="15365" name="Text Box 5">
            <a:extLst>
              <a:ext uri="{FF2B5EF4-FFF2-40B4-BE49-F238E27FC236}">
                <a16:creationId xmlns:a16="http://schemas.microsoft.com/office/drawing/2014/main" id="{2F4B7BCC-9CEC-4822-9B7D-2673C29ABF69}"/>
              </a:ext>
            </a:extLst>
          </p:cNvPr>
          <p:cNvSpPr txBox="1">
            <a:spLocks noChangeArrowheads="1"/>
          </p:cNvSpPr>
          <p:nvPr/>
        </p:nvSpPr>
        <p:spPr bwMode="auto">
          <a:xfrm>
            <a:off x="381000" y="2209800"/>
            <a:ext cx="8458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257300" indent="-342900">
              <a:defRPr>
                <a:solidFill>
                  <a:schemeClr val="tx1"/>
                </a:solidFill>
                <a:latin typeface="Arial" panose="020B0604020202020204" pitchFamily="34" charset="0"/>
                <a:cs typeface="Arial" panose="020B0604020202020204" pitchFamily="34" charset="0"/>
              </a:defRPr>
            </a:lvl3pPr>
            <a:lvl4pPr marL="1714500" indent="-342900">
              <a:defRPr>
                <a:solidFill>
                  <a:schemeClr val="tx1"/>
                </a:solidFill>
                <a:latin typeface="Arial" panose="020B0604020202020204" pitchFamily="34" charset="0"/>
                <a:cs typeface="Arial" panose="020B0604020202020204" pitchFamily="34" charset="0"/>
              </a:defRPr>
            </a:lvl4pPr>
            <a:lvl5pPr marL="2171700" indent="-342900">
              <a:defRPr>
                <a:solidFill>
                  <a:schemeClr val="tx1"/>
                </a:solidFill>
                <a:latin typeface="Arial" panose="020B0604020202020204" pitchFamily="34" charset="0"/>
                <a:cs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b="1" u="sng">
                <a:latin typeface="Times New Roman" panose="02020603050405020304" pitchFamily="18" charset="0"/>
              </a:rPr>
              <a:t>Psalms 2:7</a:t>
            </a:r>
          </a:p>
          <a:p>
            <a:r>
              <a:rPr lang="en-US" altLang="en-US" sz="2000">
                <a:latin typeface="Times New Roman" panose="02020603050405020304" pitchFamily="18" charset="0"/>
              </a:rPr>
              <a:t>(7)  I will declare the decree: the LORD hath said unto me, Thou </a:t>
            </a:r>
            <a:r>
              <a:rPr lang="en-US" altLang="en-US" sz="2000" i="1">
                <a:latin typeface="Times New Roman" panose="02020603050405020304" pitchFamily="18" charset="0"/>
              </a:rPr>
              <a:t>art</a:t>
            </a:r>
            <a:r>
              <a:rPr lang="en-US" altLang="en-US" sz="2000">
                <a:latin typeface="Times New Roman" panose="02020603050405020304" pitchFamily="18" charset="0"/>
              </a:rPr>
              <a:t> my Son; this day have I begotten thee.</a:t>
            </a:r>
          </a:p>
        </p:txBody>
      </p:sp>
      <p:sp>
        <p:nvSpPr>
          <p:cNvPr id="15366" name="Text Box 6">
            <a:extLst>
              <a:ext uri="{FF2B5EF4-FFF2-40B4-BE49-F238E27FC236}">
                <a16:creationId xmlns:a16="http://schemas.microsoft.com/office/drawing/2014/main" id="{BC36FDA0-3377-4A7F-932C-CFBD636D70EA}"/>
              </a:ext>
            </a:extLst>
          </p:cNvPr>
          <p:cNvSpPr txBox="1">
            <a:spLocks noChangeArrowheads="1"/>
          </p:cNvSpPr>
          <p:nvPr/>
        </p:nvSpPr>
        <p:spPr bwMode="auto">
          <a:xfrm>
            <a:off x="457200" y="3505200"/>
            <a:ext cx="8458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257300" indent="-342900">
              <a:defRPr>
                <a:solidFill>
                  <a:schemeClr val="tx1"/>
                </a:solidFill>
                <a:latin typeface="Arial" panose="020B0604020202020204" pitchFamily="34" charset="0"/>
                <a:cs typeface="Arial" panose="020B0604020202020204" pitchFamily="34" charset="0"/>
              </a:defRPr>
            </a:lvl3pPr>
            <a:lvl4pPr marL="1714500" indent="-342900">
              <a:defRPr>
                <a:solidFill>
                  <a:schemeClr val="tx1"/>
                </a:solidFill>
                <a:latin typeface="Arial" panose="020B0604020202020204" pitchFamily="34" charset="0"/>
                <a:cs typeface="Arial" panose="020B0604020202020204" pitchFamily="34" charset="0"/>
              </a:defRPr>
            </a:lvl4pPr>
            <a:lvl5pPr marL="2171700" indent="-342900">
              <a:defRPr>
                <a:solidFill>
                  <a:schemeClr val="tx1"/>
                </a:solidFill>
                <a:latin typeface="Arial" panose="020B0604020202020204" pitchFamily="34" charset="0"/>
                <a:cs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b="1" u="sng">
                <a:latin typeface="Times New Roman" panose="02020603050405020304" pitchFamily="18" charset="0"/>
              </a:rPr>
              <a:t>2 Samuel 7:14</a:t>
            </a:r>
          </a:p>
          <a:p>
            <a:r>
              <a:rPr lang="en-US" altLang="en-US" sz="2000">
                <a:latin typeface="Times New Roman" panose="02020603050405020304" pitchFamily="18" charset="0"/>
              </a:rPr>
              <a:t>(14)  I will be his father, and he shall be my son. If he commit iniquity, I will chasten him with the rod of men, and with the stripes of the children of men: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5"/>
                                        </p:tgtEl>
                                        <p:attrNameLst>
                                          <p:attrName>style.visibility</p:attrName>
                                        </p:attrNameLst>
                                      </p:cBhvr>
                                      <p:to>
                                        <p:strVal val="visible"/>
                                      </p:to>
                                    </p:set>
                                    <p:anim calcmode="lin" valueType="num">
                                      <p:cBhvr additive="base">
                                        <p:cTn id="7" dur="500" fill="hold"/>
                                        <p:tgtEl>
                                          <p:spTgt spid="15365"/>
                                        </p:tgtEl>
                                        <p:attrNameLst>
                                          <p:attrName>ppt_x</p:attrName>
                                        </p:attrNameLst>
                                      </p:cBhvr>
                                      <p:tavLst>
                                        <p:tav tm="0">
                                          <p:val>
                                            <p:strVal val="#ppt_x"/>
                                          </p:val>
                                        </p:tav>
                                        <p:tav tm="100000">
                                          <p:val>
                                            <p:strVal val="#ppt_x"/>
                                          </p:val>
                                        </p:tav>
                                      </p:tavLst>
                                    </p:anim>
                                    <p:anim calcmode="lin" valueType="num">
                                      <p:cBhvr additive="base">
                                        <p:cTn id="8"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6"/>
                                        </p:tgtEl>
                                        <p:attrNameLst>
                                          <p:attrName>style.visibility</p:attrName>
                                        </p:attrNameLst>
                                      </p:cBhvr>
                                      <p:to>
                                        <p:strVal val="visible"/>
                                      </p:to>
                                    </p:set>
                                    <p:anim calcmode="lin" valueType="num">
                                      <p:cBhvr additive="base">
                                        <p:cTn id="13" dur="500" fill="hold"/>
                                        <p:tgtEl>
                                          <p:spTgt spid="15366"/>
                                        </p:tgtEl>
                                        <p:attrNameLst>
                                          <p:attrName>ppt_x</p:attrName>
                                        </p:attrNameLst>
                                      </p:cBhvr>
                                      <p:tavLst>
                                        <p:tav tm="0">
                                          <p:val>
                                            <p:strVal val="#ppt_x"/>
                                          </p:val>
                                        </p:tav>
                                        <p:tav tm="100000">
                                          <p:val>
                                            <p:strVal val="#ppt_x"/>
                                          </p:val>
                                        </p:tav>
                                      </p:tavLst>
                                    </p:anim>
                                    <p:anim calcmode="lin" valueType="num">
                                      <p:cBhvr additive="base">
                                        <p:cTn id="14"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P spid="1536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6C22209-6041-43C4-9DBE-EC6E789CEC78}"/>
              </a:ext>
            </a:extLst>
          </p:cNvPr>
          <p:cNvSpPr>
            <a:spLocks noChangeArrowheads="1"/>
          </p:cNvSpPr>
          <p:nvPr/>
        </p:nvSpPr>
        <p:spPr bwMode="auto">
          <a:xfrm>
            <a:off x="2133600" y="114300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Christ is Worshipped v.6-7</a:t>
            </a:r>
          </a:p>
        </p:txBody>
      </p:sp>
      <p:sp>
        <p:nvSpPr>
          <p:cNvPr id="16387" name="WordArt 3">
            <a:extLst>
              <a:ext uri="{FF2B5EF4-FFF2-40B4-BE49-F238E27FC236}">
                <a16:creationId xmlns:a16="http://schemas.microsoft.com/office/drawing/2014/main" id="{97A8BDAE-C35E-404C-AB9F-F5001F31E600}"/>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Praise v. 5-14</a:t>
            </a:r>
          </a:p>
        </p:txBody>
      </p:sp>
      <p:sp>
        <p:nvSpPr>
          <p:cNvPr id="16390" name="Text Box 6">
            <a:extLst>
              <a:ext uri="{FF2B5EF4-FFF2-40B4-BE49-F238E27FC236}">
                <a16:creationId xmlns:a16="http://schemas.microsoft.com/office/drawing/2014/main" id="{CBE51418-E729-47E3-9984-7F4686247AB0}"/>
              </a:ext>
            </a:extLst>
          </p:cNvPr>
          <p:cNvSpPr txBox="1">
            <a:spLocks noChangeArrowheads="1"/>
          </p:cNvSpPr>
          <p:nvPr/>
        </p:nvSpPr>
        <p:spPr bwMode="auto">
          <a:xfrm>
            <a:off x="381000" y="2514600"/>
            <a:ext cx="845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257300" indent="-342900">
              <a:defRPr>
                <a:solidFill>
                  <a:schemeClr val="tx1"/>
                </a:solidFill>
                <a:latin typeface="Arial" panose="020B0604020202020204" pitchFamily="34" charset="0"/>
                <a:cs typeface="Arial" panose="020B0604020202020204" pitchFamily="34" charset="0"/>
              </a:defRPr>
            </a:lvl3pPr>
            <a:lvl4pPr marL="1714500" indent="-342900">
              <a:defRPr>
                <a:solidFill>
                  <a:schemeClr val="tx1"/>
                </a:solidFill>
                <a:latin typeface="Arial" panose="020B0604020202020204" pitchFamily="34" charset="0"/>
                <a:cs typeface="Arial" panose="020B0604020202020204" pitchFamily="34" charset="0"/>
              </a:defRPr>
            </a:lvl4pPr>
            <a:lvl5pPr marL="2171700" indent="-342900">
              <a:defRPr>
                <a:solidFill>
                  <a:schemeClr val="tx1"/>
                </a:solidFill>
                <a:latin typeface="Arial" panose="020B0604020202020204" pitchFamily="34" charset="0"/>
                <a:cs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b="1" u="sng">
                <a:latin typeface="Times New Roman" panose="02020603050405020304" pitchFamily="18" charset="0"/>
              </a:rPr>
              <a:t>Psalms 89:27</a:t>
            </a:r>
          </a:p>
          <a:p>
            <a:r>
              <a:rPr lang="en-US" altLang="en-US" sz="2000">
                <a:latin typeface="Times New Roman" panose="02020603050405020304" pitchFamily="18" charset="0"/>
              </a:rPr>
              <a:t>(27)  Also I will make him </a:t>
            </a:r>
            <a:r>
              <a:rPr lang="en-US" altLang="en-US" sz="2000" i="1">
                <a:latin typeface="Times New Roman" panose="02020603050405020304" pitchFamily="18" charset="0"/>
              </a:rPr>
              <a:t>my</a:t>
            </a:r>
            <a:r>
              <a:rPr lang="en-US" altLang="en-US" sz="2000">
                <a:latin typeface="Times New Roman" panose="02020603050405020304" pitchFamily="18" charset="0"/>
              </a:rPr>
              <a:t> firstborn, higher than the kings of the earth.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90"/>
                                        </p:tgtEl>
                                        <p:attrNameLst>
                                          <p:attrName>style.visibility</p:attrName>
                                        </p:attrNameLst>
                                      </p:cBhvr>
                                      <p:to>
                                        <p:strVal val="visible"/>
                                      </p:to>
                                    </p:set>
                                    <p:anim calcmode="lin" valueType="num">
                                      <p:cBhvr additive="base">
                                        <p:cTn id="7" dur="500" fill="hold"/>
                                        <p:tgtEl>
                                          <p:spTgt spid="16390"/>
                                        </p:tgtEl>
                                        <p:attrNameLst>
                                          <p:attrName>ppt_x</p:attrName>
                                        </p:attrNameLst>
                                      </p:cBhvr>
                                      <p:tavLst>
                                        <p:tav tm="0">
                                          <p:val>
                                            <p:strVal val="#ppt_x"/>
                                          </p:val>
                                        </p:tav>
                                        <p:tav tm="100000">
                                          <p:val>
                                            <p:strVal val="#ppt_x"/>
                                          </p:val>
                                        </p:tav>
                                      </p:tavLst>
                                    </p:anim>
                                    <p:anim calcmode="lin" valueType="num">
                                      <p:cBhvr additive="base">
                                        <p:cTn id="8" dur="500" fill="hold"/>
                                        <p:tgtEl>
                                          <p:spTgt spid="163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25FC1E3-0E4C-4772-81F6-9AFC47E243B3}"/>
              </a:ext>
            </a:extLst>
          </p:cNvPr>
          <p:cNvSpPr>
            <a:spLocks noChangeArrowheads="1"/>
          </p:cNvSpPr>
          <p:nvPr/>
        </p:nvSpPr>
        <p:spPr bwMode="auto">
          <a:xfrm>
            <a:off x="2133600" y="114300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Christ is King v.8-9</a:t>
            </a:r>
          </a:p>
        </p:txBody>
      </p:sp>
      <p:sp>
        <p:nvSpPr>
          <p:cNvPr id="17411" name="WordArt 3">
            <a:extLst>
              <a:ext uri="{FF2B5EF4-FFF2-40B4-BE49-F238E27FC236}">
                <a16:creationId xmlns:a16="http://schemas.microsoft.com/office/drawing/2014/main" id="{EDE3AD24-2C81-4E01-BAA0-538351F8F29C}"/>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Praise v. 5-14</a:t>
            </a:r>
          </a:p>
        </p:txBody>
      </p:sp>
      <p:sp>
        <p:nvSpPr>
          <p:cNvPr id="17412" name="Text Box 4">
            <a:extLst>
              <a:ext uri="{FF2B5EF4-FFF2-40B4-BE49-F238E27FC236}">
                <a16:creationId xmlns:a16="http://schemas.microsoft.com/office/drawing/2014/main" id="{6E371937-1BE6-4445-8264-D5A660A81477}"/>
              </a:ext>
            </a:extLst>
          </p:cNvPr>
          <p:cNvSpPr txBox="1">
            <a:spLocks noChangeArrowheads="1"/>
          </p:cNvSpPr>
          <p:nvPr/>
        </p:nvSpPr>
        <p:spPr bwMode="auto">
          <a:xfrm>
            <a:off x="381000" y="2514600"/>
            <a:ext cx="84582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257300" indent="-342900">
              <a:defRPr>
                <a:solidFill>
                  <a:schemeClr val="tx1"/>
                </a:solidFill>
                <a:latin typeface="Arial" panose="020B0604020202020204" pitchFamily="34" charset="0"/>
                <a:cs typeface="Arial" panose="020B0604020202020204" pitchFamily="34" charset="0"/>
              </a:defRPr>
            </a:lvl3pPr>
            <a:lvl4pPr marL="1714500" indent="-342900">
              <a:defRPr>
                <a:solidFill>
                  <a:schemeClr val="tx1"/>
                </a:solidFill>
                <a:latin typeface="Arial" panose="020B0604020202020204" pitchFamily="34" charset="0"/>
                <a:cs typeface="Arial" panose="020B0604020202020204" pitchFamily="34" charset="0"/>
              </a:defRPr>
            </a:lvl4pPr>
            <a:lvl5pPr marL="2171700" indent="-342900">
              <a:defRPr>
                <a:solidFill>
                  <a:schemeClr val="tx1"/>
                </a:solidFill>
                <a:latin typeface="Arial" panose="020B0604020202020204" pitchFamily="34" charset="0"/>
                <a:cs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latin typeface="Times New Roman" panose="02020603050405020304" pitchFamily="18" charset="0"/>
              </a:rPr>
              <a:t>Psalms 45:7-8</a:t>
            </a:r>
          </a:p>
          <a:p>
            <a:r>
              <a:rPr lang="en-US" altLang="en-US" sz="2000">
                <a:latin typeface="Times New Roman" panose="02020603050405020304" pitchFamily="18" charset="0"/>
              </a:rPr>
              <a:t>(7)  Thou lovest righteousness, and hatest wickedness: therefore God, thy God, hath anointed thee with the oil of gladness above thy fellows.</a:t>
            </a:r>
          </a:p>
          <a:p>
            <a:r>
              <a:rPr lang="en-US" altLang="en-US" sz="2000">
                <a:latin typeface="Times New Roman" panose="02020603050405020304" pitchFamily="18" charset="0"/>
              </a:rPr>
              <a:t>(8)  All thy garments </a:t>
            </a:r>
            <a:r>
              <a:rPr lang="en-US" altLang="en-US" sz="2000" i="1">
                <a:latin typeface="Times New Roman" panose="02020603050405020304" pitchFamily="18" charset="0"/>
              </a:rPr>
              <a:t>smell</a:t>
            </a:r>
            <a:r>
              <a:rPr lang="en-US" altLang="en-US" sz="2000">
                <a:latin typeface="Times New Roman" panose="02020603050405020304" pitchFamily="18" charset="0"/>
              </a:rPr>
              <a:t> of myrrh, and aloes, </a:t>
            </a:r>
            <a:r>
              <a:rPr lang="en-US" altLang="en-US" sz="2000" i="1">
                <a:latin typeface="Times New Roman" panose="02020603050405020304" pitchFamily="18" charset="0"/>
              </a:rPr>
              <a:t>and</a:t>
            </a:r>
            <a:r>
              <a:rPr lang="en-US" altLang="en-US" sz="2000">
                <a:latin typeface="Times New Roman" panose="02020603050405020304" pitchFamily="18" charset="0"/>
              </a:rPr>
              <a:t> cassia, out of the ivory palaces, whereby they have made thee glad.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ppt_x"/>
                                          </p:val>
                                        </p:tav>
                                        <p:tav tm="100000">
                                          <p:val>
                                            <p:strVal val="#ppt_x"/>
                                          </p:val>
                                        </p:tav>
                                      </p:tavLst>
                                    </p:anim>
                                    <p:anim calcmode="lin" valueType="num">
                                      <p:cBhvr additive="base">
                                        <p:cTn id="8"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C3087A8-C54A-458F-8217-784D8D28EB25}"/>
              </a:ext>
            </a:extLst>
          </p:cNvPr>
          <p:cNvSpPr>
            <a:spLocks noChangeArrowheads="1"/>
          </p:cNvSpPr>
          <p:nvPr/>
        </p:nvSpPr>
        <p:spPr bwMode="auto">
          <a:xfrm>
            <a:off x="2133600" y="114300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Christ is Creator v.10</a:t>
            </a:r>
          </a:p>
        </p:txBody>
      </p:sp>
      <p:sp>
        <p:nvSpPr>
          <p:cNvPr id="18435" name="WordArt 3">
            <a:extLst>
              <a:ext uri="{FF2B5EF4-FFF2-40B4-BE49-F238E27FC236}">
                <a16:creationId xmlns:a16="http://schemas.microsoft.com/office/drawing/2014/main" id="{9BABA815-FD57-4743-9C03-1B001E8CF1C7}"/>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Praise v. 5-14</a:t>
            </a:r>
          </a:p>
        </p:txBody>
      </p:sp>
      <p:sp>
        <p:nvSpPr>
          <p:cNvPr id="18436" name="Text Box 4">
            <a:extLst>
              <a:ext uri="{FF2B5EF4-FFF2-40B4-BE49-F238E27FC236}">
                <a16:creationId xmlns:a16="http://schemas.microsoft.com/office/drawing/2014/main" id="{B5023D62-9FF6-4CBC-86BB-A609E619824D}"/>
              </a:ext>
            </a:extLst>
          </p:cNvPr>
          <p:cNvSpPr txBox="1">
            <a:spLocks noChangeArrowheads="1"/>
          </p:cNvSpPr>
          <p:nvPr/>
        </p:nvSpPr>
        <p:spPr bwMode="auto">
          <a:xfrm>
            <a:off x="381000" y="2514600"/>
            <a:ext cx="84582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257300" indent="-342900">
              <a:defRPr>
                <a:solidFill>
                  <a:schemeClr val="tx1"/>
                </a:solidFill>
                <a:latin typeface="Arial" panose="020B0604020202020204" pitchFamily="34" charset="0"/>
                <a:cs typeface="Arial" panose="020B0604020202020204" pitchFamily="34" charset="0"/>
              </a:defRPr>
            </a:lvl3pPr>
            <a:lvl4pPr marL="1714500" indent="-342900">
              <a:defRPr>
                <a:solidFill>
                  <a:schemeClr val="tx1"/>
                </a:solidFill>
                <a:latin typeface="Arial" panose="020B0604020202020204" pitchFamily="34" charset="0"/>
                <a:cs typeface="Arial" panose="020B0604020202020204" pitchFamily="34" charset="0"/>
              </a:defRPr>
            </a:lvl4pPr>
            <a:lvl5pPr marL="2171700" indent="-342900">
              <a:defRPr>
                <a:solidFill>
                  <a:schemeClr val="tx1"/>
                </a:solidFill>
                <a:latin typeface="Arial" panose="020B0604020202020204" pitchFamily="34" charset="0"/>
                <a:cs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latin typeface="Times New Roman" panose="02020603050405020304" pitchFamily="18" charset="0"/>
              </a:rPr>
              <a:t>Genesis 1:26</a:t>
            </a:r>
          </a:p>
          <a:p>
            <a:r>
              <a:rPr lang="en-US" altLang="en-US" sz="2000">
                <a:latin typeface="Times New Roman" panose="02020603050405020304" pitchFamily="18" charset="0"/>
              </a:rPr>
              <a:t>(26)  And God said, Let us make man in our image, after our likeness: and let them have dominion over the fish of the sea, and over the fowl of the air, and over the cattle, and over all the earth, and over every creeping thing that creepeth upon the earth.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ppt_x"/>
                                          </p:val>
                                        </p:tav>
                                        <p:tav tm="100000">
                                          <p:val>
                                            <p:strVal val="#ppt_x"/>
                                          </p:val>
                                        </p:tav>
                                      </p:tavLst>
                                    </p:anim>
                                    <p:anim calcmode="lin" valueType="num">
                                      <p:cBhvr additive="base">
                                        <p:cTn id="8"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7363C86-257C-44F5-BE4A-A2976E53D8FD}"/>
              </a:ext>
            </a:extLst>
          </p:cNvPr>
          <p:cNvSpPr>
            <a:spLocks noChangeArrowheads="1"/>
          </p:cNvSpPr>
          <p:nvPr/>
        </p:nvSpPr>
        <p:spPr bwMode="auto">
          <a:xfrm>
            <a:off x="2133600" y="114300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Christ is Eternal v.11-14</a:t>
            </a:r>
          </a:p>
        </p:txBody>
      </p:sp>
      <p:sp>
        <p:nvSpPr>
          <p:cNvPr id="19459" name="WordArt 3">
            <a:extLst>
              <a:ext uri="{FF2B5EF4-FFF2-40B4-BE49-F238E27FC236}">
                <a16:creationId xmlns:a16="http://schemas.microsoft.com/office/drawing/2014/main" id="{22D77599-1DBE-483A-8007-DDE7590D3BC6}"/>
              </a:ext>
            </a:extLst>
          </p:cNvPr>
          <p:cNvSpPr>
            <a:spLocks noChangeArrowheads="1" noChangeShapeType="1" noTextEdit="1"/>
          </p:cNvSpPr>
          <p:nvPr/>
        </p:nvSpPr>
        <p:spPr bwMode="auto">
          <a:xfrm>
            <a:off x="2362200" y="381000"/>
            <a:ext cx="4305300" cy="466725"/>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Our Lord's Praise v. 5-14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6346009-9C60-4EDB-B7BE-5E74AF52294A}"/>
              </a:ext>
            </a:extLst>
          </p:cNvPr>
          <p:cNvSpPr>
            <a:spLocks noChangeArrowheads="1"/>
          </p:cNvSpPr>
          <p:nvPr/>
        </p:nvSpPr>
        <p:spPr bwMode="auto">
          <a:xfrm>
            <a:off x="2133600" y="114300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There is no other Gospel</a:t>
            </a:r>
          </a:p>
        </p:txBody>
      </p:sp>
      <p:sp>
        <p:nvSpPr>
          <p:cNvPr id="20483" name="WordArt 3">
            <a:extLst>
              <a:ext uri="{FF2B5EF4-FFF2-40B4-BE49-F238E27FC236}">
                <a16:creationId xmlns:a16="http://schemas.microsoft.com/office/drawing/2014/main" id="{264A5C49-02E2-471A-B858-A2270A09ED53}"/>
              </a:ext>
            </a:extLst>
          </p:cNvPr>
          <p:cNvSpPr>
            <a:spLocks noChangeArrowheads="1" noChangeShapeType="1" noTextEdit="1"/>
          </p:cNvSpPr>
          <p:nvPr/>
        </p:nvSpPr>
        <p:spPr bwMode="auto">
          <a:xfrm>
            <a:off x="2362200" y="381000"/>
            <a:ext cx="4305300" cy="762000"/>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God speaks to us through his Son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2675843-5C67-4CEA-A392-7F653804F61A}"/>
              </a:ext>
            </a:extLst>
          </p:cNvPr>
          <p:cNvSpPr>
            <a:spLocks noChangeArrowheads="1"/>
          </p:cNvSpPr>
          <p:nvPr/>
        </p:nvSpPr>
        <p:spPr bwMode="auto">
          <a:xfrm>
            <a:off x="2133600" y="1143000"/>
            <a:ext cx="464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He is Better than the Prophets</a:t>
            </a:r>
          </a:p>
        </p:txBody>
      </p:sp>
      <p:sp>
        <p:nvSpPr>
          <p:cNvPr id="21507" name="WordArt 3">
            <a:extLst>
              <a:ext uri="{FF2B5EF4-FFF2-40B4-BE49-F238E27FC236}">
                <a16:creationId xmlns:a16="http://schemas.microsoft.com/office/drawing/2014/main" id="{3B911757-BBCA-402F-82B8-4E2061EF934C}"/>
              </a:ext>
            </a:extLst>
          </p:cNvPr>
          <p:cNvSpPr>
            <a:spLocks noChangeArrowheads="1" noChangeShapeType="1" noTextEdit="1"/>
          </p:cNvSpPr>
          <p:nvPr/>
        </p:nvSpPr>
        <p:spPr bwMode="auto">
          <a:xfrm>
            <a:off x="2362200" y="381000"/>
            <a:ext cx="4305300" cy="762000"/>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Jesus is Superior</a:t>
            </a:r>
          </a:p>
        </p:txBody>
      </p:sp>
      <p:sp>
        <p:nvSpPr>
          <p:cNvPr id="21509" name="Rectangle 5">
            <a:extLst>
              <a:ext uri="{FF2B5EF4-FFF2-40B4-BE49-F238E27FC236}">
                <a16:creationId xmlns:a16="http://schemas.microsoft.com/office/drawing/2014/main" id="{FCC2E470-6A1E-48CD-A2E6-B11D8F1B1A55}"/>
              </a:ext>
            </a:extLst>
          </p:cNvPr>
          <p:cNvSpPr>
            <a:spLocks noGrp="1" noChangeArrowheads="1"/>
          </p:cNvSpPr>
          <p:nvPr>
            <p:ph type="body" idx="1"/>
          </p:nvPr>
        </p:nvSpPr>
        <p:spPr/>
        <p:txBody>
          <a:bodyPr/>
          <a:lstStyle/>
          <a:p>
            <a:r>
              <a:rPr lang="en-US" altLang="en-US"/>
              <a:t>He is the Glory and Image of God.</a:t>
            </a:r>
          </a:p>
          <a:p>
            <a:r>
              <a:rPr lang="en-US" altLang="en-US"/>
              <a:t>He sets at the right hand of God.</a:t>
            </a:r>
          </a:p>
          <a:p>
            <a:r>
              <a:rPr lang="en-US" altLang="en-US"/>
              <a:t>He has a better name.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9">
                                            <p:txEl>
                                              <p:pRg st="0" end="0"/>
                                            </p:txEl>
                                          </p:spTgt>
                                        </p:tgtEl>
                                        <p:attrNameLst>
                                          <p:attrName>style.visibility</p:attrName>
                                        </p:attrNameLst>
                                      </p:cBhvr>
                                      <p:to>
                                        <p:strVal val="visible"/>
                                      </p:to>
                                    </p:set>
                                    <p:animEffect transition="in" filter="fade">
                                      <p:cBhvr>
                                        <p:cTn id="7" dur="2000"/>
                                        <p:tgtEl>
                                          <p:spTgt spid="215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9">
                                            <p:txEl>
                                              <p:pRg st="1" end="1"/>
                                            </p:txEl>
                                          </p:spTgt>
                                        </p:tgtEl>
                                        <p:attrNameLst>
                                          <p:attrName>style.visibility</p:attrName>
                                        </p:attrNameLst>
                                      </p:cBhvr>
                                      <p:to>
                                        <p:strVal val="visible"/>
                                      </p:to>
                                    </p:set>
                                    <p:animEffect transition="in" filter="fade">
                                      <p:cBhvr>
                                        <p:cTn id="12" dur="2000"/>
                                        <p:tgtEl>
                                          <p:spTgt spid="2150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9">
                                            <p:txEl>
                                              <p:pRg st="2" end="2"/>
                                            </p:txEl>
                                          </p:spTgt>
                                        </p:tgtEl>
                                        <p:attrNameLst>
                                          <p:attrName>style.visibility</p:attrName>
                                        </p:attrNameLst>
                                      </p:cBhvr>
                                      <p:to>
                                        <p:strVal val="visible"/>
                                      </p:to>
                                    </p:set>
                                    <p:animEffect transition="in" filter="fade">
                                      <p:cBhvr>
                                        <p:cTn id="17" dur="2000"/>
                                        <p:tgtEl>
                                          <p:spTgt spid="215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2CB14B1-B4D2-43BD-8296-82D8EB1D1F9E}"/>
              </a:ext>
            </a:extLst>
          </p:cNvPr>
          <p:cNvSpPr>
            <a:spLocks noChangeArrowheads="1"/>
          </p:cNvSpPr>
          <p:nvPr/>
        </p:nvSpPr>
        <p:spPr bwMode="auto">
          <a:xfrm>
            <a:off x="2133600" y="1143000"/>
            <a:ext cx="464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a:t>He is Better than the Angels</a:t>
            </a:r>
          </a:p>
        </p:txBody>
      </p:sp>
      <p:sp>
        <p:nvSpPr>
          <p:cNvPr id="23555" name="WordArt 3">
            <a:extLst>
              <a:ext uri="{FF2B5EF4-FFF2-40B4-BE49-F238E27FC236}">
                <a16:creationId xmlns:a16="http://schemas.microsoft.com/office/drawing/2014/main" id="{C773F719-9FEF-4F23-AAF9-9D3E71BFE29C}"/>
              </a:ext>
            </a:extLst>
          </p:cNvPr>
          <p:cNvSpPr>
            <a:spLocks noChangeArrowheads="1" noChangeShapeType="1" noTextEdit="1"/>
          </p:cNvSpPr>
          <p:nvPr/>
        </p:nvSpPr>
        <p:spPr bwMode="auto">
          <a:xfrm>
            <a:off x="2362200" y="381000"/>
            <a:ext cx="4305300" cy="762000"/>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en-US" sz="3200" kern="10">
                <a:ln w="9525">
                  <a:solidFill>
                    <a:srgbClr val="000000"/>
                  </a:solidFill>
                  <a:round/>
                  <a:headEnd/>
                  <a:tailEnd/>
                </a:ln>
                <a:solidFill>
                  <a:srgbClr val="000000"/>
                </a:solidFill>
                <a:latin typeface="Arial" panose="020B0604020202020204" pitchFamily="34" charset="0"/>
              </a:rPr>
              <a:t>Jesus is Superior</a:t>
            </a:r>
          </a:p>
        </p:txBody>
      </p:sp>
      <p:sp>
        <p:nvSpPr>
          <p:cNvPr id="23556" name="Rectangle 4">
            <a:extLst>
              <a:ext uri="{FF2B5EF4-FFF2-40B4-BE49-F238E27FC236}">
                <a16:creationId xmlns:a16="http://schemas.microsoft.com/office/drawing/2014/main" id="{5B2839D8-1567-4C16-A2CF-868F5554744D}"/>
              </a:ext>
            </a:extLst>
          </p:cNvPr>
          <p:cNvSpPr>
            <a:spLocks noGrp="1" noChangeArrowheads="1"/>
          </p:cNvSpPr>
          <p:nvPr>
            <p:ph type="body" idx="1"/>
          </p:nvPr>
        </p:nvSpPr>
        <p:spPr/>
        <p:txBody>
          <a:bodyPr/>
          <a:lstStyle/>
          <a:p>
            <a:r>
              <a:rPr lang="en-US" altLang="en-US"/>
              <a:t>He is called Son</a:t>
            </a:r>
          </a:p>
          <a:p>
            <a:r>
              <a:rPr lang="en-US" altLang="en-US"/>
              <a:t>He is worshipped.</a:t>
            </a:r>
          </a:p>
          <a:p>
            <a:r>
              <a:rPr lang="en-US" altLang="en-US"/>
              <a:t>He is king.</a:t>
            </a:r>
          </a:p>
          <a:p>
            <a:r>
              <a:rPr lang="en-US" altLang="en-US"/>
              <a:t>He is creator.</a:t>
            </a:r>
          </a:p>
          <a:p>
            <a:r>
              <a:rPr lang="en-US" altLang="en-US"/>
              <a:t>He is eternal.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fade">
                                      <p:cBhvr>
                                        <p:cTn id="7" dur="2000"/>
                                        <p:tgtEl>
                                          <p:spTgt spid="235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6">
                                            <p:txEl>
                                              <p:pRg st="1" end="1"/>
                                            </p:txEl>
                                          </p:spTgt>
                                        </p:tgtEl>
                                        <p:attrNameLst>
                                          <p:attrName>style.visibility</p:attrName>
                                        </p:attrNameLst>
                                      </p:cBhvr>
                                      <p:to>
                                        <p:strVal val="visible"/>
                                      </p:to>
                                    </p:set>
                                    <p:animEffect transition="in" filter="fade">
                                      <p:cBhvr>
                                        <p:cTn id="12" dur="2000"/>
                                        <p:tgtEl>
                                          <p:spTgt spid="2355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6">
                                            <p:txEl>
                                              <p:pRg st="2" end="2"/>
                                            </p:txEl>
                                          </p:spTgt>
                                        </p:tgtEl>
                                        <p:attrNameLst>
                                          <p:attrName>style.visibility</p:attrName>
                                        </p:attrNameLst>
                                      </p:cBhvr>
                                      <p:to>
                                        <p:strVal val="visible"/>
                                      </p:to>
                                    </p:set>
                                    <p:animEffect transition="in" filter="fade">
                                      <p:cBhvr>
                                        <p:cTn id="17" dur="2000"/>
                                        <p:tgtEl>
                                          <p:spTgt spid="2355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556">
                                            <p:txEl>
                                              <p:pRg st="3" end="3"/>
                                            </p:txEl>
                                          </p:spTgt>
                                        </p:tgtEl>
                                        <p:attrNameLst>
                                          <p:attrName>style.visibility</p:attrName>
                                        </p:attrNameLst>
                                      </p:cBhvr>
                                      <p:to>
                                        <p:strVal val="visible"/>
                                      </p:to>
                                    </p:set>
                                    <p:animEffect transition="in" filter="fade">
                                      <p:cBhvr>
                                        <p:cTn id="22" dur="2000"/>
                                        <p:tgtEl>
                                          <p:spTgt spid="2355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556">
                                            <p:txEl>
                                              <p:pRg st="4" end="4"/>
                                            </p:txEl>
                                          </p:spTgt>
                                        </p:tgtEl>
                                        <p:attrNameLst>
                                          <p:attrName>style.visibility</p:attrName>
                                        </p:attrNameLst>
                                      </p:cBhvr>
                                      <p:to>
                                        <p:strVal val="visible"/>
                                      </p:to>
                                    </p:set>
                                    <p:animEffect transition="in" filter="fade">
                                      <p:cBhvr>
                                        <p:cTn id="27" dur="2000"/>
                                        <p:tgtEl>
                                          <p:spTgt spid="235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build="p"/>
    </p:bldLst>
  </p:timing>
</p:sld>
</file>

<file path=ppt/theme/theme1.xml><?xml version="1.0" encoding="utf-8"?>
<a:theme xmlns:a="http://schemas.openxmlformats.org/drawingml/2006/main" name="SCROLL">
  <a:themeElements>
    <a:clrScheme name="SCROLL 1">
      <a:dk1>
        <a:srgbClr val="000000"/>
      </a:dk1>
      <a:lt1>
        <a:srgbClr val="FFFFCC"/>
      </a:lt1>
      <a:dk2>
        <a:srgbClr val="996600"/>
      </a:dk2>
      <a:lt2>
        <a:srgbClr val="FFCC66"/>
      </a:lt2>
      <a:accent1>
        <a:srgbClr val="FF9933"/>
      </a:accent1>
      <a:accent2>
        <a:srgbClr val="FF33CC"/>
      </a:accent2>
      <a:accent3>
        <a:srgbClr val="CAB8AA"/>
      </a:accent3>
      <a:accent4>
        <a:srgbClr val="DADAAE"/>
      </a:accent4>
      <a:accent5>
        <a:srgbClr val="FFCAAD"/>
      </a:accent5>
      <a:accent6>
        <a:srgbClr val="E72DB9"/>
      </a:accent6>
      <a:hlink>
        <a:srgbClr val="9933FF"/>
      </a:hlink>
      <a:folHlink>
        <a:srgbClr val="999933"/>
      </a:folHlink>
    </a:clrScheme>
    <a:fontScheme name="SCROL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CROLL 1">
        <a:dk1>
          <a:srgbClr val="000000"/>
        </a:dk1>
        <a:lt1>
          <a:srgbClr val="FFFFCC"/>
        </a:lt1>
        <a:dk2>
          <a:srgbClr val="996600"/>
        </a:dk2>
        <a:lt2>
          <a:srgbClr val="FFCC66"/>
        </a:lt2>
        <a:accent1>
          <a:srgbClr val="FF9933"/>
        </a:accent1>
        <a:accent2>
          <a:srgbClr val="FF33CC"/>
        </a:accent2>
        <a:accent3>
          <a:srgbClr val="CAB8AA"/>
        </a:accent3>
        <a:accent4>
          <a:srgbClr val="DADAAE"/>
        </a:accent4>
        <a:accent5>
          <a:srgbClr val="FFCAAD"/>
        </a:accent5>
        <a:accent6>
          <a:srgbClr val="E72DB9"/>
        </a:accent6>
        <a:hlink>
          <a:srgbClr val="9933FF"/>
        </a:hlink>
        <a:folHlink>
          <a:srgbClr val="999933"/>
        </a:folHlink>
      </a:clrScheme>
      <a:clrMap bg1="dk2" tx1="lt1" bg2="dk1" tx2="lt2" accent1="accent1" accent2="accent2" accent3="accent3" accent4="accent4" accent5="accent5" accent6="accent6" hlink="hlink" folHlink="folHlink"/>
    </a:extraClrScheme>
    <a:extraClrScheme>
      <a:clrScheme name="SCROLL 2">
        <a:dk1>
          <a:srgbClr val="333300"/>
        </a:dk1>
        <a:lt1>
          <a:srgbClr val="F9F9EA"/>
        </a:lt1>
        <a:dk2>
          <a:srgbClr val="666633"/>
        </a:dk2>
        <a:lt2>
          <a:srgbClr val="B8B39B"/>
        </a:lt2>
        <a:accent1>
          <a:srgbClr val="97A2CF"/>
        </a:accent1>
        <a:accent2>
          <a:srgbClr val="6CA173"/>
        </a:accent2>
        <a:accent3>
          <a:srgbClr val="FBFBF3"/>
        </a:accent3>
        <a:accent4>
          <a:srgbClr val="2A2A00"/>
        </a:accent4>
        <a:accent5>
          <a:srgbClr val="C9CEE4"/>
        </a:accent5>
        <a:accent6>
          <a:srgbClr val="619168"/>
        </a:accent6>
        <a:hlink>
          <a:srgbClr val="9674A8"/>
        </a:hlink>
        <a:folHlink>
          <a:srgbClr val="BFBA7D"/>
        </a:folHlink>
      </a:clrScheme>
      <a:clrMap bg1="lt1" tx1="dk1" bg2="lt2" tx2="dk2" accent1="accent1" accent2="accent2" accent3="accent3" accent4="accent4" accent5="accent5" accent6="accent6" hlink="hlink" folHlink="folHlink"/>
    </a:extraClrScheme>
    <a:extraClrScheme>
      <a:clrScheme name="SCROLL 3">
        <a:dk1>
          <a:srgbClr val="000000"/>
        </a:dk1>
        <a:lt1>
          <a:srgbClr val="FFFFFF"/>
        </a:lt1>
        <a:dk2>
          <a:srgbClr val="000000"/>
        </a:dk2>
        <a:lt2>
          <a:srgbClr val="FFFFFF"/>
        </a:lt2>
        <a:accent1>
          <a:srgbClr val="CBCBCB"/>
        </a:accent1>
        <a:accent2>
          <a:srgbClr val="969696"/>
        </a:accent2>
        <a:accent3>
          <a:srgbClr val="FFFFFF"/>
        </a:accent3>
        <a:accent4>
          <a:srgbClr val="000000"/>
        </a:accent4>
        <a:accent5>
          <a:srgbClr val="E2E2E2"/>
        </a:accent5>
        <a:accent6>
          <a:srgbClr val="878787"/>
        </a:accent6>
        <a:hlink>
          <a:srgbClr val="5F5F5F"/>
        </a:hlink>
        <a:folHlink>
          <a:srgbClr val="EAEAEA"/>
        </a:folHlink>
      </a:clrScheme>
      <a:clrMap bg1="lt1" tx1="dk1" bg2="lt2" tx2="dk2" accent1="accent1" accent2="accent2" accent3="accent3" accent4="accent4" accent5="accent5" accent6="accent6" hlink="hlink" folHlink="folHlink"/>
    </a:extraClrScheme>
    <a:extraClrScheme>
      <a:clrScheme name="SCROLL 4">
        <a:dk1>
          <a:srgbClr val="000000"/>
        </a:dk1>
        <a:lt1>
          <a:srgbClr val="FFFFCC"/>
        </a:lt1>
        <a:dk2>
          <a:srgbClr val="339933"/>
        </a:dk2>
        <a:lt2>
          <a:srgbClr val="FFCC66"/>
        </a:lt2>
        <a:accent1>
          <a:srgbClr val="999933"/>
        </a:accent1>
        <a:accent2>
          <a:srgbClr val="FF33CC"/>
        </a:accent2>
        <a:accent3>
          <a:srgbClr val="ADCAAD"/>
        </a:accent3>
        <a:accent4>
          <a:srgbClr val="DADAAE"/>
        </a:accent4>
        <a:accent5>
          <a:srgbClr val="CACAAD"/>
        </a:accent5>
        <a:accent6>
          <a:srgbClr val="E72DB9"/>
        </a:accent6>
        <a:hlink>
          <a:srgbClr val="9933FF"/>
        </a:hlink>
        <a:folHlink>
          <a:srgbClr val="006633"/>
        </a:folHlink>
      </a:clrScheme>
      <a:clrMap bg1="dk2" tx1="lt1" bg2="dk1" tx2="lt2" accent1="accent1" accent2="accent2" accent3="accent3" accent4="accent4" accent5="accent5" accent6="accent6" hlink="hlink" folHlink="folHlink"/>
    </a:extraClrScheme>
    <a:extraClrScheme>
      <a:clrScheme name="SCROLL 5">
        <a:dk1>
          <a:srgbClr val="000000"/>
        </a:dk1>
        <a:lt1>
          <a:srgbClr val="FFFFCC"/>
        </a:lt1>
        <a:dk2>
          <a:srgbClr val="990066"/>
        </a:dk2>
        <a:lt2>
          <a:srgbClr val="FFCC66"/>
        </a:lt2>
        <a:accent1>
          <a:srgbClr val="00CCCC"/>
        </a:accent1>
        <a:accent2>
          <a:srgbClr val="6699FF"/>
        </a:accent2>
        <a:accent3>
          <a:srgbClr val="CAAAB8"/>
        </a:accent3>
        <a:accent4>
          <a:srgbClr val="DADAAE"/>
        </a:accent4>
        <a:accent5>
          <a:srgbClr val="AAE2E2"/>
        </a:accent5>
        <a:accent6>
          <a:srgbClr val="5C8AE7"/>
        </a:accent6>
        <a:hlink>
          <a:srgbClr val="9933FF"/>
        </a:hlink>
        <a:folHlink>
          <a:srgbClr val="D60093"/>
        </a:folHlink>
      </a:clrScheme>
      <a:clrMap bg1="dk2" tx1="lt1" bg2="dk1" tx2="lt2" accent1="accent1" accent2="accent2" accent3="accent3" accent4="accent4" accent5="accent5" accent6="accent6" hlink="hlink" folHlink="folHlink"/>
    </a:extraClrScheme>
    <a:extraClrScheme>
      <a:clrScheme name="SCROLL 6">
        <a:dk1>
          <a:srgbClr val="000000"/>
        </a:dk1>
        <a:lt1>
          <a:srgbClr val="FFFFCC"/>
        </a:lt1>
        <a:dk2>
          <a:srgbClr val="3333FF"/>
        </a:dk2>
        <a:lt2>
          <a:srgbClr val="FFCC66"/>
        </a:lt2>
        <a:accent1>
          <a:srgbClr val="00CCCC"/>
        </a:accent1>
        <a:accent2>
          <a:srgbClr val="FF33CC"/>
        </a:accent2>
        <a:accent3>
          <a:srgbClr val="ADADFF"/>
        </a:accent3>
        <a:accent4>
          <a:srgbClr val="DADAAE"/>
        </a:accent4>
        <a:accent5>
          <a:srgbClr val="AAE2E2"/>
        </a:accent5>
        <a:accent6>
          <a:srgbClr val="E72DB9"/>
        </a:accent6>
        <a:hlink>
          <a:srgbClr val="9933FF"/>
        </a:hlink>
        <a:folHlink>
          <a:srgbClr val="66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SCROLL</Template>
  <TotalTime>70</TotalTime>
  <Words>782</Words>
  <Application>Microsoft Office PowerPoint</Application>
  <PresentationFormat>On-screen Show (4:3)</PresentationFormat>
  <Paragraphs>67</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SCROLL</vt:lpstr>
      <vt:lpstr>The Revelation of God in these Last Days</vt:lpstr>
      <vt:lpstr>PowerPoint Presentation</vt:lpstr>
      <vt:lpstr>Fullness of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Revelation of God in these Last Days</dc:title>
  <dc:creator>Joshua Hetrick</dc:creator>
  <cp:lastModifiedBy>Joshua Hetrick</cp:lastModifiedBy>
  <cp:revision>4</cp:revision>
  <dcterms:created xsi:type="dcterms:W3CDTF">2008-02-22T18:23:07Z</dcterms:created>
  <dcterms:modified xsi:type="dcterms:W3CDTF">2021-11-28T14:33:30Z</dcterms:modified>
</cp:coreProperties>
</file>
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88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7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22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4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6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20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6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4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1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5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7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7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>
            <a:extLst>
              <a:ext uri="{FF2B5EF4-FFF2-40B4-BE49-F238E27FC236}">
                <a16:creationId xmlns:a16="http://schemas.microsoft.com/office/drawing/2014/main" id="{37ED3FC1-A56F-4EF3-915B-483A213DD6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-1" b="-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7F389-0FA1-4A07-ABCA-CE0861E23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7 Proofs of Discipleship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04A1A-3092-45C6-A5FF-03176C09A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551469"/>
            <a:ext cx="9078562" cy="592975"/>
          </a:xfrm>
        </p:spPr>
        <p:txBody>
          <a:bodyPr anchor="ctr"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65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A9D9-E20F-43D6-9B03-0B96EB20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PROOFS OF DISCIPLESHIP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4363-EA0F-4328-AD06-81A210989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LEAVING KINDRED – LUKE 14:26</a:t>
            </a:r>
          </a:p>
          <a:p>
            <a:r>
              <a:rPr lang="en-US" dirty="0"/>
              <a:t>HATING HIS OWN LIFE – LUKE 14:26</a:t>
            </a:r>
          </a:p>
          <a:p>
            <a:r>
              <a:rPr lang="en-US" dirty="0"/>
              <a:t>BEARING THE CROSS – LUKE 14:27</a:t>
            </a:r>
          </a:p>
          <a:p>
            <a:r>
              <a:rPr lang="en-US" dirty="0"/>
              <a:t>FORSAKING POSSESSIONS – LUKE 14:33</a:t>
            </a:r>
          </a:p>
          <a:p>
            <a:r>
              <a:rPr lang="en-US" dirty="0"/>
              <a:t>CONTINUING IN CHRIST’S WORD – JOHN 8:31</a:t>
            </a:r>
          </a:p>
          <a:p>
            <a:r>
              <a:rPr lang="en-US" dirty="0"/>
              <a:t>LOVING ONE ANOTHER – JOHN 13:35</a:t>
            </a:r>
          </a:p>
          <a:p>
            <a:r>
              <a:rPr lang="en-US" dirty="0"/>
              <a:t>BEARING FRUIT FOR GOD – JOHN 15:8</a:t>
            </a:r>
          </a:p>
        </p:txBody>
      </p:sp>
    </p:spTree>
    <p:extLst>
      <p:ext uri="{BB962C8B-B14F-4D97-AF65-F5344CB8AC3E}">
        <p14:creationId xmlns:p14="http://schemas.microsoft.com/office/powerpoint/2010/main" val="88622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35371F"/>
      </a:dk2>
      <a:lt2>
        <a:srgbClr val="E2E4E8"/>
      </a:lt2>
      <a:accent1>
        <a:srgbClr val="B69F70"/>
      </a:accent1>
      <a:accent2>
        <a:srgbClr val="A1A662"/>
      </a:accent2>
      <a:accent3>
        <a:srgbClr val="8FAA74"/>
      </a:accent3>
      <a:accent4>
        <a:srgbClr val="6FB169"/>
      </a:accent4>
      <a:accent5>
        <a:srgbClr val="74AC86"/>
      </a:accent5>
      <a:accent6>
        <a:srgbClr val="67AE9C"/>
      </a:accent6>
      <a:hlink>
        <a:srgbClr val="6980AE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51</Words>
  <Application>Microsoft Office PowerPoint</Application>
  <PresentationFormat>Widescreen</PresentationFormat>
  <Paragraphs>9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Neue Haas Grotesk Text Pro</vt:lpstr>
      <vt:lpstr>AccentBoxVTI</vt:lpstr>
      <vt:lpstr>7 Proofs of Discipleship</vt:lpstr>
      <vt:lpstr>7 PROOFS OF DISCIPLESHIP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Proofs of Discipleship</dc:title>
  <dc:creator>josh Hetrick</dc:creator>
  <cp:lastModifiedBy>josh</cp:lastModifiedBy>
  <cp:revision>3</cp:revision>
  <dcterms:created xsi:type="dcterms:W3CDTF">2021-01-23T12:03:05Z</dcterms:created>
  <dcterms:modified xsi:type="dcterms:W3CDTF">2021-01-30T21:56:39Z</dcterms:modified>
</cp:coreProperties>
</file>
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10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1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75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46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03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5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3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9411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4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6715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94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20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3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C39A30-3AAF-4080-91D9-D4BB45206373}" type="datetimeFigureOut">
              <a:rPr lang="en-US" smtClean="0"/>
              <a:t>1/22/2021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23B579-8544-4634-BB9D-362829C14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2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99F7-47F6-4242-9A64-CBAD33511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‘NO MORES’ OF HEBREWS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AC495-4C4F-4E85-85AD-26267102AB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0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C80F5-3D3F-4946-83DA-1453779E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74" y="609600"/>
            <a:ext cx="3354154" cy="5175624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</a:t>
            </a:r>
            <a:r>
              <a:rPr lang="en-US" sz="32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‘NO MORES’ 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 HEBREWS 10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A99E-DB26-4BED-BF02-343A2AEB4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2315" y="145774"/>
            <a:ext cx="7869836" cy="6546574"/>
          </a:xfrm>
        </p:spPr>
        <p:txBody>
          <a:bodyPr anchor="ctr">
            <a:normAutofit fontScale="77500" lnSpcReduction="20000"/>
          </a:bodyPr>
          <a:lstStyle/>
          <a:p>
            <a:r>
              <a:rPr lang="en-US" sz="2800" b="1" u="sng" dirty="0">
                <a:solidFill>
                  <a:srgbClr val="FFFFFF"/>
                </a:solidFill>
              </a:rPr>
              <a:t>NO MORE </a:t>
            </a:r>
            <a:r>
              <a:rPr lang="en-US" sz="2800" dirty="0">
                <a:solidFill>
                  <a:srgbClr val="FFFFFF"/>
                </a:solidFill>
              </a:rPr>
              <a:t>CONSCIENCE OF SINS AS FAR AS THE BELIEVER IS CONCERNED v. 2</a:t>
            </a:r>
          </a:p>
          <a:p>
            <a:pPr marL="0" indent="0">
              <a:buNone/>
            </a:pPr>
            <a:r>
              <a:rPr lang="en-US" sz="2600" dirty="0"/>
              <a:t>(Heb 10:2)  For then would they not have ceased to be offered? because that the worshippers once purged should have had no more conscience of sins.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800" b="1" u="sng" dirty="0">
                <a:solidFill>
                  <a:srgbClr val="FFFFFF"/>
                </a:solidFill>
              </a:rPr>
              <a:t>NO MORE </a:t>
            </a:r>
            <a:r>
              <a:rPr lang="en-US" sz="2800" dirty="0">
                <a:solidFill>
                  <a:srgbClr val="FFFFFF"/>
                </a:solidFill>
              </a:rPr>
              <a:t>REMEMBRANCE OF SINS AS FAR AS GOD IS CONCERNED v. 17</a:t>
            </a:r>
          </a:p>
          <a:p>
            <a:pPr marL="0" indent="0">
              <a:buNone/>
            </a:pPr>
            <a:r>
              <a:rPr lang="en-US" sz="2600" dirty="0"/>
              <a:t>(Heb 10:17)  And their sins and iniquities will I remember no more.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800" b="1" u="sng" dirty="0">
                <a:solidFill>
                  <a:srgbClr val="FFFFFF"/>
                </a:solidFill>
              </a:rPr>
              <a:t>NO MORE </a:t>
            </a:r>
            <a:r>
              <a:rPr lang="en-US" sz="2800" dirty="0">
                <a:solidFill>
                  <a:srgbClr val="FFFFFF"/>
                </a:solidFill>
              </a:rPr>
              <a:t>OFFERING FOR SINS AS FAR AS CHRIST IS CONCERNED v. 18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</a:rPr>
              <a:t>(Heb 10:18)  Now where remission of these is, there is no more offering for sin.</a:t>
            </a:r>
          </a:p>
          <a:p>
            <a:endParaRPr lang="en-US" sz="2400" dirty="0">
              <a:solidFill>
                <a:srgbClr val="FFFFFF"/>
              </a:solidFill>
            </a:endParaRPr>
          </a:p>
          <a:p>
            <a:r>
              <a:rPr lang="en-US" sz="2800" b="1" u="sng" dirty="0">
                <a:solidFill>
                  <a:srgbClr val="FFFFFF"/>
                </a:solidFill>
              </a:rPr>
              <a:t>NO MORE </a:t>
            </a:r>
            <a:r>
              <a:rPr lang="en-US" sz="2800" dirty="0">
                <a:solidFill>
                  <a:srgbClr val="FFFFFF"/>
                </a:solidFill>
              </a:rPr>
              <a:t>SACRIFICE FOR SINS AS FAR AS THE APOSTATE IS CONCERNED v. 26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</a:rPr>
              <a:t>(Heb 10:26)  For if we sin </a:t>
            </a:r>
            <a:r>
              <a:rPr lang="en-US" sz="2600" dirty="0" err="1">
                <a:solidFill>
                  <a:srgbClr val="FFFFFF"/>
                </a:solidFill>
              </a:rPr>
              <a:t>wilfully</a:t>
            </a:r>
            <a:r>
              <a:rPr lang="en-US" sz="2600" dirty="0">
                <a:solidFill>
                  <a:srgbClr val="FFFFFF"/>
                </a:solidFill>
              </a:rPr>
              <a:t> after that we have received the knowledge of the truth, there </a:t>
            </a:r>
            <a:r>
              <a:rPr lang="en-US" sz="2600" dirty="0" err="1">
                <a:solidFill>
                  <a:srgbClr val="FFFFFF"/>
                </a:solidFill>
              </a:rPr>
              <a:t>remaineth</a:t>
            </a:r>
            <a:r>
              <a:rPr lang="en-US" sz="2600" dirty="0">
                <a:solidFill>
                  <a:srgbClr val="FFFFFF"/>
                </a:solidFill>
              </a:rPr>
              <a:t> no more sacrifice for sins,</a:t>
            </a:r>
          </a:p>
        </p:txBody>
      </p:sp>
    </p:spTree>
    <p:extLst>
      <p:ext uri="{BB962C8B-B14F-4D97-AF65-F5344CB8AC3E}">
        <p14:creationId xmlns:p14="http://schemas.microsoft.com/office/powerpoint/2010/main" val="1695572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166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THE ‘NO MORES’ OF HEBREWS 10</vt:lpstr>
      <vt:lpstr>THE ‘NO MORES’ OF HEBREWS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‘NO MORES’ OF HEBREWS 10</dc:title>
  <dc:creator>josh Hetrick</dc:creator>
  <cp:lastModifiedBy>josh Hetrick</cp:lastModifiedBy>
  <cp:revision>2</cp:revision>
  <dcterms:created xsi:type="dcterms:W3CDTF">2021-01-22T15:29:34Z</dcterms:created>
  <dcterms:modified xsi:type="dcterms:W3CDTF">2021-01-22T22:19:53Z</dcterms:modified>
</cp:coreProperties>
</file>
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C9B3-25A3-4E04-897C-6D87CD7C1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03F27-0FE6-4DE6-9678-67B64A21B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61E7-BDF3-4621-9C35-482004D4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1D7AF-EAD8-4F8D-A7D5-D9CD530B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25A48-1AEE-4432-AC72-351A12375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08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D311-3ED5-4217-AE08-A63D0A82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091F-89F8-47C4-9307-1C67B0C09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0A0D0-753E-4DD8-8383-2F86A0A3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43B5-5A5A-40E3-BAD4-7E7E1413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C9C8A-5BD2-458C-8E93-A296E740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7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5E41-E4F5-438E-8C1D-BB255F88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7ADA1-087A-482A-82CF-858995C08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AAEE-6501-4FDA-B345-0E0B4E8F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44B7-1EE1-4DB8-8AB6-5BD657C4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BA9B8-1840-4CA8-AF82-2EE268EA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6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F87A-44CA-4C3E-9C76-03C39A5A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55CBC-2FB5-43BD-91EC-DF00C22E9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E225B-A2C1-404B-9B2C-7D56539E9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26541-4402-43F1-B5CB-F3B9899C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C68C2-F680-4613-A7D9-A97D5031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9AE8C-4F28-4E36-8A3C-0F8E3660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7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8A28-2F8E-484B-8805-1441999F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B6D90-800A-42E0-91FB-A4F4E8364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EDFF5-6A14-4034-B0DA-FB8028C82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239A0-CF1B-40A7-A219-887F7C217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85328-5FE4-4797-B467-7D111EFDD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5768EA-1814-451B-9932-77BFDF70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C7183-0BA9-439B-8B72-4BC73E900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FA7DD5-6095-404B-9088-07DBA462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2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DA97-F161-45E4-827A-023A1045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7E5C6-C848-49F9-876D-C6BC6CD5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C41E1-6F81-43DB-80ED-B8DD4D4C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52024-0B5A-4E37-9140-95788F05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81967-DDC1-4274-9D99-2AF4FE66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95B61-1893-4631-BA15-1EBF6ED7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C2EFE-E218-41D1-8BAE-007F29B6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7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5147-DA6C-439D-ACAD-191804B0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3AE65-180D-417A-9B81-3D0B9E829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2D5B2-08A8-4F8A-B3FE-2C2FE5C95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2F834-A83D-4F4E-890F-11395312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F437B-09BB-4B49-AA83-6E9AFFC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A0745-0531-4792-8FD5-50603F07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6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5987-9436-4986-8F6B-C00B6F92F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95B41-E88D-4DAE-ADCA-AAD6A7E1B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4DAA0-D399-420A-8F4F-7631E0356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000E1-22FD-4CF3-8C9A-62CC3126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EF82F-1678-4135-B184-12ECD24B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FE99E-49E8-4EBA-9E33-A84BD586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5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0C55-BB9B-4055-9998-7998AB3D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B4F72-2B60-4633-8F15-A97FCBE27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44C64-F4F4-4625-B107-D5AC79DD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E7D2-8966-423C-8B2C-B17A23D6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AC0FF-61A9-4B1E-9500-4CD1E2C6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1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D7122-3771-4AF0-AD09-9EDACCEEA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7186F-9016-44E4-A7CC-5C995AFF0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1467E-3DEF-4CFB-A796-4258103C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1C42-FA6D-4DEC-8D7D-0E7699077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A14A5-56A6-4391-B21D-13117F76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0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12335-18DD-4B75-A03D-6996EE373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C61D1-6B3A-478F-B52B-37DD442B0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7E190-D107-448C-864E-CF23D0BBE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BB351-FA64-4D16-9818-E9B59C014AF4}" type="datetimeFigureOut">
              <a:rPr lang="en-US" smtClean="0"/>
              <a:t>2/21/2021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BE918-AFEC-4C0B-BA7B-550C75006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E3568-A18D-4364-A464-A568C6560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269C3-9A62-4F05-A434-547101419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0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01E2-B3F4-49BF-B44E-DDA5C0CEA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GOSPEL PAUL PREACHED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89506-FA77-4BF0-80B8-C46DBE05B6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 TIMOTHY 1:15</a:t>
            </a:r>
          </a:p>
        </p:txBody>
      </p:sp>
    </p:spTree>
    <p:extLst>
      <p:ext uri="{BB962C8B-B14F-4D97-AF65-F5344CB8AC3E}">
        <p14:creationId xmlns:p14="http://schemas.microsoft.com/office/powerpoint/2010/main" val="130790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13B3-D217-4B1B-873D-D2FC68DA2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THE GOSPEL PAUL PREACHED</a:t>
            </a:r>
            <a:br>
              <a:rPr lang="en-US" b="1" u="sng" dirty="0"/>
            </a:br>
            <a:r>
              <a:rPr lang="en-US" b="1" u="sng" dirty="0"/>
              <a:t>1 TIMOTHY 1:15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B90F7-64AC-4CCF-8271-357471CB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PROCLAMATION</a:t>
            </a:r>
          </a:p>
          <a:p>
            <a:r>
              <a:rPr lang="en-US" dirty="0"/>
              <a:t>THE PLEA</a:t>
            </a:r>
          </a:p>
          <a:p>
            <a:r>
              <a:rPr lang="en-US" dirty="0"/>
              <a:t>THE PERSON</a:t>
            </a:r>
          </a:p>
          <a:p>
            <a:r>
              <a:rPr lang="en-US" dirty="0"/>
              <a:t>THE PLACE</a:t>
            </a:r>
          </a:p>
          <a:p>
            <a:r>
              <a:rPr lang="en-US" dirty="0"/>
              <a:t>THE PURPOSE</a:t>
            </a:r>
          </a:p>
          <a:p>
            <a:r>
              <a:rPr lang="en-US" dirty="0"/>
              <a:t>THE PEOPLE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36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THE GOSPEL PAUL PREACHED  </vt:lpstr>
      <vt:lpstr>THE GOSPEL PAUL PREACHED 1 TIMOTHY 1:15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GOSPEL PAUL PREACHED  </dc:title>
  <dc:creator>josh Hetrick</dc:creator>
  <cp:lastModifiedBy>josh Hetrick</cp:lastModifiedBy>
  <cp:revision>1</cp:revision>
  <dcterms:created xsi:type="dcterms:W3CDTF">2021-02-21T21:20:06Z</dcterms:created>
  <dcterms:modified xsi:type="dcterms:W3CDTF">2021-02-21T21:24:24Z</dcterms:modified>
</cp:coreProperties>
</file>
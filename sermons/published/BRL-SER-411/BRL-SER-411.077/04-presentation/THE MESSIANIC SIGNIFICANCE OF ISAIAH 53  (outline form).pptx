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viewProps" Target="viewProps.xml" /><Relationship Id="rId5" Type="http://schemas.openxmlformats.org/officeDocument/2006/relationships/presProps" Target="presProps.xml" /><Relationship Id="rId4" Type="http://schemas.openxmlformats.org/officeDocument/2006/relationships/slide" Target="slides/slide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D2DDA-7CFB-894C-90BC-F47C2FF2E65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3BA6ED3-91E0-AF44-813B-18B9AD54BC7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FCAF25D-5E10-D54B-99E1-554063C6CE79}"/>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5" name="Footer Placeholder 4">
            <a:extLst>
              <a:ext uri="{FF2B5EF4-FFF2-40B4-BE49-F238E27FC236}">
                <a16:creationId xmlns:a16="http://schemas.microsoft.com/office/drawing/2014/main" id="{D7226789-8E59-DA4C-93B3-78FBE5577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567E0D-B131-A348-BDD6-D7B91778B4BF}"/>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77309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4C991-1B24-404B-B6FE-B52ADC092B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743C96-948D-C74E-8A0A-FA284E231F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9D03D-DA3A-E442-8264-D8C95E3A4EBA}"/>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5" name="Footer Placeholder 4">
            <a:extLst>
              <a:ext uri="{FF2B5EF4-FFF2-40B4-BE49-F238E27FC236}">
                <a16:creationId xmlns:a16="http://schemas.microsoft.com/office/drawing/2014/main" id="{5F58AA5A-FAC2-7E48-B564-A2F03F7F73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17DF17-81EC-6B45-83E9-FF7DC34645D5}"/>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3308961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CF3C-BDF2-EC45-A9FC-774ABD368B9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D01B80B-B6D9-0A4C-B235-23409B1574C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8C2602-9AA3-304C-90D7-234BB73FEC1E}"/>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5" name="Footer Placeholder 4">
            <a:extLst>
              <a:ext uri="{FF2B5EF4-FFF2-40B4-BE49-F238E27FC236}">
                <a16:creationId xmlns:a16="http://schemas.microsoft.com/office/drawing/2014/main" id="{D1CBB262-A27B-DC4B-810D-ABEA9EBDE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4341A-6279-5B4F-9313-7D4511A5AB22}"/>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770558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C8418-0F96-494E-B2EE-7614EA951B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C1346B-62B5-5C4F-B85E-947C672B24D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4AE4D3-AA98-1E45-877D-B1EC3B49B57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2B08D7-28A5-4E44-863E-D9F125152EAB}"/>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6" name="Footer Placeholder 5">
            <a:extLst>
              <a:ext uri="{FF2B5EF4-FFF2-40B4-BE49-F238E27FC236}">
                <a16:creationId xmlns:a16="http://schemas.microsoft.com/office/drawing/2014/main" id="{0DB84BE9-314F-EA40-BD9F-37E417497A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DF753-CB97-614E-BA8C-91BFA88B04C0}"/>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3964407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C3B6-A2A7-654B-8494-41899953483C}"/>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1E5055-B40D-9449-B5B7-2E26A9A5B61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A85A300-8BD5-5A42-A517-BF582574246C}"/>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0D14EC-0577-E344-B7B9-F20C97A35AC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60427B0-22D6-E149-9AF4-F53179891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ED038A-5868-EA44-A947-F22295B3DD2B}"/>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8" name="Footer Placeholder 7">
            <a:extLst>
              <a:ext uri="{FF2B5EF4-FFF2-40B4-BE49-F238E27FC236}">
                <a16:creationId xmlns:a16="http://schemas.microsoft.com/office/drawing/2014/main" id="{3EE10645-E271-F947-9AED-A59519E027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975872-2790-854F-94C5-B6B276E9CC2E}"/>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179174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E3BC4-2329-BB40-9186-D568640233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A2E125-D44A-A644-A5B7-E24EF4B1FE25}"/>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4" name="Footer Placeholder 3">
            <a:extLst>
              <a:ext uri="{FF2B5EF4-FFF2-40B4-BE49-F238E27FC236}">
                <a16:creationId xmlns:a16="http://schemas.microsoft.com/office/drawing/2014/main" id="{47AE0554-B27B-D648-AE77-1377EC623D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0676EB-8928-5546-B018-2B5890CBF04C}"/>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1734189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CDF8A8-3A54-334D-AC31-2DC1AAC30539}"/>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3" name="Footer Placeholder 2">
            <a:extLst>
              <a:ext uri="{FF2B5EF4-FFF2-40B4-BE49-F238E27FC236}">
                <a16:creationId xmlns:a16="http://schemas.microsoft.com/office/drawing/2014/main" id="{65E0B308-332A-8440-91AD-EE7A963C49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F16A4D-29DB-3949-BDD2-FE76F0C3D66A}"/>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4193612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DEA29-372E-2C4E-8FF6-0C4B879D2C0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2AAA93D-BDF3-9948-80C7-79AC20F78DF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A0EE72-EDC4-0B4D-B568-351219DE51E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5388856-9F1A-D641-A652-483474031F67}"/>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6" name="Footer Placeholder 5">
            <a:extLst>
              <a:ext uri="{FF2B5EF4-FFF2-40B4-BE49-F238E27FC236}">
                <a16:creationId xmlns:a16="http://schemas.microsoft.com/office/drawing/2014/main" id="{33DEE981-1902-0741-BBC6-40CB28D4A2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121E4B-4B3B-A44A-93F2-1FCE174D7775}"/>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3396042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C916E-6FC6-AD45-8050-7D8E80D724D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65EA78B-1251-0748-9871-D5D98F9C13F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F71D3EE-0CA6-C945-9C36-52FF77EB044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F2FE730-6D0D-C447-8120-9D14D97737D8}"/>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6" name="Footer Placeholder 5">
            <a:extLst>
              <a:ext uri="{FF2B5EF4-FFF2-40B4-BE49-F238E27FC236}">
                <a16:creationId xmlns:a16="http://schemas.microsoft.com/office/drawing/2014/main" id="{A00948D0-9FA4-8042-B6AD-3FA04536A5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78A099-372B-DE40-9DCA-D08731EF140C}"/>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3896160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812A-E513-8D4A-AA91-CD647384D7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A1E0AA-3F46-C943-9A4B-067941A0D7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B2FEC1-42C5-CF40-A47C-B8E5B6C9F16C}"/>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5" name="Footer Placeholder 4">
            <a:extLst>
              <a:ext uri="{FF2B5EF4-FFF2-40B4-BE49-F238E27FC236}">
                <a16:creationId xmlns:a16="http://schemas.microsoft.com/office/drawing/2014/main" id="{CAA66793-F110-A04D-9714-8B59411202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622629-D226-D647-97AA-2C797AB62F2B}"/>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1782985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7A9762-A51C-2A4A-883B-A97292FDC10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FD24C3-B9DD-B44D-946F-816F53E7E94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D8A54D-59AD-0542-AD31-CA3467ED0DA5}"/>
              </a:ext>
            </a:extLst>
          </p:cNvPr>
          <p:cNvSpPr>
            <a:spLocks noGrp="1"/>
          </p:cNvSpPr>
          <p:nvPr>
            <p:ph type="dt" sz="half" idx="10"/>
          </p:nvPr>
        </p:nvSpPr>
        <p:spPr/>
        <p:txBody>
          <a:bodyPr/>
          <a:lstStyle/>
          <a:p>
            <a:fld id="{0ABC08E2-FBA4-A54D-816A-D4707C51888A}" type="datetimeFigureOut">
              <a:rPr lang="en-US" smtClean="0"/>
              <a:t>2/6/2022</a:t>
            </a:fld>
            <a:endParaRPr lang="en-US"/>
          </a:p>
        </p:txBody>
      </p:sp>
      <p:sp>
        <p:nvSpPr>
          <p:cNvPr id="5" name="Footer Placeholder 4">
            <a:extLst>
              <a:ext uri="{FF2B5EF4-FFF2-40B4-BE49-F238E27FC236}">
                <a16:creationId xmlns:a16="http://schemas.microsoft.com/office/drawing/2014/main" id="{292BEEAC-237E-4C42-AFE2-55AEA5EBFE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188C25-69D2-084D-88D9-C2071A7CE138}"/>
              </a:ext>
            </a:extLst>
          </p:cNvPr>
          <p:cNvSpPr>
            <a:spLocks noGrp="1"/>
          </p:cNvSpPr>
          <p:nvPr>
            <p:ph type="sldNum" sz="quarter" idx="12"/>
          </p:nvPr>
        </p:nvSpPr>
        <p:spPr/>
        <p:txBody>
          <a:bodyPr/>
          <a:lstStyle/>
          <a:p>
            <a:fld id="{43F754E2-05B6-D640-8C04-48BDA0DAFD60}" type="slidenum">
              <a:rPr lang="en-US" smtClean="0"/>
              <a:t>‹#›</a:t>
            </a:fld>
            <a:endParaRPr lang="en-US"/>
          </a:p>
        </p:txBody>
      </p:sp>
    </p:spTree>
    <p:extLst>
      <p:ext uri="{BB962C8B-B14F-4D97-AF65-F5344CB8AC3E}">
        <p14:creationId xmlns:p14="http://schemas.microsoft.com/office/powerpoint/2010/main" val="2025324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1EEFF2-A32D-6E44-9D3C-6DDD5088CDF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D1DAB1-77FC-4F46-9BBA-AE55B031557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587895-83AD-AA42-9F72-EFCF25D725FD}"/>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BC08E2-FBA4-A54D-816A-D4707C51888A}" type="datetimeFigureOut">
              <a:rPr lang="en-US" smtClean="0"/>
              <a:t>2/6/2022</a:t>
            </a:fld>
            <a:endParaRPr lang="en-US"/>
          </a:p>
        </p:txBody>
      </p:sp>
      <p:sp>
        <p:nvSpPr>
          <p:cNvPr id="5" name="Footer Placeholder 4">
            <a:extLst>
              <a:ext uri="{FF2B5EF4-FFF2-40B4-BE49-F238E27FC236}">
                <a16:creationId xmlns:a16="http://schemas.microsoft.com/office/drawing/2014/main" id="{D4F0B31B-239F-0548-AAF8-762325435FF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7697C9-7BC1-944F-A701-2F958891BE2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3F754E2-05B6-D640-8C04-48BDA0DAFD60}" type="slidenum">
              <a:rPr lang="en-US" smtClean="0"/>
              <a:t>‹#›</a:t>
            </a:fld>
            <a:endParaRPr lang="en-US"/>
          </a:p>
        </p:txBody>
      </p:sp>
    </p:spTree>
    <p:extLst>
      <p:ext uri="{BB962C8B-B14F-4D97-AF65-F5344CB8AC3E}">
        <p14:creationId xmlns:p14="http://schemas.microsoft.com/office/powerpoint/2010/main" val="547586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7">
            <a:extLst>
              <a:ext uri="{FF2B5EF4-FFF2-40B4-BE49-F238E27FC236}">
                <a16:creationId xmlns:a16="http://schemas.microsoft.com/office/drawing/2014/main" id="{8B646C36-EEEC-4D52-8E8E-206F4CD8A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cap="all" spc="450" dirty="0"/>
          </a:p>
        </p:txBody>
      </p:sp>
      <p:grpSp>
        <p:nvGrpSpPr>
          <p:cNvPr id="25" name="Group 9">
            <a:extLst>
              <a:ext uri="{FF2B5EF4-FFF2-40B4-BE49-F238E27FC236}">
                <a16:creationId xmlns:a16="http://schemas.microsoft.com/office/drawing/2014/main" id="{E7E9D86A-D513-48F9-851A-5F3725E800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6174" y="1105363"/>
            <a:ext cx="3625426" cy="4496687"/>
            <a:chOff x="1754444" y="330817"/>
            <a:chExt cx="4833901" cy="5995583"/>
          </a:xfrm>
        </p:grpSpPr>
        <p:sp>
          <p:nvSpPr>
            <p:cNvPr id="11" name="Rectangle 10">
              <a:extLst>
                <a:ext uri="{FF2B5EF4-FFF2-40B4-BE49-F238E27FC236}">
                  <a16:creationId xmlns:a16="http://schemas.microsoft.com/office/drawing/2014/main" id="{8258443E-B333-44F4-8D49-1EAB1C1A4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54444" y="330817"/>
              <a:ext cx="4833901" cy="5995583"/>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Rectangle 11">
              <a:extLst>
                <a:ext uri="{FF2B5EF4-FFF2-40B4-BE49-F238E27FC236}">
                  <a16:creationId xmlns:a16="http://schemas.microsoft.com/office/drawing/2014/main" id="{09132A4E-0C09-40DA-A360-EA9D3DAFF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54444" y="330817"/>
              <a:ext cx="4833901" cy="5995583"/>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34" name="Rectangle 13">
            <a:extLst>
              <a:ext uri="{FF2B5EF4-FFF2-40B4-BE49-F238E27FC236}">
                <a16:creationId xmlns:a16="http://schemas.microsoft.com/office/drawing/2014/main" id="{D649D88F-3460-4C52-888E-001C62B26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6237" y="1017556"/>
            <a:ext cx="3625426" cy="4496687"/>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FF5DC92F-9119-2349-9344-3E76E54EB6D2}"/>
              </a:ext>
            </a:extLst>
          </p:cNvPr>
          <p:cNvSpPr>
            <a:spLocks noGrp="1"/>
          </p:cNvSpPr>
          <p:nvPr>
            <p:ph type="ctrTitle"/>
          </p:nvPr>
        </p:nvSpPr>
        <p:spPr>
          <a:xfrm>
            <a:off x="1520020" y="1240352"/>
            <a:ext cx="3051980" cy="4004802"/>
          </a:xfrm>
        </p:spPr>
        <p:txBody>
          <a:bodyPr anchor="ctr">
            <a:normAutofit/>
          </a:bodyPr>
          <a:lstStyle/>
          <a:p>
            <a:r>
              <a:rPr lang="en-US" sz="4050">
                <a:solidFill>
                  <a:schemeClr val="bg1"/>
                </a:solidFill>
              </a:rPr>
              <a:t>The Messianic Signifcance of Isiaih 53</a:t>
            </a:r>
          </a:p>
        </p:txBody>
      </p:sp>
      <p:sp>
        <p:nvSpPr>
          <p:cNvPr id="35" name="Freeform: Shape 15">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66850" y="4007827"/>
            <a:ext cx="2077151" cy="199292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6" name="Freeform: Shape 17">
            <a:extLst>
              <a:ext uri="{FF2B5EF4-FFF2-40B4-BE49-F238E27FC236}">
                <a16:creationId xmlns:a16="http://schemas.microsoft.com/office/drawing/2014/main" id="{217DD14E-3BC7-413D-B4AB-B92EED2F5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66850" y="4007827"/>
            <a:ext cx="2077151" cy="199292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a:extLst>
              <a:ext uri="{FF2B5EF4-FFF2-40B4-BE49-F238E27FC236}">
                <a16:creationId xmlns:a16="http://schemas.microsoft.com/office/drawing/2014/main" id="{DC6B789E-AFB8-834C-A848-9613797B10BF}"/>
              </a:ext>
            </a:extLst>
          </p:cNvPr>
          <p:cNvSpPr>
            <a:spLocks noGrp="1"/>
          </p:cNvSpPr>
          <p:nvPr>
            <p:ph type="subTitle" idx="1"/>
          </p:nvPr>
        </p:nvSpPr>
        <p:spPr>
          <a:xfrm>
            <a:off x="5450563" y="3581401"/>
            <a:ext cx="2502001" cy="1766147"/>
          </a:xfrm>
        </p:spPr>
        <p:txBody>
          <a:bodyPr>
            <a:normAutofit/>
          </a:bodyPr>
          <a:lstStyle/>
          <a:p>
            <a:pPr algn="l"/>
            <a:endParaRPr lang="en-US" sz="1500">
              <a:solidFill>
                <a:schemeClr val="bg1"/>
              </a:solidFill>
            </a:endParaRPr>
          </a:p>
        </p:txBody>
      </p:sp>
      <p:sp>
        <p:nvSpPr>
          <p:cNvPr id="37"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1456118"/>
            <a:ext cx="685924" cy="68592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solidFill>
                <a:schemeClr val="lt1"/>
              </a:solidFill>
            </a:endParaRPr>
          </a:p>
        </p:txBody>
      </p:sp>
      <p:sp>
        <p:nvSpPr>
          <p:cNvPr id="22" name="Graphic 212">
            <a:extLst>
              <a:ext uri="{FF2B5EF4-FFF2-40B4-BE49-F238E27FC236}">
                <a16:creationId xmlns:a16="http://schemas.microsoft.com/office/drawing/2014/main" id="{6908275D-177E-42F2-8887-134AFE8B7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1456118"/>
            <a:ext cx="685924" cy="68592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solidFill>
                <a:schemeClr val="lt1"/>
              </a:solidFill>
            </a:endParaRPr>
          </a:p>
        </p:txBody>
      </p:sp>
      <p:sp>
        <p:nvSpPr>
          <p:cNvPr id="24" name="Oval 23">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505" y="4822756"/>
            <a:ext cx="239956" cy="239956"/>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6" name="Oval 25">
            <a:extLst>
              <a:ext uri="{FF2B5EF4-FFF2-40B4-BE49-F238E27FC236}">
                <a16:creationId xmlns:a16="http://schemas.microsoft.com/office/drawing/2014/main" id="{E32B36D4-0C87-4882-A12C-18A91DBAE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505" y="4822756"/>
            <a:ext cx="239956" cy="239956"/>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grpSp>
        <p:nvGrpSpPr>
          <p:cNvPr id="28"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21475" y="5347548"/>
            <a:ext cx="790850" cy="352267"/>
            <a:chOff x="9841624" y="4115729"/>
            <a:chExt cx="602169" cy="268223"/>
          </a:xfrm>
          <a:solidFill>
            <a:schemeClr val="bg1"/>
          </a:solidFill>
        </p:grpSpPr>
        <p:sp>
          <p:nvSpPr>
            <p:cNvPr id="29" name="Freeform: Shape 28">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sz="1350"/>
            </a:p>
          </p:txBody>
        </p:sp>
        <p:sp>
          <p:nvSpPr>
            <p:cNvPr id="30" name="Freeform: Shape 29">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sz="1350"/>
            </a:p>
          </p:txBody>
        </p:sp>
        <p:sp>
          <p:nvSpPr>
            <p:cNvPr id="31" name="Freeform: Shape 30">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sz="1350"/>
            </a:p>
          </p:txBody>
        </p:sp>
        <p:sp>
          <p:nvSpPr>
            <p:cNvPr id="32" name="Freeform: Shape 31">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sz="1350"/>
            </a:p>
          </p:txBody>
        </p:sp>
        <p:sp>
          <p:nvSpPr>
            <p:cNvPr id="33" name="Freeform: Shape 32">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sz="1350"/>
            </a:p>
          </p:txBody>
        </p:sp>
      </p:grpSp>
    </p:spTree>
    <p:extLst>
      <p:ext uri="{BB962C8B-B14F-4D97-AF65-F5344CB8AC3E}">
        <p14:creationId xmlns:p14="http://schemas.microsoft.com/office/powerpoint/2010/main" val="2579646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C5926683-975B-6640-A345-A14985BBC5AF}"/>
              </a:ext>
            </a:extLst>
          </p:cNvPr>
          <p:cNvSpPr>
            <a:spLocks noGrp="1"/>
          </p:cNvSpPr>
          <p:nvPr>
            <p:ph type="title"/>
          </p:nvPr>
        </p:nvSpPr>
        <p:spPr>
          <a:xfrm>
            <a:off x="826776" y="1377951"/>
            <a:ext cx="2665133" cy="4108449"/>
          </a:xfrm>
        </p:spPr>
        <p:txBody>
          <a:bodyPr/>
          <a:lstStyle/>
          <a:p>
            <a:pPr algn="ctr"/>
            <a:r>
              <a:rPr lang="en-US">
                <a:solidFill>
                  <a:schemeClr val="bg1"/>
                </a:solidFill>
              </a:rPr>
              <a:t>Praises of the Chapter</a:t>
            </a:r>
          </a:p>
        </p:txBody>
      </p:sp>
      <p:grpSp>
        <p:nvGrpSpPr>
          <p:cNvPr id="10"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09434"/>
            <a:ext cx="1432689" cy="532245"/>
            <a:chOff x="2267504" y="2540250"/>
            <a:chExt cx="1990951" cy="739640"/>
          </a:xfrm>
          <a:solidFill>
            <a:schemeClr val="bg1"/>
          </a:solidFill>
        </p:grpSpPr>
        <p:sp>
          <p:nvSpPr>
            <p:cNvPr id="11" name="Freeform: Shape 10">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sz="1350" dirty="0"/>
            </a:p>
          </p:txBody>
        </p:sp>
        <p:sp>
          <p:nvSpPr>
            <p:cNvPr id="12" name="Freeform: Shape 11">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sz="1350"/>
            </a:p>
          </p:txBody>
        </p:sp>
      </p:grpSp>
      <p:grpSp>
        <p:nvGrpSpPr>
          <p:cNvPr id="14" name="Graphic 4">
            <a:extLst>
              <a:ext uri="{FF2B5EF4-FFF2-40B4-BE49-F238E27FC236}">
                <a16:creationId xmlns:a16="http://schemas.microsoft.com/office/drawing/2014/main" id="{C6F74901-2A71-43C3-837C-27CCD6B6D6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53070" y="2509508"/>
            <a:ext cx="731377" cy="731378"/>
            <a:chOff x="5829300" y="3162300"/>
            <a:chExt cx="532256" cy="532257"/>
          </a:xfrm>
          <a:solidFill>
            <a:schemeClr val="bg1"/>
          </a:solidFill>
        </p:grpSpPr>
        <p:sp>
          <p:nvSpPr>
            <p:cNvPr id="15"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sz="1350"/>
            </a:p>
          </p:txBody>
        </p:sp>
        <p:sp>
          <p:nvSpPr>
            <p:cNvPr id="16"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sz="1350"/>
            </a:p>
          </p:txBody>
        </p:sp>
        <p:sp>
          <p:nvSpPr>
            <p:cNvPr id="17"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sz="1350"/>
            </a:p>
          </p:txBody>
        </p:sp>
        <p:sp>
          <p:nvSpPr>
            <p:cNvPr id="18"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sz="1350"/>
            </a:p>
          </p:txBody>
        </p:sp>
        <p:sp>
          <p:nvSpPr>
            <p:cNvPr id="19"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sz="1350"/>
            </a:p>
          </p:txBody>
        </p:sp>
        <p:sp>
          <p:nvSpPr>
            <p:cNvPr id="20"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sz="1350"/>
            </a:p>
          </p:txBody>
        </p:sp>
        <p:sp>
          <p:nvSpPr>
            <p:cNvPr id="21"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sz="1350"/>
            </a:p>
          </p:txBody>
        </p:sp>
        <p:sp>
          <p:nvSpPr>
            <p:cNvPr id="22"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sz="1350"/>
            </a:p>
          </p:txBody>
        </p:sp>
        <p:sp>
          <p:nvSpPr>
            <p:cNvPr id="23"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sz="1350"/>
            </a:p>
          </p:txBody>
        </p:sp>
        <p:sp>
          <p:nvSpPr>
            <p:cNvPr id="24" name="Freeform: Shape 23">
              <a:extLst>
                <a:ext uri="{FF2B5EF4-FFF2-40B4-BE49-F238E27FC236}">
                  <a16:creationId xmlns:a16="http://schemas.microsoft.com/office/drawing/2014/main" id="{517B7142-9D64-4D34-B23C-9471326AD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sz="1350"/>
            </a:p>
          </p:txBody>
        </p:sp>
        <p:sp>
          <p:nvSpPr>
            <p:cNvPr id="25" name="Freeform: Shape 24">
              <a:extLst>
                <a:ext uri="{FF2B5EF4-FFF2-40B4-BE49-F238E27FC236}">
                  <a16:creationId xmlns:a16="http://schemas.microsoft.com/office/drawing/2014/main" id="{E8EB71CD-AB26-440E-A0D5-E1081DB5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sz="1350"/>
            </a:p>
          </p:txBody>
        </p:sp>
        <p:sp>
          <p:nvSpPr>
            <p:cNvPr id="26" name="Freeform: Shape 25">
              <a:extLst>
                <a:ext uri="{FF2B5EF4-FFF2-40B4-BE49-F238E27FC236}">
                  <a16:creationId xmlns:a16="http://schemas.microsoft.com/office/drawing/2014/main" id="{34423BD2-7458-4680-AF49-5013C9D30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sz="1350"/>
            </a:p>
          </p:txBody>
        </p:sp>
        <p:sp>
          <p:nvSpPr>
            <p:cNvPr id="27"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sz="1350" dirty="0"/>
            </a:p>
          </p:txBody>
        </p:sp>
      </p:grpSp>
      <p:sp>
        <p:nvSpPr>
          <p:cNvPr id="29" name="Oval 28">
            <a:extLst>
              <a:ext uri="{FF2B5EF4-FFF2-40B4-BE49-F238E27FC236}">
                <a16:creationId xmlns:a16="http://schemas.microsoft.com/office/drawing/2014/main" id="{EC11F68A-CC71-4196-BBF3-20CDCD75D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7" y="4421406"/>
            <a:ext cx="273766" cy="273766"/>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31" name="Oval 30">
            <a:extLst>
              <a:ext uri="{FF2B5EF4-FFF2-40B4-BE49-F238E27FC236}">
                <a16:creationId xmlns:a16="http://schemas.microsoft.com/office/drawing/2014/main" id="{085F9950-F10E-4E64-962B-F7034578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7" y="4421406"/>
            <a:ext cx="273766" cy="273766"/>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3" name="Content Placeholder 2">
            <a:extLst>
              <a:ext uri="{FF2B5EF4-FFF2-40B4-BE49-F238E27FC236}">
                <a16:creationId xmlns:a16="http://schemas.microsoft.com/office/drawing/2014/main" id="{233BB5D7-46D9-9940-A100-41496296D9F0}"/>
              </a:ext>
            </a:extLst>
          </p:cNvPr>
          <p:cNvSpPr>
            <a:spLocks noGrp="1"/>
          </p:cNvSpPr>
          <p:nvPr>
            <p:ph idx="1"/>
          </p:nvPr>
        </p:nvSpPr>
        <p:spPr>
          <a:xfrm>
            <a:off x="4108932" y="1215405"/>
            <a:ext cx="4752205" cy="4270995"/>
          </a:xfrm>
        </p:spPr>
        <p:txBody>
          <a:bodyPr>
            <a:normAutofit fontScale="77500" lnSpcReduction="20000"/>
          </a:bodyPr>
          <a:lstStyle/>
          <a:p>
            <a:r>
              <a:rPr lang="en-US">
                <a:solidFill>
                  <a:schemeClr val="bg1"/>
                </a:solidFill>
              </a:rPr>
              <a:t>Polycarp – “the golden passional of the Old Testament evangelist”</a:t>
            </a:r>
          </a:p>
          <a:p>
            <a:r>
              <a:rPr lang="en-US">
                <a:solidFill>
                  <a:schemeClr val="bg1"/>
                </a:solidFill>
              </a:rPr>
              <a:t>MacArthur – “the most complete and the most profound revelation oof the work of salvation in the entire bible”</a:t>
            </a:r>
          </a:p>
          <a:p>
            <a:r>
              <a:rPr lang="en-US">
                <a:solidFill>
                  <a:schemeClr val="bg1"/>
                </a:solidFill>
              </a:rPr>
              <a:t>Martin Luther – “every christian should memorize it”</a:t>
            </a:r>
          </a:p>
          <a:p>
            <a:r>
              <a:rPr lang="en-US">
                <a:solidFill>
                  <a:schemeClr val="bg1"/>
                </a:solidFill>
              </a:rPr>
              <a:t>Franz Delitezsch – “the most central, the deepest, and the loftiest thing that the Old Testament prophecy, outstripping itself, has ever achieved. It looks as if it had been written beneath the cross upon Golgotha</a:t>
            </a:r>
          </a:p>
        </p:txBody>
      </p:sp>
    </p:spTree>
    <p:extLst>
      <p:ext uri="{BB962C8B-B14F-4D97-AF65-F5344CB8AC3E}">
        <p14:creationId xmlns:p14="http://schemas.microsoft.com/office/powerpoint/2010/main" val="171662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0E16EE-6F47-1A45-98BE-18702AB5A33E}"/>
              </a:ext>
            </a:extLst>
          </p:cNvPr>
          <p:cNvSpPr>
            <a:spLocks noGrp="1"/>
          </p:cNvSpPr>
          <p:nvPr>
            <p:ph type="title"/>
          </p:nvPr>
        </p:nvSpPr>
        <p:spPr>
          <a:xfrm>
            <a:off x="826776" y="694268"/>
            <a:ext cx="2665132" cy="5477932"/>
          </a:xfrm>
        </p:spPr>
        <p:txBody>
          <a:bodyPr/>
          <a:lstStyle/>
          <a:p>
            <a:pPr algn="ctr"/>
            <a:r>
              <a:rPr lang="en-US">
                <a:solidFill>
                  <a:schemeClr val="bg1"/>
                </a:solidFill>
              </a:rPr>
              <a:t> </a:t>
            </a:r>
          </a:p>
        </p:txBody>
      </p:sp>
      <p:grpSp>
        <p:nvGrpSpPr>
          <p:cNvPr id="10"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1" name="Freeform: Shape 10">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14" name="Graphic 4">
            <a:extLst>
              <a:ext uri="{FF2B5EF4-FFF2-40B4-BE49-F238E27FC236}">
                <a16:creationId xmlns:a16="http://schemas.microsoft.com/office/drawing/2014/main" id="{C6F74901-2A71-43C3-837C-27CCD6B6D6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53033" y="2203010"/>
            <a:ext cx="731374" cy="975171"/>
            <a:chOff x="5829300" y="3162300"/>
            <a:chExt cx="532256" cy="532257"/>
          </a:xfrm>
          <a:solidFill>
            <a:schemeClr val="bg1"/>
          </a:solidFill>
        </p:grpSpPr>
        <p:sp>
          <p:nvSpPr>
            <p:cNvPr id="15"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17B7142-9D64-4D34-B23C-9471326AD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8EB71CD-AB26-440E-A0D5-E1081DB5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4423BD2-7458-4680-AF49-5013C9D30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29" name="Oval 28">
            <a:extLst>
              <a:ext uri="{FF2B5EF4-FFF2-40B4-BE49-F238E27FC236}">
                <a16:creationId xmlns:a16="http://schemas.microsoft.com/office/drawing/2014/main" id="{EC11F68A-CC71-4196-BBF3-20CDCD75D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6" y="4752208"/>
            <a:ext cx="273766"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Oval 30">
            <a:extLst>
              <a:ext uri="{FF2B5EF4-FFF2-40B4-BE49-F238E27FC236}">
                <a16:creationId xmlns:a16="http://schemas.microsoft.com/office/drawing/2014/main" id="{085F9950-F10E-4E64-962B-F7034578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6" y="4752208"/>
            <a:ext cx="273766"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15F60E00-D5C1-504B-9E9D-0212A8AB038B}"/>
              </a:ext>
            </a:extLst>
          </p:cNvPr>
          <p:cNvSpPr>
            <a:spLocks noGrp="1"/>
          </p:cNvSpPr>
          <p:nvPr>
            <p:ph idx="1"/>
          </p:nvPr>
        </p:nvSpPr>
        <p:spPr>
          <a:xfrm>
            <a:off x="4676151" y="1130846"/>
            <a:ext cx="3912879" cy="4351338"/>
          </a:xfrm>
        </p:spPr>
        <p:txBody>
          <a:bodyPr/>
          <a:lstStyle/>
          <a:p>
            <a:endParaRPr lang="en-US">
              <a:solidFill>
                <a:schemeClr val="bg1"/>
              </a:solidFill>
            </a:endParaRPr>
          </a:p>
        </p:txBody>
      </p:sp>
    </p:spTree>
    <p:extLst>
      <p:ext uri="{BB962C8B-B14F-4D97-AF65-F5344CB8AC3E}">
        <p14:creationId xmlns:p14="http://schemas.microsoft.com/office/powerpoint/2010/main" val="184240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Slides>
  <Notes>0</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The Messianic Signifcance of Isiaih 53</vt:lpstr>
      <vt:lpstr>Praises of the Chapter</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Messianic Signifcance of Isiaih 53</dc:title>
  <dc:creator>derek dodd</dc:creator>
  <cp:lastModifiedBy>josh Hetrick</cp:lastModifiedBy>
  <cp:revision>1</cp:revision>
  <dcterms:created xsi:type="dcterms:W3CDTF">2022-02-06T20:37:35Z</dcterms:created>
  <dcterms:modified xsi:type="dcterms:W3CDTF">2022-02-06T20:52:34Z</dcterms:modified>
</cp:coreProperties>
</file>
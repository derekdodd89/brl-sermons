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8652A-A0C5-43CD-AB1E-FD2541206379}" v="1" dt="2020-12-02T18:51:34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Hetrick" userId="a490822bb2ad6010" providerId="LiveId" clId="{2718652A-A0C5-43CD-AB1E-FD2541206379}"/>
    <pc:docChg chg="modSld">
      <pc:chgData name="josh Hetrick" userId="a490822bb2ad6010" providerId="LiveId" clId="{2718652A-A0C5-43CD-AB1E-FD2541206379}" dt="2020-12-02T18:51:34.800" v="0" actId="20577"/>
      <pc:docMkLst>
        <pc:docMk/>
      </pc:docMkLst>
      <pc:sldChg chg="modSp">
        <pc:chgData name="josh Hetrick" userId="a490822bb2ad6010" providerId="LiveId" clId="{2718652A-A0C5-43CD-AB1E-FD2541206379}" dt="2020-12-02T18:51:34.800" v="0" actId="20577"/>
        <pc:sldMkLst>
          <pc:docMk/>
          <pc:sldMk cId="683204891" sldId="257"/>
        </pc:sldMkLst>
        <pc:spChg chg="mod">
          <ac:chgData name="josh Hetrick" userId="a490822bb2ad6010" providerId="LiveId" clId="{2718652A-A0C5-43CD-AB1E-FD2541206379}" dt="2020-12-02T18:51:34.800" v="0" actId="20577"/>
          <ac:spMkLst>
            <pc:docMk/>
            <pc:sldMk cId="683204891" sldId="257"/>
            <ac:spMk id="4" creationId="{532F3479-F498-4CEA-ABD2-AD11B0896B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0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2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0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6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8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9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9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2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09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40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48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83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75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49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5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0917292-3785-43E9-BF1D-341898D60D58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8ADEFA-0A11-4E66-9276-18A7BD84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7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8FD1-65CF-48ED-AA3C-F773F8326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ACTIONS SPEAK LOUDLY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0FD03-017F-4138-88B0-650DB6CB5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Deuteronomy 6:1-25</a:t>
            </a:r>
          </a:p>
        </p:txBody>
      </p:sp>
    </p:spTree>
    <p:extLst>
      <p:ext uri="{BB962C8B-B14F-4D97-AF65-F5344CB8AC3E}">
        <p14:creationId xmlns:p14="http://schemas.microsoft.com/office/powerpoint/2010/main" val="103631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E6EF-B8C9-4D4E-BCF6-D1967699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3698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ACTIONS SPEAK LOUDLY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163DA-5406-4A29-895C-AA3B2CFC3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227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HEAR (V.4)</a:t>
            </a:r>
          </a:p>
          <a:p>
            <a:r>
              <a:rPr lang="en-US" sz="3200" dirty="0"/>
              <a:t>LOVE (V.5)</a:t>
            </a:r>
          </a:p>
          <a:p>
            <a:r>
              <a:rPr lang="en-US" sz="3200" dirty="0"/>
              <a:t>TEACH (V.7)</a:t>
            </a:r>
          </a:p>
          <a:p>
            <a:r>
              <a:rPr lang="en-US" sz="3200" dirty="0"/>
              <a:t>BIND (V.8)</a:t>
            </a:r>
          </a:p>
          <a:p>
            <a:r>
              <a:rPr lang="en-US" sz="3200" dirty="0"/>
              <a:t>WRITE (V.9)</a:t>
            </a:r>
          </a:p>
          <a:p>
            <a:r>
              <a:rPr lang="en-US" sz="3200" dirty="0"/>
              <a:t>BEWARE (V.12)</a:t>
            </a:r>
          </a:p>
          <a:p>
            <a:r>
              <a:rPr lang="en-US" sz="3200" dirty="0"/>
              <a:t>FEAR (V. 13a)</a:t>
            </a:r>
          </a:p>
          <a:p>
            <a:r>
              <a:rPr lang="en-US" sz="3200" dirty="0"/>
              <a:t>SERVE (V.13b)</a:t>
            </a:r>
            <a:r>
              <a:rPr lang="en-US" dirty="0"/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F3479-F498-4CEA-ABD2-AD11B0896BB0}"/>
              </a:ext>
            </a:extLst>
          </p:cNvPr>
          <p:cNvSpPr txBox="1"/>
          <p:nvPr/>
        </p:nvSpPr>
        <p:spPr>
          <a:xfrm>
            <a:off x="5791198" y="1825625"/>
            <a:ext cx="5562601" cy="396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SWEAR (V.13c)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YOU SHALL NOT GO (V.14)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YOU SHALL NOT TEMPT (V</a:t>
            </a:r>
            <a:r>
              <a:rPr lang="en-US" sz="3200">
                <a:solidFill>
                  <a:prstClr val="black"/>
                </a:solidFill>
                <a:latin typeface="Calibri" panose="020F0502020204030204"/>
              </a:rPr>
              <a:t>.16)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KEEP (V.17)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YOU SHALL DO (V.18)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YOU SHALL CAST OUT (V.19)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YOU SHALL SAY (V.21)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320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8382-500A-4AAA-8E9A-3E50685EF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8338-86A4-4503-8365-A251AF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98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46</TotalTime>
  <Words>112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Corbel</vt:lpstr>
      <vt:lpstr>Parallax</vt:lpstr>
      <vt:lpstr>ACTIONS SPEAK LOUDLY</vt:lpstr>
      <vt:lpstr>ACTIONS SPEAK LOUDLY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ACTIONS SPEAK LOUDLY</dc:title>
  <dc:creator>josh Hetrick</dc:creator>
  <cp:lastModifiedBy>josh Hetrick</cp:lastModifiedBy>
  <cp:revision>5</cp:revision>
  <dcterms:created xsi:type="dcterms:W3CDTF">2020-12-02T18:03:03Z</dcterms:created>
  <dcterms:modified xsi:type="dcterms:W3CDTF">2020-12-02T18:51:37Z</dcterms:modified>
</cp:coreProperties>
</file>
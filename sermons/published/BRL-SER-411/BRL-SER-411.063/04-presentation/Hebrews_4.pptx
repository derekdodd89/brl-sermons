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54" r:id="rId2"/>
    <p:sldMasterId id="2147483662" r:id="rId3"/>
    <p:sldMasterId id="2147483664" r:id="rId4"/>
  </p:sldMasterIdLst>
  <p:sldIdLst>
    <p:sldId id="256" r:id="rId5"/>
    <p:sldId id="257" r:id="rId6"/>
    <p:sldId id="265" r:id="rId7"/>
    <p:sldId id="258" r:id="rId8"/>
    <p:sldId id="259" r:id="rId9"/>
    <p:sldId id="260" r:id="rId10"/>
    <p:sldId id="266" r:id="rId11"/>
    <p:sldId id="261" r:id="rId12"/>
    <p:sldId id="262" r:id="rId13"/>
    <p:sldId id="263" r:id="rId14"/>
    <p:sldId id="267" r:id="rId15"/>
    <p:sldId id="264" r:id="rId16"/>
    <p:sldId id="268" r:id="rId17"/>
    <p:sldId id="269" r:id="rId18"/>
    <p:sldId id="270" r:id="rId19"/>
    <p:sldId id="271" r:id="rId20"/>
    <p:sldId id="272" r:id="rId21"/>
    <p:sldId id="273" r:id="rId22"/>
    <p:sldId id="274" r:id="rId23"/>
    <p:sldId id="275" r:id="rId24"/>
    <p:sldId id="276" r:id="rId25"/>
    <p:sldId id="279" r:id="rId26"/>
    <p:sldId id="277" r:id="rId27"/>
    <p:sldId id="280" r:id="rId28"/>
    <p:sldId id="278"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6" r:id="rId43"/>
    <p:sldId id="297" r:id="rId44"/>
    <p:sldId id="298" r:id="rId45"/>
    <p:sldId id="299" r:id="rId46"/>
    <p:sldId id="300" r:id="rId47"/>
    <p:sldId id="301" r:id="rId48"/>
    <p:sldId id="302" r:id="rId49"/>
    <p:sldId id="303" r:id="rId50"/>
    <p:sldId id="304" r:id="rId51"/>
    <p:sldId id="305" r:id="rId52"/>
    <p:sldId id="306" r:id="rId5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0800" autoAdjust="0"/>
    <p:restoredTop sz="94660"/>
  </p:normalViewPr>
  <p:slideViewPr>
    <p:cSldViewPr>
      <p:cViewPr varScale="1">
        <p:scale>
          <a:sx n="71" d="100"/>
          <a:sy n="71" d="100"/>
        </p:scale>
        <p:origin x="-9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386" name="Group 2">
            <a:extLst>
              <a:ext uri="{FF2B5EF4-FFF2-40B4-BE49-F238E27FC236}">
                <a16:creationId xmlns:a16="http://schemas.microsoft.com/office/drawing/2014/main" id="{CA766481-E73B-48E2-B93B-4D758EF52C79}"/>
              </a:ext>
            </a:extLst>
          </p:cNvPr>
          <p:cNvGrpSpPr>
            <a:grpSpLocks/>
          </p:cNvGrpSpPr>
          <p:nvPr/>
        </p:nvGrpSpPr>
        <p:grpSpPr bwMode="auto">
          <a:xfrm>
            <a:off x="0" y="0"/>
            <a:ext cx="9140825" cy="6850063"/>
            <a:chOff x="0" y="0"/>
            <a:chExt cx="5758" cy="4315"/>
          </a:xfrm>
        </p:grpSpPr>
        <p:grpSp>
          <p:nvGrpSpPr>
            <p:cNvPr id="16387" name="Group 3">
              <a:extLst>
                <a:ext uri="{FF2B5EF4-FFF2-40B4-BE49-F238E27FC236}">
                  <a16:creationId xmlns:a16="http://schemas.microsoft.com/office/drawing/2014/main" id="{CFEBC1ED-8F8A-4EEE-9963-206F515C0B20}"/>
                </a:ext>
              </a:extLst>
            </p:cNvPr>
            <p:cNvGrpSpPr>
              <a:grpSpLocks/>
            </p:cNvGrpSpPr>
            <p:nvPr userDrawn="1"/>
          </p:nvGrpSpPr>
          <p:grpSpPr bwMode="auto">
            <a:xfrm>
              <a:off x="1728" y="2230"/>
              <a:ext cx="4027" cy="2085"/>
              <a:chOff x="1728" y="2230"/>
              <a:chExt cx="4027" cy="2085"/>
            </a:xfrm>
          </p:grpSpPr>
          <p:sp>
            <p:nvSpPr>
              <p:cNvPr id="16388" name="Freeform 4">
                <a:extLst>
                  <a:ext uri="{FF2B5EF4-FFF2-40B4-BE49-F238E27FC236}">
                    <a16:creationId xmlns:a16="http://schemas.microsoft.com/office/drawing/2014/main" id="{A42E5AAC-B4B2-46DD-8430-55A47F946324}"/>
                  </a:ext>
                </a:extLst>
              </p:cNvPr>
              <p:cNvSpPr>
                <a:spLocks/>
              </p:cNvSpPr>
              <p:nvPr/>
            </p:nvSpPr>
            <p:spPr bwMode="hidden">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89" name="Freeform 5">
                <a:extLst>
                  <a:ext uri="{FF2B5EF4-FFF2-40B4-BE49-F238E27FC236}">
                    <a16:creationId xmlns:a16="http://schemas.microsoft.com/office/drawing/2014/main" id="{9442AEC4-FA79-4122-B5A1-149F9EC35A00}"/>
                  </a:ext>
                </a:extLst>
              </p:cNvPr>
              <p:cNvSpPr>
                <a:spLocks/>
              </p:cNvSpPr>
              <p:nvPr/>
            </p:nvSpPr>
            <p:spPr bwMode="hidden">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90" name="Freeform 6">
                <a:extLst>
                  <a:ext uri="{FF2B5EF4-FFF2-40B4-BE49-F238E27FC236}">
                    <a16:creationId xmlns:a16="http://schemas.microsoft.com/office/drawing/2014/main" id="{2205078E-F162-4B8B-BB5C-5232582221C5}"/>
                  </a:ext>
                </a:extLst>
              </p:cNvPr>
              <p:cNvSpPr>
                <a:spLocks/>
              </p:cNvSpPr>
              <p:nvPr/>
            </p:nvSpPr>
            <p:spPr bwMode="hidden">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91" name="Freeform 7">
                <a:extLst>
                  <a:ext uri="{FF2B5EF4-FFF2-40B4-BE49-F238E27FC236}">
                    <a16:creationId xmlns:a16="http://schemas.microsoft.com/office/drawing/2014/main" id="{762E88DE-D788-4976-B30C-A999A67D4293}"/>
                  </a:ext>
                </a:extLst>
              </p:cNvPr>
              <p:cNvSpPr>
                <a:spLocks/>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92" name="Freeform 8">
                <a:extLst>
                  <a:ext uri="{FF2B5EF4-FFF2-40B4-BE49-F238E27FC236}">
                    <a16:creationId xmlns:a16="http://schemas.microsoft.com/office/drawing/2014/main" id="{A63FF042-5436-4598-9970-6CD0237FBC68}"/>
                  </a:ext>
                </a:extLst>
              </p:cNvPr>
              <p:cNvSpPr>
                <a:spLocks/>
              </p:cNvSpPr>
              <p:nvPr/>
            </p:nvSpPr>
            <p:spPr bwMode="hidden">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6393" name="Freeform 9">
              <a:extLst>
                <a:ext uri="{FF2B5EF4-FFF2-40B4-BE49-F238E27FC236}">
                  <a16:creationId xmlns:a16="http://schemas.microsoft.com/office/drawing/2014/main" id="{6DDBEA96-FFE7-4E39-9E79-A216ABEFCC23}"/>
                </a:ext>
              </a:extLst>
            </p:cNvPr>
            <p:cNvSpPr>
              <a:spLocks/>
            </p:cNvSpPr>
            <p:nvPr/>
          </p:nvSpPr>
          <p:spPr bwMode="hidden">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94" name="Freeform 10">
              <a:extLst>
                <a:ext uri="{FF2B5EF4-FFF2-40B4-BE49-F238E27FC236}">
                  <a16:creationId xmlns:a16="http://schemas.microsoft.com/office/drawing/2014/main" id="{680095E6-5A26-4FAE-B522-32CC51303C8C}"/>
                </a:ext>
              </a:extLst>
            </p:cNvPr>
            <p:cNvSpPr>
              <a:spLocks/>
            </p:cNvSpPr>
            <p:nvPr/>
          </p:nvSpPr>
          <p:spPr bwMode="hidden">
            <a:xfrm>
              <a:off x="0" y="0"/>
              <a:ext cx="5758" cy="1776"/>
            </a:xfrm>
            <a:custGeom>
              <a:avLst/>
              <a:gdLst>
                <a:gd name="T0" fmla="*/ 0 w 5740"/>
                <a:gd name="T1" fmla="*/ 0 h 1906"/>
                <a:gd name="T2" fmla="*/ 0 w 5740"/>
                <a:gd name="T3" fmla="*/ 1906 h 1906"/>
                <a:gd name="T4" fmla="*/ 5740 w 5740"/>
                <a:gd name="T5" fmla="*/ 1906 h 1906"/>
                <a:gd name="T6" fmla="*/ 5740 w 5740"/>
                <a:gd name="T7" fmla="*/ 0 h 1906"/>
                <a:gd name="T8" fmla="*/ 0 w 5740"/>
                <a:gd name="T9" fmla="*/ 0 h 1906"/>
                <a:gd name="T10" fmla="*/ 0 w 5740"/>
                <a:gd name="T11" fmla="*/ 0 h 1906"/>
              </a:gdLst>
              <a:ahLst/>
              <a:cxnLst>
                <a:cxn ang="0">
                  <a:pos x="T0" y="T1"/>
                </a:cxn>
                <a:cxn ang="0">
                  <a:pos x="T2" y="T3"/>
                </a:cxn>
                <a:cxn ang="0">
                  <a:pos x="T4" y="T5"/>
                </a:cxn>
                <a:cxn ang="0">
                  <a:pos x="T6" y="T7"/>
                </a:cxn>
                <a:cxn ang="0">
                  <a:pos x="T8" y="T9"/>
                </a:cxn>
                <a:cxn ang="0">
                  <a:pos x="T10" y="T11"/>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6395" name="Rectangle 11">
            <a:extLst>
              <a:ext uri="{FF2B5EF4-FFF2-40B4-BE49-F238E27FC236}">
                <a16:creationId xmlns:a16="http://schemas.microsoft.com/office/drawing/2014/main" id="{ECA59ADC-68CE-4BEA-9F7E-2AE97EB6ADE6}"/>
              </a:ext>
            </a:extLst>
          </p:cNvPr>
          <p:cNvSpPr>
            <a:spLocks noGrp="1" noChangeArrowheads="1"/>
          </p:cNvSpPr>
          <p:nvPr>
            <p:ph type="ctrTitle" sz="quarter"/>
          </p:nvPr>
        </p:nvSpPr>
        <p:spPr>
          <a:xfrm>
            <a:off x="685800" y="1736725"/>
            <a:ext cx="7772400" cy="1920875"/>
          </a:xfrm>
        </p:spPr>
        <p:txBody>
          <a:bodyPr/>
          <a:lstStyle>
            <a:lvl1pPr>
              <a:defRPr sz="6000"/>
            </a:lvl1pPr>
          </a:lstStyle>
          <a:p>
            <a:pPr lvl="0"/>
            <a:r>
              <a:rPr lang="en-US" altLang="en-US" noProof="0"/>
              <a:t>Click to edit Master title style</a:t>
            </a:r>
          </a:p>
        </p:txBody>
      </p:sp>
      <p:sp>
        <p:nvSpPr>
          <p:cNvPr id="16396" name="Rectangle 12">
            <a:extLst>
              <a:ext uri="{FF2B5EF4-FFF2-40B4-BE49-F238E27FC236}">
                <a16:creationId xmlns:a16="http://schemas.microsoft.com/office/drawing/2014/main" id="{4F63992D-7C4F-43BE-A9E3-FF0621790BB2}"/>
              </a:ext>
            </a:extLst>
          </p:cNvPr>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6397" name="Rectangle 13">
            <a:extLst>
              <a:ext uri="{FF2B5EF4-FFF2-40B4-BE49-F238E27FC236}">
                <a16:creationId xmlns:a16="http://schemas.microsoft.com/office/drawing/2014/main" id="{AB9991BA-9FD0-4D40-82BC-75E6FA8B360F}"/>
              </a:ext>
            </a:extLst>
          </p:cNvPr>
          <p:cNvSpPr>
            <a:spLocks noGrp="1" noChangeArrowheads="1"/>
          </p:cNvSpPr>
          <p:nvPr>
            <p:ph type="dt" sz="quarter" idx="2"/>
          </p:nvPr>
        </p:nvSpPr>
        <p:spPr>
          <a:xfrm>
            <a:off x="457200" y="6248400"/>
            <a:ext cx="2133600" cy="476250"/>
          </a:xfrm>
        </p:spPr>
        <p:txBody>
          <a:bodyPr/>
          <a:lstStyle>
            <a:lvl1pPr>
              <a:defRPr/>
            </a:lvl1pPr>
          </a:lstStyle>
          <a:p>
            <a:endParaRPr lang="en-US" altLang="en-US"/>
          </a:p>
        </p:txBody>
      </p:sp>
      <p:sp>
        <p:nvSpPr>
          <p:cNvPr id="16398" name="Rectangle 14">
            <a:extLst>
              <a:ext uri="{FF2B5EF4-FFF2-40B4-BE49-F238E27FC236}">
                <a16:creationId xmlns:a16="http://schemas.microsoft.com/office/drawing/2014/main" id="{230F36F7-9603-4251-9039-82024498F9F2}"/>
              </a:ext>
            </a:extLst>
          </p:cNvPr>
          <p:cNvSpPr>
            <a:spLocks noGrp="1" noChangeArrowheads="1"/>
          </p:cNvSpPr>
          <p:nvPr>
            <p:ph type="ftr" sz="quarter" idx="3"/>
          </p:nvPr>
        </p:nvSpPr>
        <p:spPr>
          <a:xfrm>
            <a:off x="3124200" y="6251575"/>
            <a:ext cx="2895600" cy="476250"/>
          </a:xfrm>
        </p:spPr>
        <p:txBody>
          <a:bodyPr/>
          <a:lstStyle>
            <a:lvl1pPr>
              <a:defRPr/>
            </a:lvl1pPr>
          </a:lstStyle>
          <a:p>
            <a:endParaRPr lang="en-US" altLang="en-US"/>
          </a:p>
        </p:txBody>
      </p:sp>
      <p:sp>
        <p:nvSpPr>
          <p:cNvPr id="16399" name="Rectangle 15">
            <a:extLst>
              <a:ext uri="{FF2B5EF4-FFF2-40B4-BE49-F238E27FC236}">
                <a16:creationId xmlns:a16="http://schemas.microsoft.com/office/drawing/2014/main" id="{1FB8C9B2-9472-47A7-A82E-91E818A257A9}"/>
              </a:ext>
            </a:extLst>
          </p:cNvPr>
          <p:cNvSpPr>
            <a:spLocks noGrp="1" noChangeArrowheads="1"/>
          </p:cNvSpPr>
          <p:nvPr>
            <p:ph type="sldNum" sz="quarter" idx="4"/>
          </p:nvPr>
        </p:nvSpPr>
        <p:spPr>
          <a:xfrm>
            <a:off x="6553200" y="6254750"/>
            <a:ext cx="2133600" cy="476250"/>
          </a:xfrm>
        </p:spPr>
        <p:txBody>
          <a:bodyPr/>
          <a:lstStyle>
            <a:lvl1pPr>
              <a:defRPr/>
            </a:lvl1pPr>
          </a:lstStyle>
          <a:p>
            <a:fld id="{157993E4-0160-4AA9-A1EA-5C3FB4161C11}"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61D27-B2E3-4A31-99E6-7DFAD1BCB0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7B53D7-C03C-48D9-A297-EB8E6B14C2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320C33-ABA2-46BD-A46A-EEC6D6975EBE}"/>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00873C67-1E86-47EB-A94C-F06B1B52CB44}"/>
              </a:ext>
            </a:extLst>
          </p:cNvPr>
          <p:cNvSpPr>
            <a:spLocks noGrp="1"/>
          </p:cNvSpPr>
          <p:nvPr>
            <p:ph type="sldNum" sz="quarter" idx="11"/>
          </p:nvPr>
        </p:nvSpPr>
        <p:spPr/>
        <p:txBody>
          <a:bodyPr/>
          <a:lstStyle>
            <a:lvl1pPr>
              <a:defRPr/>
            </a:lvl1pPr>
          </a:lstStyle>
          <a:p>
            <a:fld id="{B6DB7244-90CA-4FFF-B838-BB8B8787B7EE}" type="slidenum">
              <a:rPr lang="en-US" altLang="en-US"/>
              <a:pPr/>
              <a:t>‹#›</a:t>
            </a:fld>
            <a:endParaRPr lang="en-US" altLang="en-US"/>
          </a:p>
        </p:txBody>
      </p:sp>
      <p:sp>
        <p:nvSpPr>
          <p:cNvPr id="6" name="Footer Placeholder 5">
            <a:extLst>
              <a:ext uri="{FF2B5EF4-FFF2-40B4-BE49-F238E27FC236}">
                <a16:creationId xmlns:a16="http://schemas.microsoft.com/office/drawing/2014/main" id="{E3238B10-3AD3-4EB6-8645-553DA4EBE32F}"/>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3851987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8DB6-05DE-4B50-9E6A-5AFA65CA3C8F}"/>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72A8A2-291D-4EEF-9401-FFF3A245297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8B1F0180-71C8-4486-BCE9-1DF061C120EE}"/>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B6E4BF2-FA5F-403A-AD4E-D9E7195D49C4}"/>
              </a:ext>
            </a:extLst>
          </p:cNvPr>
          <p:cNvSpPr>
            <a:spLocks noGrp="1"/>
          </p:cNvSpPr>
          <p:nvPr>
            <p:ph type="sldNum" sz="quarter" idx="11"/>
          </p:nvPr>
        </p:nvSpPr>
        <p:spPr/>
        <p:txBody>
          <a:bodyPr/>
          <a:lstStyle>
            <a:lvl1pPr>
              <a:defRPr/>
            </a:lvl1pPr>
          </a:lstStyle>
          <a:p>
            <a:fld id="{52C76E29-0042-4208-B0E5-58AED4B7314A}" type="slidenum">
              <a:rPr lang="en-US" altLang="en-US"/>
              <a:pPr/>
              <a:t>‹#›</a:t>
            </a:fld>
            <a:endParaRPr lang="en-US" altLang="en-US"/>
          </a:p>
        </p:txBody>
      </p:sp>
      <p:sp>
        <p:nvSpPr>
          <p:cNvPr id="6" name="Footer Placeholder 5">
            <a:extLst>
              <a:ext uri="{FF2B5EF4-FFF2-40B4-BE49-F238E27FC236}">
                <a16:creationId xmlns:a16="http://schemas.microsoft.com/office/drawing/2014/main" id="{187FCA01-D007-411D-B75B-8C9579B33D2A}"/>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3206346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0B2B1-E0E7-434B-959B-9115B9ED93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330A55-2A74-405C-8D5F-D5186CA68D1C}"/>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C17B83-96BE-4A2C-BEC0-6A772097E256}"/>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E8E58-7D04-44F3-9BE6-9A2596A5066F}"/>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699D0A0-4A40-4F51-9AC3-9FC9432DA3C4}"/>
              </a:ext>
            </a:extLst>
          </p:cNvPr>
          <p:cNvSpPr>
            <a:spLocks noGrp="1"/>
          </p:cNvSpPr>
          <p:nvPr>
            <p:ph type="sldNum" sz="quarter" idx="11"/>
          </p:nvPr>
        </p:nvSpPr>
        <p:spPr/>
        <p:txBody>
          <a:bodyPr/>
          <a:lstStyle>
            <a:lvl1pPr>
              <a:defRPr/>
            </a:lvl1pPr>
          </a:lstStyle>
          <a:p>
            <a:fld id="{D323D4B0-B6EC-4E62-9D76-226F7871A7F3}" type="slidenum">
              <a:rPr lang="en-US" altLang="en-US"/>
              <a:pPr/>
              <a:t>‹#›</a:t>
            </a:fld>
            <a:endParaRPr lang="en-US" altLang="en-US"/>
          </a:p>
        </p:txBody>
      </p:sp>
      <p:sp>
        <p:nvSpPr>
          <p:cNvPr id="7" name="Footer Placeholder 6">
            <a:extLst>
              <a:ext uri="{FF2B5EF4-FFF2-40B4-BE49-F238E27FC236}">
                <a16:creationId xmlns:a16="http://schemas.microsoft.com/office/drawing/2014/main" id="{A5F3EF74-904C-435D-8936-D20583BD7C4C}"/>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301861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F07A-B437-40BC-BF27-CE4BF252E6B1}"/>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F30581-0F56-411C-94FD-577D31E0088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5A82A7-D0DE-4B1D-AB77-D4AF25013D4C}"/>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B5517F-F78A-4F60-8C8E-EB8CF01FA71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35E515-053E-4E92-A190-136E94DBEFE9}"/>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797780-B8A5-4102-A9D7-1A4C04F50120}"/>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28673110-E8B0-4229-896A-19DFAF27BE69}"/>
              </a:ext>
            </a:extLst>
          </p:cNvPr>
          <p:cNvSpPr>
            <a:spLocks noGrp="1"/>
          </p:cNvSpPr>
          <p:nvPr>
            <p:ph type="sldNum" sz="quarter" idx="11"/>
          </p:nvPr>
        </p:nvSpPr>
        <p:spPr/>
        <p:txBody>
          <a:bodyPr/>
          <a:lstStyle>
            <a:lvl1pPr>
              <a:defRPr/>
            </a:lvl1pPr>
          </a:lstStyle>
          <a:p>
            <a:fld id="{E8352FE3-25F2-4A36-A9EE-F7CBE8A18E7F}" type="slidenum">
              <a:rPr lang="en-US" altLang="en-US"/>
              <a:pPr/>
              <a:t>‹#›</a:t>
            </a:fld>
            <a:endParaRPr lang="en-US" altLang="en-US"/>
          </a:p>
        </p:txBody>
      </p:sp>
      <p:sp>
        <p:nvSpPr>
          <p:cNvPr id="9" name="Footer Placeholder 8">
            <a:extLst>
              <a:ext uri="{FF2B5EF4-FFF2-40B4-BE49-F238E27FC236}">
                <a16:creationId xmlns:a16="http://schemas.microsoft.com/office/drawing/2014/main" id="{8D1DA908-E357-4D4B-BDF6-56B0FEC861B4}"/>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41646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5220F-2F93-40C1-B54A-FE2B683FD3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D3BEF0-DA37-4060-B224-9CD1A4F5AFC2}"/>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BE609B5D-B236-406D-B138-FE1BB2290648}"/>
              </a:ext>
            </a:extLst>
          </p:cNvPr>
          <p:cNvSpPr>
            <a:spLocks noGrp="1"/>
          </p:cNvSpPr>
          <p:nvPr>
            <p:ph type="sldNum" sz="quarter" idx="11"/>
          </p:nvPr>
        </p:nvSpPr>
        <p:spPr/>
        <p:txBody>
          <a:bodyPr/>
          <a:lstStyle>
            <a:lvl1pPr>
              <a:defRPr/>
            </a:lvl1pPr>
          </a:lstStyle>
          <a:p>
            <a:fld id="{4CC7DA70-72F4-4679-BC44-C84BF8736E0B}" type="slidenum">
              <a:rPr lang="en-US" altLang="en-US"/>
              <a:pPr/>
              <a:t>‹#›</a:t>
            </a:fld>
            <a:endParaRPr lang="en-US" altLang="en-US"/>
          </a:p>
        </p:txBody>
      </p:sp>
      <p:sp>
        <p:nvSpPr>
          <p:cNvPr id="5" name="Footer Placeholder 4">
            <a:extLst>
              <a:ext uri="{FF2B5EF4-FFF2-40B4-BE49-F238E27FC236}">
                <a16:creationId xmlns:a16="http://schemas.microsoft.com/office/drawing/2014/main" id="{090416AB-E301-4082-87B1-6A70ABC0EEAF}"/>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375742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C0410A-F4FE-43FB-87DC-567CDD3A50EC}"/>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1312994E-FC7F-4EEB-AE41-FD3BA6E195DC}"/>
              </a:ext>
            </a:extLst>
          </p:cNvPr>
          <p:cNvSpPr>
            <a:spLocks noGrp="1"/>
          </p:cNvSpPr>
          <p:nvPr>
            <p:ph type="sldNum" sz="quarter" idx="11"/>
          </p:nvPr>
        </p:nvSpPr>
        <p:spPr/>
        <p:txBody>
          <a:bodyPr/>
          <a:lstStyle>
            <a:lvl1pPr>
              <a:defRPr/>
            </a:lvl1pPr>
          </a:lstStyle>
          <a:p>
            <a:fld id="{47FC495A-552E-4AAF-A843-58D43BA8900E}" type="slidenum">
              <a:rPr lang="en-US" altLang="en-US"/>
              <a:pPr/>
              <a:t>‹#›</a:t>
            </a:fld>
            <a:endParaRPr lang="en-US" altLang="en-US"/>
          </a:p>
        </p:txBody>
      </p:sp>
      <p:sp>
        <p:nvSpPr>
          <p:cNvPr id="4" name="Footer Placeholder 3">
            <a:extLst>
              <a:ext uri="{FF2B5EF4-FFF2-40B4-BE49-F238E27FC236}">
                <a16:creationId xmlns:a16="http://schemas.microsoft.com/office/drawing/2014/main" id="{72167A0D-A4CF-449C-8853-554368CF8861}"/>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2632946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6A10-1FED-468B-882C-447BAA6677A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525CEF-A7AE-4CD2-97A8-285581EBCEF4}"/>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652B43-02D9-4634-9BE8-8EFD5E66775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618023-21DC-4D90-BD22-34B2502D48A8}"/>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9E180BE-4396-4DB8-A058-5C93FCDAB6EE}"/>
              </a:ext>
            </a:extLst>
          </p:cNvPr>
          <p:cNvSpPr>
            <a:spLocks noGrp="1"/>
          </p:cNvSpPr>
          <p:nvPr>
            <p:ph type="sldNum" sz="quarter" idx="11"/>
          </p:nvPr>
        </p:nvSpPr>
        <p:spPr/>
        <p:txBody>
          <a:bodyPr/>
          <a:lstStyle>
            <a:lvl1pPr>
              <a:defRPr/>
            </a:lvl1pPr>
          </a:lstStyle>
          <a:p>
            <a:fld id="{8A64FD67-978D-4238-8961-D815124529D9}" type="slidenum">
              <a:rPr lang="en-US" altLang="en-US"/>
              <a:pPr/>
              <a:t>‹#›</a:t>
            </a:fld>
            <a:endParaRPr lang="en-US" altLang="en-US"/>
          </a:p>
        </p:txBody>
      </p:sp>
      <p:sp>
        <p:nvSpPr>
          <p:cNvPr id="7" name="Footer Placeholder 6">
            <a:extLst>
              <a:ext uri="{FF2B5EF4-FFF2-40B4-BE49-F238E27FC236}">
                <a16:creationId xmlns:a16="http://schemas.microsoft.com/office/drawing/2014/main" id="{B36F10EF-19DB-40D4-9D28-B52C73025B5B}"/>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3192021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37D1B-3FA1-46E7-A561-244507E7CEB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924B32-AC16-4070-A639-AE486661EC9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E2C214-E17B-4D18-B727-DF56FC0008A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D6E1FB-023A-425F-8417-BEB33D654A71}"/>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8AA5955-527C-455F-A726-331606277543}"/>
              </a:ext>
            </a:extLst>
          </p:cNvPr>
          <p:cNvSpPr>
            <a:spLocks noGrp="1"/>
          </p:cNvSpPr>
          <p:nvPr>
            <p:ph type="sldNum" sz="quarter" idx="11"/>
          </p:nvPr>
        </p:nvSpPr>
        <p:spPr/>
        <p:txBody>
          <a:bodyPr/>
          <a:lstStyle>
            <a:lvl1pPr>
              <a:defRPr/>
            </a:lvl1pPr>
          </a:lstStyle>
          <a:p>
            <a:fld id="{8B84F235-44DC-4395-B135-650412A6E1FF}" type="slidenum">
              <a:rPr lang="en-US" altLang="en-US"/>
              <a:pPr/>
              <a:t>‹#›</a:t>
            </a:fld>
            <a:endParaRPr lang="en-US" altLang="en-US"/>
          </a:p>
        </p:txBody>
      </p:sp>
      <p:sp>
        <p:nvSpPr>
          <p:cNvPr id="7" name="Footer Placeholder 6">
            <a:extLst>
              <a:ext uri="{FF2B5EF4-FFF2-40B4-BE49-F238E27FC236}">
                <a16:creationId xmlns:a16="http://schemas.microsoft.com/office/drawing/2014/main" id="{E5A592CD-6532-4271-902A-D56318462CF9}"/>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1055900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6402-961C-4F74-93EC-A06532446D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3E7575-5C94-47B7-A548-3C065ECBD4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E21411-7E2A-4E45-8876-C6D7C6D7A213}"/>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BFD173B7-9CAB-41A4-A954-2C54F8548617}"/>
              </a:ext>
            </a:extLst>
          </p:cNvPr>
          <p:cNvSpPr>
            <a:spLocks noGrp="1"/>
          </p:cNvSpPr>
          <p:nvPr>
            <p:ph type="sldNum" sz="quarter" idx="11"/>
          </p:nvPr>
        </p:nvSpPr>
        <p:spPr/>
        <p:txBody>
          <a:bodyPr/>
          <a:lstStyle>
            <a:lvl1pPr>
              <a:defRPr/>
            </a:lvl1pPr>
          </a:lstStyle>
          <a:p>
            <a:fld id="{C3AF66C2-5929-405D-A6D9-AC51BF0C9F66}" type="slidenum">
              <a:rPr lang="en-US" altLang="en-US"/>
              <a:pPr/>
              <a:t>‹#›</a:t>
            </a:fld>
            <a:endParaRPr lang="en-US" altLang="en-US"/>
          </a:p>
        </p:txBody>
      </p:sp>
      <p:sp>
        <p:nvSpPr>
          <p:cNvPr id="6" name="Footer Placeholder 5">
            <a:extLst>
              <a:ext uri="{FF2B5EF4-FFF2-40B4-BE49-F238E27FC236}">
                <a16:creationId xmlns:a16="http://schemas.microsoft.com/office/drawing/2014/main" id="{8AF4EF79-00BF-4E6A-88FD-CA7CCCBEACC0}"/>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2256327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F8FA14-7E29-4193-956B-67C29D342BA7}"/>
              </a:ext>
            </a:extLst>
          </p:cNvPr>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A93883-E43A-469B-8697-C85C2CB1BA30}"/>
              </a:ext>
            </a:extLst>
          </p:cNvPr>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480557-7997-4E6C-B0A9-5938C6804809}"/>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D372C37E-2A4C-4E85-8884-14D106EDFF3A}"/>
              </a:ext>
            </a:extLst>
          </p:cNvPr>
          <p:cNvSpPr>
            <a:spLocks noGrp="1"/>
          </p:cNvSpPr>
          <p:nvPr>
            <p:ph type="sldNum" sz="quarter" idx="11"/>
          </p:nvPr>
        </p:nvSpPr>
        <p:spPr/>
        <p:txBody>
          <a:bodyPr/>
          <a:lstStyle>
            <a:lvl1pPr>
              <a:defRPr/>
            </a:lvl1pPr>
          </a:lstStyle>
          <a:p>
            <a:fld id="{3268F90B-9C64-483E-8647-DC1E8B7615B4}" type="slidenum">
              <a:rPr lang="en-US" altLang="en-US"/>
              <a:pPr/>
              <a:t>‹#›</a:t>
            </a:fld>
            <a:endParaRPr lang="en-US" altLang="en-US"/>
          </a:p>
        </p:txBody>
      </p:sp>
      <p:sp>
        <p:nvSpPr>
          <p:cNvPr id="6" name="Footer Placeholder 5">
            <a:extLst>
              <a:ext uri="{FF2B5EF4-FFF2-40B4-BE49-F238E27FC236}">
                <a16:creationId xmlns:a16="http://schemas.microsoft.com/office/drawing/2014/main" id="{953FC385-50D4-452C-B038-9C4DB010CE6D}"/>
              </a:ext>
            </a:extLst>
          </p:cNvPr>
          <p:cNvSpPr>
            <a:spLocks noGrp="1"/>
          </p:cNvSpPr>
          <p:nvPr>
            <p:ph type="ftr" sz="quarter" idx="12"/>
          </p:nvPr>
        </p:nvSpPr>
        <p:spPr/>
        <p:txBody>
          <a:bodyPr/>
          <a:lstStyle>
            <a:lvl1pPr>
              <a:defRPr/>
            </a:lvl1pPr>
          </a:lstStyle>
          <a:p>
            <a:endParaRPr lang="en-US" altLang="en-US"/>
          </a:p>
        </p:txBody>
      </p:sp>
    </p:spTree>
    <p:extLst>
      <p:ext uri="{BB962C8B-B14F-4D97-AF65-F5344CB8AC3E}">
        <p14:creationId xmlns:p14="http://schemas.microsoft.com/office/powerpoint/2010/main" val="22685714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4578" name="Group 2">
            <a:extLst>
              <a:ext uri="{FF2B5EF4-FFF2-40B4-BE49-F238E27FC236}">
                <a16:creationId xmlns:a16="http://schemas.microsoft.com/office/drawing/2014/main" id="{1E14B3C7-CDA4-4030-9DEB-3E5734B48D72}"/>
              </a:ext>
            </a:extLst>
          </p:cNvPr>
          <p:cNvGrpSpPr>
            <a:grpSpLocks/>
          </p:cNvGrpSpPr>
          <p:nvPr/>
        </p:nvGrpSpPr>
        <p:grpSpPr bwMode="auto">
          <a:xfrm>
            <a:off x="0" y="0"/>
            <a:ext cx="9159875" cy="6858000"/>
            <a:chOff x="0" y="0"/>
            <a:chExt cx="5770" cy="4320"/>
          </a:xfrm>
        </p:grpSpPr>
        <p:sp>
          <p:nvSpPr>
            <p:cNvPr id="24579" name="Rectangle 3">
              <a:extLst>
                <a:ext uri="{FF2B5EF4-FFF2-40B4-BE49-F238E27FC236}">
                  <a16:creationId xmlns:a16="http://schemas.microsoft.com/office/drawing/2014/main" id="{CE0C755F-102A-4FBB-B0F4-996ED5C95CBE}"/>
                </a:ext>
              </a:extLst>
            </p:cNvPr>
            <p:cNvSpPr>
              <a:spLocks noChangeArrowheads="1"/>
            </p:cNvSpPr>
            <p:nvPr userDrawn="1"/>
          </p:nvSpPr>
          <p:spPr bwMode="hidden">
            <a:xfrm>
              <a:off x="5232" y="1"/>
              <a:ext cx="528" cy="4319"/>
            </a:xfrm>
            <a:prstGeom prst="rect">
              <a:avLst/>
            </a:prstGeom>
            <a:gradFill rotWithShape="0">
              <a:gsLst>
                <a:gs pos="0">
                  <a:schemeClr val="accent2"/>
                </a:gs>
                <a:gs pos="100000">
                  <a:schemeClr val="accent2">
                    <a:gamma/>
                    <a:tint val="94118"/>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0" name="Rectangle 4">
              <a:extLst>
                <a:ext uri="{FF2B5EF4-FFF2-40B4-BE49-F238E27FC236}">
                  <a16:creationId xmlns:a16="http://schemas.microsoft.com/office/drawing/2014/main" id="{80AEA7E7-CB0E-4431-9C65-76DB427FB745}"/>
                </a:ext>
              </a:extLst>
            </p:cNvPr>
            <p:cNvSpPr>
              <a:spLocks noChangeArrowheads="1"/>
            </p:cNvSpPr>
            <p:nvPr userDrawn="1"/>
          </p:nvSpPr>
          <p:spPr bwMode="hidden">
            <a:xfrm>
              <a:off x="1056" y="0"/>
              <a:ext cx="192"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1" name="Rectangle 5">
              <a:extLst>
                <a:ext uri="{FF2B5EF4-FFF2-40B4-BE49-F238E27FC236}">
                  <a16:creationId xmlns:a16="http://schemas.microsoft.com/office/drawing/2014/main" id="{E403C720-712A-48DD-B719-F263213AB099}"/>
                </a:ext>
              </a:extLst>
            </p:cNvPr>
            <p:cNvSpPr>
              <a:spLocks noChangeArrowheads="1"/>
            </p:cNvSpPr>
            <p:nvPr userDrawn="1"/>
          </p:nvSpPr>
          <p:spPr bwMode="hidden">
            <a:xfrm>
              <a:off x="1728" y="0"/>
              <a:ext cx="432"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2" name="Rectangle 6">
              <a:extLst>
                <a:ext uri="{FF2B5EF4-FFF2-40B4-BE49-F238E27FC236}">
                  <a16:creationId xmlns:a16="http://schemas.microsoft.com/office/drawing/2014/main" id="{AF6575C4-3353-408E-A40B-1BCC94DD1F21}"/>
                </a:ext>
              </a:extLst>
            </p:cNvPr>
            <p:cNvSpPr>
              <a:spLocks noChangeArrowheads="1"/>
            </p:cNvSpPr>
            <p:nvPr userDrawn="1"/>
          </p:nvSpPr>
          <p:spPr bwMode="hidden">
            <a:xfrm>
              <a:off x="2256" y="0"/>
              <a:ext cx="240" cy="43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3" name="Rectangle 7">
              <a:extLst>
                <a:ext uri="{FF2B5EF4-FFF2-40B4-BE49-F238E27FC236}">
                  <a16:creationId xmlns:a16="http://schemas.microsoft.com/office/drawing/2014/main" id="{D7F270DC-20B7-42A5-9663-37F10E4F390B}"/>
                </a:ext>
              </a:extLst>
            </p:cNvPr>
            <p:cNvSpPr>
              <a:spLocks noChangeArrowheads="1"/>
            </p:cNvSpPr>
            <p:nvPr userDrawn="1"/>
          </p:nvSpPr>
          <p:spPr bwMode="hidden">
            <a:xfrm>
              <a:off x="1344" y="0"/>
              <a:ext cx="384"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4" name="Rectangle 8">
              <a:extLst>
                <a:ext uri="{FF2B5EF4-FFF2-40B4-BE49-F238E27FC236}">
                  <a16:creationId xmlns:a16="http://schemas.microsoft.com/office/drawing/2014/main" id="{01FF0C54-5B9E-4E70-B178-46EACB946562}"/>
                </a:ext>
              </a:extLst>
            </p:cNvPr>
            <p:cNvSpPr>
              <a:spLocks noChangeArrowheads="1"/>
            </p:cNvSpPr>
            <p:nvPr userDrawn="1"/>
          </p:nvSpPr>
          <p:spPr bwMode="hidden">
            <a:xfrm>
              <a:off x="480" y="0"/>
              <a:ext cx="576"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5" name="Rectangle 9">
              <a:extLst>
                <a:ext uri="{FF2B5EF4-FFF2-40B4-BE49-F238E27FC236}">
                  <a16:creationId xmlns:a16="http://schemas.microsoft.com/office/drawing/2014/main" id="{6E91FA2F-4F1D-4602-984A-2F7A8E4AC4A8}"/>
                </a:ext>
              </a:extLst>
            </p:cNvPr>
            <p:cNvSpPr>
              <a:spLocks noChangeArrowheads="1"/>
            </p:cNvSpPr>
            <p:nvPr userDrawn="1"/>
          </p:nvSpPr>
          <p:spPr bwMode="hidden">
            <a:xfrm>
              <a:off x="288" y="0"/>
              <a:ext cx="192" cy="4320"/>
            </a:xfrm>
            <a:prstGeom prst="rect">
              <a:avLst/>
            </a:prstGeom>
            <a:gradFill rotWithShape="0">
              <a:gsLst>
                <a:gs pos="0">
                  <a:schemeClr val="bg2"/>
                </a:gs>
                <a:gs pos="50000">
                  <a:schemeClr val="bg2">
                    <a:gamma/>
                    <a:shade val="84706"/>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6" name="Rectangle 10">
              <a:extLst>
                <a:ext uri="{FF2B5EF4-FFF2-40B4-BE49-F238E27FC236}">
                  <a16:creationId xmlns:a16="http://schemas.microsoft.com/office/drawing/2014/main" id="{79360F78-FDB3-4586-BB2D-34EC12D30D93}"/>
                </a:ext>
              </a:extLst>
            </p:cNvPr>
            <p:cNvSpPr>
              <a:spLocks noChangeArrowheads="1"/>
            </p:cNvSpPr>
            <p:nvPr userDrawn="1"/>
          </p:nvSpPr>
          <p:spPr bwMode="hidden">
            <a:xfrm>
              <a:off x="0" y="0"/>
              <a:ext cx="288" cy="4320"/>
            </a:xfrm>
            <a:prstGeom prst="rect">
              <a:avLst/>
            </a:prstGeom>
            <a:gradFill rotWithShape="0">
              <a:gsLst>
                <a:gs pos="0">
                  <a:schemeClr val="bg2">
                    <a:gamma/>
                    <a:shade val="78824"/>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7" name="Rectangle 11">
              <a:extLst>
                <a:ext uri="{FF2B5EF4-FFF2-40B4-BE49-F238E27FC236}">
                  <a16:creationId xmlns:a16="http://schemas.microsoft.com/office/drawing/2014/main" id="{73092F2F-F7FB-4F07-8808-8E654AD82F5D}"/>
                </a:ext>
              </a:extLst>
            </p:cNvPr>
            <p:cNvSpPr>
              <a:spLocks noChangeArrowheads="1"/>
            </p:cNvSpPr>
            <p:nvPr userDrawn="1"/>
          </p:nvSpPr>
          <p:spPr bwMode="hidden">
            <a:xfrm>
              <a:off x="2160" y="0"/>
              <a:ext cx="240"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8" name="Rectangle 12">
              <a:extLst>
                <a:ext uri="{FF2B5EF4-FFF2-40B4-BE49-F238E27FC236}">
                  <a16:creationId xmlns:a16="http://schemas.microsoft.com/office/drawing/2014/main" id="{C2FB13F5-8A83-4F9A-B04C-34A578A6E1C1}"/>
                </a:ext>
              </a:extLst>
            </p:cNvPr>
            <p:cNvSpPr>
              <a:spLocks noChangeArrowheads="1"/>
            </p:cNvSpPr>
            <p:nvPr userDrawn="1"/>
          </p:nvSpPr>
          <p:spPr bwMode="hidden">
            <a:xfrm>
              <a:off x="2784" y="0"/>
              <a:ext cx="528"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9" name="Rectangle 13">
              <a:extLst>
                <a:ext uri="{FF2B5EF4-FFF2-40B4-BE49-F238E27FC236}">
                  <a16:creationId xmlns:a16="http://schemas.microsoft.com/office/drawing/2014/main" id="{973DBC91-B344-48BE-AD22-65FCCC96B524}"/>
                </a:ext>
              </a:extLst>
            </p:cNvPr>
            <p:cNvSpPr>
              <a:spLocks noChangeArrowheads="1"/>
            </p:cNvSpPr>
            <p:nvPr userDrawn="1"/>
          </p:nvSpPr>
          <p:spPr bwMode="hidden">
            <a:xfrm>
              <a:off x="1248" y="0"/>
              <a:ext cx="144" cy="432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0" name="Rectangle 14">
              <a:extLst>
                <a:ext uri="{FF2B5EF4-FFF2-40B4-BE49-F238E27FC236}">
                  <a16:creationId xmlns:a16="http://schemas.microsoft.com/office/drawing/2014/main" id="{27D2DB9B-187B-4BBF-B0BB-3EEABCBA0EFA}"/>
                </a:ext>
              </a:extLst>
            </p:cNvPr>
            <p:cNvSpPr>
              <a:spLocks noChangeArrowheads="1"/>
            </p:cNvSpPr>
            <p:nvPr userDrawn="1"/>
          </p:nvSpPr>
          <p:spPr bwMode="hidden">
            <a:xfrm>
              <a:off x="3300" y="0"/>
              <a:ext cx="252" cy="432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1" name="Rectangle 15">
              <a:extLst>
                <a:ext uri="{FF2B5EF4-FFF2-40B4-BE49-F238E27FC236}">
                  <a16:creationId xmlns:a16="http://schemas.microsoft.com/office/drawing/2014/main" id="{16157FFA-B323-4641-83F1-5E6F735939DC}"/>
                </a:ext>
              </a:extLst>
            </p:cNvPr>
            <p:cNvSpPr>
              <a:spLocks noChangeArrowheads="1"/>
            </p:cNvSpPr>
            <p:nvPr userDrawn="1"/>
          </p:nvSpPr>
          <p:spPr bwMode="hidden">
            <a:xfrm>
              <a:off x="4656" y="0"/>
              <a:ext cx="144" cy="4320"/>
            </a:xfrm>
            <a:prstGeom prst="rect">
              <a:avLst/>
            </a:prstGeom>
            <a:gradFill rotWithShape="0">
              <a:gsLst>
                <a:gs pos="0">
                  <a:schemeClr val="bg2"/>
                </a:gs>
                <a:gs pos="50000">
                  <a:schemeClr val="bg2">
                    <a:gamma/>
                    <a:shade val="96863"/>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2" name="Rectangle 16">
              <a:extLst>
                <a:ext uri="{FF2B5EF4-FFF2-40B4-BE49-F238E27FC236}">
                  <a16:creationId xmlns:a16="http://schemas.microsoft.com/office/drawing/2014/main" id="{92D0ACEF-A921-4276-A1B0-F6B39F05EA8B}"/>
                </a:ext>
              </a:extLst>
            </p:cNvPr>
            <p:cNvSpPr>
              <a:spLocks noChangeArrowheads="1"/>
            </p:cNvSpPr>
            <p:nvPr userDrawn="1"/>
          </p:nvSpPr>
          <p:spPr bwMode="hidden">
            <a:xfrm>
              <a:off x="4608" y="0"/>
              <a:ext cx="672" cy="4320"/>
            </a:xfrm>
            <a:prstGeom prst="rect">
              <a:avLst/>
            </a:prstGeom>
            <a:gradFill rotWithShape="0">
              <a:gsLst>
                <a:gs pos="0">
                  <a:schemeClr val="bg2"/>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3" name="Rectangle 17">
              <a:extLst>
                <a:ext uri="{FF2B5EF4-FFF2-40B4-BE49-F238E27FC236}">
                  <a16:creationId xmlns:a16="http://schemas.microsoft.com/office/drawing/2014/main" id="{2B696EFB-EB29-4B3C-ACE0-3BFD6A7D9FA0}"/>
                </a:ext>
              </a:extLst>
            </p:cNvPr>
            <p:cNvSpPr>
              <a:spLocks noChangeArrowheads="1"/>
            </p:cNvSpPr>
            <p:nvPr userDrawn="1"/>
          </p:nvSpPr>
          <p:spPr bwMode="hidden">
            <a:xfrm>
              <a:off x="3504" y="0"/>
              <a:ext cx="624" cy="4320"/>
            </a:xfrm>
            <a:prstGeom prst="rect">
              <a:avLst/>
            </a:prstGeom>
            <a:gradFill rotWithShape="0">
              <a:gsLst>
                <a:gs pos="0">
                  <a:schemeClr val="bg2"/>
                </a:gs>
                <a:gs pos="5000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4" name="Rectangle 18">
              <a:extLst>
                <a:ext uri="{FF2B5EF4-FFF2-40B4-BE49-F238E27FC236}">
                  <a16:creationId xmlns:a16="http://schemas.microsoft.com/office/drawing/2014/main" id="{BE7B618C-3FA4-42FF-AAD6-D4A3AE70E871}"/>
                </a:ext>
              </a:extLst>
            </p:cNvPr>
            <p:cNvSpPr>
              <a:spLocks noChangeArrowheads="1"/>
            </p:cNvSpPr>
            <p:nvPr userDrawn="1"/>
          </p:nvSpPr>
          <p:spPr bwMode="hidden">
            <a:xfrm>
              <a:off x="3840" y="0"/>
              <a:ext cx="528"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5" name="Rectangle 19">
              <a:extLst>
                <a:ext uri="{FF2B5EF4-FFF2-40B4-BE49-F238E27FC236}">
                  <a16:creationId xmlns:a16="http://schemas.microsoft.com/office/drawing/2014/main" id="{0929A2CD-E41A-4417-AF96-E643CBCDFE18}"/>
                </a:ext>
              </a:extLst>
            </p:cNvPr>
            <p:cNvSpPr>
              <a:spLocks noChangeArrowheads="1"/>
            </p:cNvSpPr>
            <p:nvPr userDrawn="1"/>
          </p:nvSpPr>
          <p:spPr bwMode="hidden">
            <a:xfrm>
              <a:off x="4368" y="0"/>
              <a:ext cx="240" cy="4320"/>
            </a:xfrm>
            <a:prstGeom prst="rect">
              <a:avLst/>
            </a:prstGeom>
            <a:gradFill rotWithShape="0">
              <a:gsLst>
                <a:gs pos="0">
                  <a:schemeClr val="bg2"/>
                </a:gs>
                <a:gs pos="50000">
                  <a:schemeClr val="bg2">
                    <a:gamma/>
                    <a:shade val="96863"/>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6" name="Rectangle 20">
              <a:extLst>
                <a:ext uri="{FF2B5EF4-FFF2-40B4-BE49-F238E27FC236}">
                  <a16:creationId xmlns:a16="http://schemas.microsoft.com/office/drawing/2014/main" id="{1C966A74-8DF4-4DC8-83F2-600122ACE7EC}"/>
                </a:ext>
              </a:extLst>
            </p:cNvPr>
            <p:cNvSpPr>
              <a:spLocks noChangeArrowheads="1"/>
            </p:cNvSpPr>
            <p:nvPr userDrawn="1"/>
          </p:nvSpPr>
          <p:spPr bwMode="hidden">
            <a:xfrm>
              <a:off x="2680" y="0"/>
              <a:ext cx="152"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7" name="Rectangle 21">
              <a:extLst>
                <a:ext uri="{FF2B5EF4-FFF2-40B4-BE49-F238E27FC236}">
                  <a16:creationId xmlns:a16="http://schemas.microsoft.com/office/drawing/2014/main" id="{E870B3EF-3E25-4E19-ABCB-DEF2518A2EFC}"/>
                </a:ext>
              </a:extLst>
            </p:cNvPr>
            <p:cNvSpPr>
              <a:spLocks noChangeArrowheads="1"/>
            </p:cNvSpPr>
            <p:nvPr userDrawn="1"/>
          </p:nvSpPr>
          <p:spPr bwMode="hidden">
            <a:xfrm>
              <a:off x="2366" y="0"/>
              <a:ext cx="336"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8" name="Freeform 22">
              <a:extLst>
                <a:ext uri="{FF2B5EF4-FFF2-40B4-BE49-F238E27FC236}">
                  <a16:creationId xmlns:a16="http://schemas.microsoft.com/office/drawing/2014/main" id="{A382D8F4-EF7F-413B-9D49-A68D2D95AF3B}"/>
                </a:ext>
              </a:extLst>
            </p:cNvPr>
            <p:cNvSpPr>
              <a:spLocks/>
            </p:cNvSpPr>
            <p:nvPr userDrawn="1"/>
          </p:nvSpPr>
          <p:spPr bwMode="hidden">
            <a:xfrm>
              <a:off x="1" y="3875"/>
              <a:ext cx="5760" cy="445"/>
            </a:xfrm>
            <a:custGeom>
              <a:avLst/>
              <a:gdLst>
                <a:gd name="T0" fmla="*/ 5700 w 5760"/>
                <a:gd name="T1" fmla="*/ 86 h 445"/>
                <a:gd name="T2" fmla="*/ 5508 w 5760"/>
                <a:gd name="T3" fmla="*/ 86 h 445"/>
                <a:gd name="T4" fmla="*/ 5454 w 5760"/>
                <a:gd name="T5" fmla="*/ 76 h 445"/>
                <a:gd name="T6" fmla="*/ 5448 w 5760"/>
                <a:gd name="T7" fmla="*/ 65 h 445"/>
                <a:gd name="T8" fmla="*/ 5442 w 5760"/>
                <a:gd name="T9" fmla="*/ 44 h 445"/>
                <a:gd name="T10" fmla="*/ 5414 w 5760"/>
                <a:gd name="T11" fmla="*/ 18 h 445"/>
                <a:gd name="T12" fmla="*/ 5332 w 5760"/>
                <a:gd name="T13" fmla="*/ 7 h 445"/>
                <a:gd name="T14" fmla="*/ 5051 w 5760"/>
                <a:gd name="T15" fmla="*/ 22 h 445"/>
                <a:gd name="T16" fmla="*/ 4986 w 5760"/>
                <a:gd name="T17" fmla="*/ 55 h 445"/>
                <a:gd name="T18" fmla="*/ 4854 w 5760"/>
                <a:gd name="T19" fmla="*/ 102 h 445"/>
                <a:gd name="T20" fmla="*/ 4740 w 5760"/>
                <a:gd name="T21" fmla="*/ 112 h 445"/>
                <a:gd name="T22" fmla="*/ 4662 w 5760"/>
                <a:gd name="T23" fmla="*/ 91 h 445"/>
                <a:gd name="T24" fmla="*/ 4598 w 5760"/>
                <a:gd name="T25" fmla="*/ 25 h 445"/>
                <a:gd name="T26" fmla="*/ 4514 w 5760"/>
                <a:gd name="T27" fmla="*/ 9 h 445"/>
                <a:gd name="T28" fmla="*/ 4410 w 5760"/>
                <a:gd name="T29" fmla="*/ 39 h 445"/>
                <a:gd name="T30" fmla="*/ 4236 w 5760"/>
                <a:gd name="T31" fmla="*/ 81 h 445"/>
                <a:gd name="T32" fmla="*/ 4020 w 5760"/>
                <a:gd name="T33" fmla="*/ 102 h 445"/>
                <a:gd name="T34" fmla="*/ 3810 w 5760"/>
                <a:gd name="T35" fmla="*/ 102 h 445"/>
                <a:gd name="T36" fmla="*/ 3654 w 5760"/>
                <a:gd name="T37" fmla="*/ 76 h 445"/>
                <a:gd name="T38" fmla="*/ 3594 w 5760"/>
                <a:gd name="T39" fmla="*/ 50 h 445"/>
                <a:gd name="T40" fmla="*/ 3528 w 5760"/>
                <a:gd name="T41" fmla="*/ 44 h 445"/>
                <a:gd name="T42" fmla="*/ 3480 w 5760"/>
                <a:gd name="T43" fmla="*/ 55 h 445"/>
                <a:gd name="T44" fmla="*/ 3420 w 5760"/>
                <a:gd name="T45" fmla="*/ 76 h 445"/>
                <a:gd name="T46" fmla="*/ 3048 w 5760"/>
                <a:gd name="T47" fmla="*/ 112 h 445"/>
                <a:gd name="T48" fmla="*/ 2844 w 5760"/>
                <a:gd name="T49" fmla="*/ 128 h 445"/>
                <a:gd name="T50" fmla="*/ 2742 w 5760"/>
                <a:gd name="T51" fmla="*/ 117 h 445"/>
                <a:gd name="T52" fmla="*/ 2710 w 5760"/>
                <a:gd name="T53" fmla="*/ 56 h 445"/>
                <a:gd name="T54" fmla="*/ 2658 w 5760"/>
                <a:gd name="T55" fmla="*/ 50 h 445"/>
                <a:gd name="T56" fmla="*/ 2558 w 5760"/>
                <a:gd name="T57" fmla="*/ 95 h 445"/>
                <a:gd name="T58" fmla="*/ 2444 w 5760"/>
                <a:gd name="T59" fmla="*/ 109 h 445"/>
                <a:gd name="T60" fmla="*/ 2322 w 5760"/>
                <a:gd name="T61" fmla="*/ 91 h 445"/>
                <a:gd name="T62" fmla="*/ 2274 w 5760"/>
                <a:gd name="T63" fmla="*/ 70 h 445"/>
                <a:gd name="T64" fmla="*/ 2185 w 5760"/>
                <a:gd name="T65" fmla="*/ 3 h 445"/>
                <a:gd name="T66" fmla="*/ 2048 w 5760"/>
                <a:gd name="T67" fmla="*/ 64 h 445"/>
                <a:gd name="T68" fmla="*/ 1794 w 5760"/>
                <a:gd name="T69" fmla="*/ 102 h 445"/>
                <a:gd name="T70" fmla="*/ 1560 w 5760"/>
                <a:gd name="T71" fmla="*/ 91 h 445"/>
                <a:gd name="T72" fmla="*/ 1482 w 5760"/>
                <a:gd name="T73" fmla="*/ 76 h 445"/>
                <a:gd name="T74" fmla="*/ 1428 w 5760"/>
                <a:gd name="T75" fmla="*/ 50 h 445"/>
                <a:gd name="T76" fmla="*/ 1374 w 5760"/>
                <a:gd name="T77" fmla="*/ 44 h 445"/>
                <a:gd name="T78" fmla="*/ 1308 w 5760"/>
                <a:gd name="T79" fmla="*/ 55 h 445"/>
                <a:gd name="T80" fmla="*/ 1140 w 5760"/>
                <a:gd name="T81" fmla="*/ 107 h 445"/>
                <a:gd name="T82" fmla="*/ 948 w 5760"/>
                <a:gd name="T83" fmla="*/ 143 h 445"/>
                <a:gd name="T84" fmla="*/ 708 w 5760"/>
                <a:gd name="T85" fmla="*/ 138 h 445"/>
                <a:gd name="T86" fmla="*/ 534 w 5760"/>
                <a:gd name="T87" fmla="*/ 96 h 445"/>
                <a:gd name="T88" fmla="*/ 444 w 5760"/>
                <a:gd name="T89" fmla="*/ 55 h 445"/>
                <a:gd name="T90" fmla="*/ 396 w 5760"/>
                <a:gd name="T91" fmla="*/ 34 h 445"/>
                <a:gd name="T92" fmla="*/ 378 w 5760"/>
                <a:gd name="T93" fmla="*/ 39 h 445"/>
                <a:gd name="T94" fmla="*/ 342 w 5760"/>
                <a:gd name="T95" fmla="*/ 70 h 445"/>
                <a:gd name="T96" fmla="*/ 288 w 5760"/>
                <a:gd name="T97" fmla="*/ 96 h 445"/>
                <a:gd name="T98" fmla="*/ 192 w 5760"/>
                <a:gd name="T99" fmla="*/ 112 h 445"/>
                <a:gd name="T100" fmla="*/ 90 w 5760"/>
                <a:gd name="T101" fmla="*/ 112 h 445"/>
                <a:gd name="T102" fmla="*/ 0 w 5760"/>
                <a:gd name="T103" fmla="*/ 96 h 445"/>
                <a:gd name="T104" fmla="*/ 5760 w 5760"/>
                <a:gd name="T10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760" h="445">
                  <a:moveTo>
                    <a:pt x="5760" y="445"/>
                  </a:moveTo>
                  <a:lnTo>
                    <a:pt x="5760" y="76"/>
                  </a:lnTo>
                  <a:lnTo>
                    <a:pt x="5730" y="81"/>
                  </a:lnTo>
                  <a:lnTo>
                    <a:pt x="5700" y="86"/>
                  </a:lnTo>
                  <a:lnTo>
                    <a:pt x="5646" y="91"/>
                  </a:lnTo>
                  <a:lnTo>
                    <a:pt x="5592" y="91"/>
                  </a:lnTo>
                  <a:lnTo>
                    <a:pt x="5544" y="91"/>
                  </a:lnTo>
                  <a:lnTo>
                    <a:pt x="5508" y="86"/>
                  </a:lnTo>
                  <a:lnTo>
                    <a:pt x="5490" y="86"/>
                  </a:lnTo>
                  <a:lnTo>
                    <a:pt x="5478" y="81"/>
                  </a:lnTo>
                  <a:lnTo>
                    <a:pt x="5466" y="76"/>
                  </a:lnTo>
                  <a:lnTo>
                    <a:pt x="5454" y="76"/>
                  </a:lnTo>
                  <a:lnTo>
                    <a:pt x="5454" y="70"/>
                  </a:lnTo>
                  <a:lnTo>
                    <a:pt x="5454" y="70"/>
                  </a:lnTo>
                  <a:lnTo>
                    <a:pt x="5448" y="70"/>
                  </a:lnTo>
                  <a:lnTo>
                    <a:pt x="5448" y="65"/>
                  </a:lnTo>
                  <a:lnTo>
                    <a:pt x="5448" y="60"/>
                  </a:lnTo>
                  <a:lnTo>
                    <a:pt x="5448" y="55"/>
                  </a:lnTo>
                  <a:lnTo>
                    <a:pt x="5442" y="50"/>
                  </a:lnTo>
                  <a:lnTo>
                    <a:pt x="5442" y="44"/>
                  </a:lnTo>
                  <a:lnTo>
                    <a:pt x="5436" y="39"/>
                  </a:lnTo>
                  <a:lnTo>
                    <a:pt x="5424" y="34"/>
                  </a:lnTo>
                  <a:lnTo>
                    <a:pt x="5418" y="29"/>
                  </a:lnTo>
                  <a:lnTo>
                    <a:pt x="5414" y="18"/>
                  </a:lnTo>
                  <a:lnTo>
                    <a:pt x="5401" y="16"/>
                  </a:lnTo>
                  <a:lnTo>
                    <a:pt x="5386" y="10"/>
                  </a:lnTo>
                  <a:lnTo>
                    <a:pt x="5368" y="7"/>
                  </a:lnTo>
                  <a:lnTo>
                    <a:pt x="5332" y="7"/>
                  </a:lnTo>
                  <a:lnTo>
                    <a:pt x="5246" y="10"/>
                  </a:lnTo>
                  <a:lnTo>
                    <a:pt x="5144" y="7"/>
                  </a:lnTo>
                  <a:lnTo>
                    <a:pt x="5090" y="16"/>
                  </a:lnTo>
                  <a:lnTo>
                    <a:pt x="5051" y="22"/>
                  </a:lnTo>
                  <a:lnTo>
                    <a:pt x="5036" y="30"/>
                  </a:lnTo>
                  <a:lnTo>
                    <a:pt x="5022" y="39"/>
                  </a:lnTo>
                  <a:lnTo>
                    <a:pt x="5010" y="44"/>
                  </a:lnTo>
                  <a:lnTo>
                    <a:pt x="4986" y="55"/>
                  </a:lnTo>
                  <a:lnTo>
                    <a:pt x="4950" y="70"/>
                  </a:lnTo>
                  <a:lnTo>
                    <a:pt x="4920" y="86"/>
                  </a:lnTo>
                  <a:lnTo>
                    <a:pt x="4884" y="96"/>
                  </a:lnTo>
                  <a:lnTo>
                    <a:pt x="4854" y="102"/>
                  </a:lnTo>
                  <a:lnTo>
                    <a:pt x="4824" y="107"/>
                  </a:lnTo>
                  <a:lnTo>
                    <a:pt x="4794" y="112"/>
                  </a:lnTo>
                  <a:lnTo>
                    <a:pt x="4764" y="112"/>
                  </a:lnTo>
                  <a:lnTo>
                    <a:pt x="4740" y="112"/>
                  </a:lnTo>
                  <a:lnTo>
                    <a:pt x="4716" y="107"/>
                  </a:lnTo>
                  <a:lnTo>
                    <a:pt x="4698" y="102"/>
                  </a:lnTo>
                  <a:lnTo>
                    <a:pt x="4674" y="96"/>
                  </a:lnTo>
                  <a:lnTo>
                    <a:pt x="4662" y="91"/>
                  </a:lnTo>
                  <a:lnTo>
                    <a:pt x="4644" y="86"/>
                  </a:lnTo>
                  <a:lnTo>
                    <a:pt x="4631" y="66"/>
                  </a:lnTo>
                  <a:lnTo>
                    <a:pt x="4617" y="42"/>
                  </a:lnTo>
                  <a:lnTo>
                    <a:pt x="4598" y="25"/>
                  </a:lnTo>
                  <a:lnTo>
                    <a:pt x="4584" y="13"/>
                  </a:lnTo>
                  <a:lnTo>
                    <a:pt x="4565" y="4"/>
                  </a:lnTo>
                  <a:lnTo>
                    <a:pt x="4535" y="3"/>
                  </a:lnTo>
                  <a:lnTo>
                    <a:pt x="4514" y="9"/>
                  </a:lnTo>
                  <a:lnTo>
                    <a:pt x="4494" y="18"/>
                  </a:lnTo>
                  <a:lnTo>
                    <a:pt x="4471" y="23"/>
                  </a:lnTo>
                  <a:lnTo>
                    <a:pt x="4440" y="29"/>
                  </a:lnTo>
                  <a:lnTo>
                    <a:pt x="4410" y="39"/>
                  </a:lnTo>
                  <a:lnTo>
                    <a:pt x="4374" y="50"/>
                  </a:lnTo>
                  <a:lnTo>
                    <a:pt x="4332" y="60"/>
                  </a:lnTo>
                  <a:lnTo>
                    <a:pt x="4284" y="76"/>
                  </a:lnTo>
                  <a:lnTo>
                    <a:pt x="4236" y="81"/>
                  </a:lnTo>
                  <a:lnTo>
                    <a:pt x="4183" y="91"/>
                  </a:lnTo>
                  <a:lnTo>
                    <a:pt x="4128" y="96"/>
                  </a:lnTo>
                  <a:lnTo>
                    <a:pt x="4074" y="102"/>
                  </a:lnTo>
                  <a:lnTo>
                    <a:pt x="4020" y="102"/>
                  </a:lnTo>
                  <a:lnTo>
                    <a:pt x="3966" y="102"/>
                  </a:lnTo>
                  <a:lnTo>
                    <a:pt x="3912" y="102"/>
                  </a:lnTo>
                  <a:lnTo>
                    <a:pt x="3858" y="102"/>
                  </a:lnTo>
                  <a:lnTo>
                    <a:pt x="3810" y="102"/>
                  </a:lnTo>
                  <a:lnTo>
                    <a:pt x="3762" y="96"/>
                  </a:lnTo>
                  <a:lnTo>
                    <a:pt x="3726" y="91"/>
                  </a:lnTo>
                  <a:lnTo>
                    <a:pt x="3684" y="81"/>
                  </a:lnTo>
                  <a:lnTo>
                    <a:pt x="3654" y="76"/>
                  </a:lnTo>
                  <a:lnTo>
                    <a:pt x="3642" y="70"/>
                  </a:lnTo>
                  <a:lnTo>
                    <a:pt x="3630" y="65"/>
                  </a:lnTo>
                  <a:lnTo>
                    <a:pt x="3612" y="60"/>
                  </a:lnTo>
                  <a:lnTo>
                    <a:pt x="3594" y="50"/>
                  </a:lnTo>
                  <a:lnTo>
                    <a:pt x="3576" y="50"/>
                  </a:lnTo>
                  <a:lnTo>
                    <a:pt x="3558" y="44"/>
                  </a:lnTo>
                  <a:lnTo>
                    <a:pt x="3540" y="44"/>
                  </a:lnTo>
                  <a:lnTo>
                    <a:pt x="3528" y="44"/>
                  </a:lnTo>
                  <a:lnTo>
                    <a:pt x="3516" y="50"/>
                  </a:lnTo>
                  <a:lnTo>
                    <a:pt x="3504" y="50"/>
                  </a:lnTo>
                  <a:lnTo>
                    <a:pt x="3492" y="55"/>
                  </a:lnTo>
                  <a:lnTo>
                    <a:pt x="3480" y="55"/>
                  </a:lnTo>
                  <a:lnTo>
                    <a:pt x="3468" y="65"/>
                  </a:lnTo>
                  <a:lnTo>
                    <a:pt x="3456" y="70"/>
                  </a:lnTo>
                  <a:lnTo>
                    <a:pt x="3450" y="70"/>
                  </a:lnTo>
                  <a:lnTo>
                    <a:pt x="3420" y="76"/>
                  </a:lnTo>
                  <a:lnTo>
                    <a:pt x="3330" y="81"/>
                  </a:lnTo>
                  <a:lnTo>
                    <a:pt x="3204" y="91"/>
                  </a:lnTo>
                  <a:lnTo>
                    <a:pt x="3126" y="102"/>
                  </a:lnTo>
                  <a:lnTo>
                    <a:pt x="3048" y="112"/>
                  </a:lnTo>
                  <a:lnTo>
                    <a:pt x="2970" y="123"/>
                  </a:lnTo>
                  <a:lnTo>
                    <a:pt x="2904" y="128"/>
                  </a:lnTo>
                  <a:lnTo>
                    <a:pt x="2868" y="128"/>
                  </a:lnTo>
                  <a:lnTo>
                    <a:pt x="2844" y="128"/>
                  </a:lnTo>
                  <a:lnTo>
                    <a:pt x="2814" y="128"/>
                  </a:lnTo>
                  <a:lnTo>
                    <a:pt x="2790" y="128"/>
                  </a:lnTo>
                  <a:lnTo>
                    <a:pt x="2766" y="123"/>
                  </a:lnTo>
                  <a:lnTo>
                    <a:pt x="2742" y="117"/>
                  </a:lnTo>
                  <a:lnTo>
                    <a:pt x="2724" y="112"/>
                  </a:lnTo>
                  <a:lnTo>
                    <a:pt x="2706" y="107"/>
                  </a:lnTo>
                  <a:lnTo>
                    <a:pt x="2704" y="83"/>
                  </a:lnTo>
                  <a:lnTo>
                    <a:pt x="2710" y="56"/>
                  </a:lnTo>
                  <a:lnTo>
                    <a:pt x="2710" y="36"/>
                  </a:lnTo>
                  <a:lnTo>
                    <a:pt x="2696" y="25"/>
                  </a:lnTo>
                  <a:lnTo>
                    <a:pt x="2672" y="36"/>
                  </a:lnTo>
                  <a:lnTo>
                    <a:pt x="2658" y="50"/>
                  </a:lnTo>
                  <a:lnTo>
                    <a:pt x="2638" y="60"/>
                  </a:lnTo>
                  <a:lnTo>
                    <a:pt x="2614" y="76"/>
                  </a:lnTo>
                  <a:lnTo>
                    <a:pt x="2590" y="84"/>
                  </a:lnTo>
                  <a:lnTo>
                    <a:pt x="2558" y="95"/>
                  </a:lnTo>
                  <a:lnTo>
                    <a:pt x="2536" y="98"/>
                  </a:lnTo>
                  <a:lnTo>
                    <a:pt x="2508" y="102"/>
                  </a:lnTo>
                  <a:lnTo>
                    <a:pt x="2478" y="105"/>
                  </a:lnTo>
                  <a:lnTo>
                    <a:pt x="2444" y="109"/>
                  </a:lnTo>
                  <a:lnTo>
                    <a:pt x="2410" y="110"/>
                  </a:lnTo>
                  <a:lnTo>
                    <a:pt x="2374" y="107"/>
                  </a:lnTo>
                  <a:lnTo>
                    <a:pt x="2348" y="103"/>
                  </a:lnTo>
                  <a:lnTo>
                    <a:pt x="2322" y="91"/>
                  </a:lnTo>
                  <a:lnTo>
                    <a:pt x="2304" y="86"/>
                  </a:lnTo>
                  <a:lnTo>
                    <a:pt x="2292" y="81"/>
                  </a:lnTo>
                  <a:lnTo>
                    <a:pt x="2286" y="76"/>
                  </a:lnTo>
                  <a:lnTo>
                    <a:pt x="2274" y="70"/>
                  </a:lnTo>
                  <a:lnTo>
                    <a:pt x="2268" y="65"/>
                  </a:lnTo>
                  <a:lnTo>
                    <a:pt x="2246" y="18"/>
                  </a:lnTo>
                  <a:lnTo>
                    <a:pt x="2224" y="0"/>
                  </a:lnTo>
                  <a:lnTo>
                    <a:pt x="2185" y="3"/>
                  </a:lnTo>
                  <a:lnTo>
                    <a:pt x="2156" y="16"/>
                  </a:lnTo>
                  <a:lnTo>
                    <a:pt x="2126" y="22"/>
                  </a:lnTo>
                  <a:lnTo>
                    <a:pt x="2081" y="49"/>
                  </a:lnTo>
                  <a:lnTo>
                    <a:pt x="2048" y="64"/>
                  </a:lnTo>
                  <a:lnTo>
                    <a:pt x="2018" y="76"/>
                  </a:lnTo>
                  <a:lnTo>
                    <a:pt x="1986" y="96"/>
                  </a:lnTo>
                  <a:lnTo>
                    <a:pt x="1896" y="102"/>
                  </a:lnTo>
                  <a:lnTo>
                    <a:pt x="1794" y="102"/>
                  </a:lnTo>
                  <a:lnTo>
                    <a:pt x="1692" y="102"/>
                  </a:lnTo>
                  <a:lnTo>
                    <a:pt x="1644" y="102"/>
                  </a:lnTo>
                  <a:lnTo>
                    <a:pt x="1602" y="96"/>
                  </a:lnTo>
                  <a:lnTo>
                    <a:pt x="1560" y="91"/>
                  </a:lnTo>
                  <a:lnTo>
                    <a:pt x="1524" y="86"/>
                  </a:lnTo>
                  <a:lnTo>
                    <a:pt x="1506" y="86"/>
                  </a:lnTo>
                  <a:lnTo>
                    <a:pt x="1494" y="81"/>
                  </a:lnTo>
                  <a:lnTo>
                    <a:pt x="1482" y="76"/>
                  </a:lnTo>
                  <a:lnTo>
                    <a:pt x="1476" y="70"/>
                  </a:lnTo>
                  <a:lnTo>
                    <a:pt x="1458" y="65"/>
                  </a:lnTo>
                  <a:lnTo>
                    <a:pt x="1440" y="55"/>
                  </a:lnTo>
                  <a:lnTo>
                    <a:pt x="1428" y="50"/>
                  </a:lnTo>
                  <a:lnTo>
                    <a:pt x="1410" y="50"/>
                  </a:lnTo>
                  <a:lnTo>
                    <a:pt x="1398" y="44"/>
                  </a:lnTo>
                  <a:lnTo>
                    <a:pt x="1386" y="44"/>
                  </a:lnTo>
                  <a:lnTo>
                    <a:pt x="1374" y="44"/>
                  </a:lnTo>
                  <a:lnTo>
                    <a:pt x="1356" y="44"/>
                  </a:lnTo>
                  <a:lnTo>
                    <a:pt x="1344" y="44"/>
                  </a:lnTo>
                  <a:lnTo>
                    <a:pt x="1332" y="50"/>
                  </a:lnTo>
                  <a:lnTo>
                    <a:pt x="1308" y="55"/>
                  </a:lnTo>
                  <a:lnTo>
                    <a:pt x="1260" y="70"/>
                  </a:lnTo>
                  <a:lnTo>
                    <a:pt x="1218" y="86"/>
                  </a:lnTo>
                  <a:lnTo>
                    <a:pt x="1176" y="96"/>
                  </a:lnTo>
                  <a:lnTo>
                    <a:pt x="1140" y="107"/>
                  </a:lnTo>
                  <a:lnTo>
                    <a:pt x="1098" y="117"/>
                  </a:lnTo>
                  <a:lnTo>
                    <a:pt x="1062" y="128"/>
                  </a:lnTo>
                  <a:lnTo>
                    <a:pt x="1020" y="133"/>
                  </a:lnTo>
                  <a:lnTo>
                    <a:pt x="948" y="143"/>
                  </a:lnTo>
                  <a:lnTo>
                    <a:pt x="882" y="149"/>
                  </a:lnTo>
                  <a:lnTo>
                    <a:pt x="822" y="149"/>
                  </a:lnTo>
                  <a:lnTo>
                    <a:pt x="762" y="143"/>
                  </a:lnTo>
                  <a:lnTo>
                    <a:pt x="708" y="138"/>
                  </a:lnTo>
                  <a:lnTo>
                    <a:pt x="654" y="128"/>
                  </a:lnTo>
                  <a:lnTo>
                    <a:pt x="612" y="117"/>
                  </a:lnTo>
                  <a:lnTo>
                    <a:pt x="570" y="107"/>
                  </a:lnTo>
                  <a:lnTo>
                    <a:pt x="534" y="96"/>
                  </a:lnTo>
                  <a:lnTo>
                    <a:pt x="504" y="86"/>
                  </a:lnTo>
                  <a:lnTo>
                    <a:pt x="480" y="76"/>
                  </a:lnTo>
                  <a:lnTo>
                    <a:pt x="462" y="65"/>
                  </a:lnTo>
                  <a:lnTo>
                    <a:pt x="444" y="55"/>
                  </a:lnTo>
                  <a:lnTo>
                    <a:pt x="426" y="44"/>
                  </a:lnTo>
                  <a:lnTo>
                    <a:pt x="408" y="34"/>
                  </a:lnTo>
                  <a:lnTo>
                    <a:pt x="402" y="34"/>
                  </a:lnTo>
                  <a:lnTo>
                    <a:pt x="396" y="34"/>
                  </a:lnTo>
                  <a:lnTo>
                    <a:pt x="390" y="34"/>
                  </a:lnTo>
                  <a:lnTo>
                    <a:pt x="390" y="34"/>
                  </a:lnTo>
                  <a:lnTo>
                    <a:pt x="384" y="34"/>
                  </a:lnTo>
                  <a:lnTo>
                    <a:pt x="378" y="39"/>
                  </a:lnTo>
                  <a:lnTo>
                    <a:pt x="372" y="44"/>
                  </a:lnTo>
                  <a:lnTo>
                    <a:pt x="360" y="55"/>
                  </a:lnTo>
                  <a:lnTo>
                    <a:pt x="348" y="65"/>
                  </a:lnTo>
                  <a:lnTo>
                    <a:pt x="342" y="70"/>
                  </a:lnTo>
                  <a:lnTo>
                    <a:pt x="336" y="76"/>
                  </a:lnTo>
                  <a:lnTo>
                    <a:pt x="324" y="86"/>
                  </a:lnTo>
                  <a:lnTo>
                    <a:pt x="306" y="91"/>
                  </a:lnTo>
                  <a:lnTo>
                    <a:pt x="288" y="96"/>
                  </a:lnTo>
                  <a:lnTo>
                    <a:pt x="264" y="102"/>
                  </a:lnTo>
                  <a:lnTo>
                    <a:pt x="240" y="107"/>
                  </a:lnTo>
                  <a:lnTo>
                    <a:pt x="216" y="112"/>
                  </a:lnTo>
                  <a:lnTo>
                    <a:pt x="192" y="112"/>
                  </a:lnTo>
                  <a:lnTo>
                    <a:pt x="168" y="117"/>
                  </a:lnTo>
                  <a:lnTo>
                    <a:pt x="145" y="117"/>
                  </a:lnTo>
                  <a:lnTo>
                    <a:pt x="120" y="117"/>
                  </a:lnTo>
                  <a:lnTo>
                    <a:pt x="90" y="112"/>
                  </a:lnTo>
                  <a:lnTo>
                    <a:pt x="66" y="112"/>
                  </a:lnTo>
                  <a:lnTo>
                    <a:pt x="42" y="107"/>
                  </a:lnTo>
                  <a:lnTo>
                    <a:pt x="24" y="102"/>
                  </a:lnTo>
                  <a:lnTo>
                    <a:pt x="0" y="96"/>
                  </a:lnTo>
                  <a:lnTo>
                    <a:pt x="0" y="445"/>
                  </a:lnTo>
                  <a:lnTo>
                    <a:pt x="5760" y="445"/>
                  </a:lnTo>
                  <a:lnTo>
                    <a:pt x="5760" y="445"/>
                  </a:lnTo>
                  <a:lnTo>
                    <a:pt x="5760" y="445"/>
                  </a:lnTo>
                </a:path>
              </a:pathLst>
            </a:custGeom>
            <a:solidFill>
              <a:schemeClr val="accent2">
                <a:alpha val="50000"/>
              </a:schemeClr>
            </a:solidFill>
            <a:ln>
              <a:noFill/>
            </a:ln>
            <a:extLst>
              <a:ext uri="{91240B29-F687-4F45-9708-019B960494DF}">
                <a14:hiddenLine xmlns:a14="http://schemas.microsoft.com/office/drawing/2010/main" w="9525">
                  <a:solidFill>
                    <a:srgbClr val="F11E8C"/>
                  </a:solidFill>
                  <a:prstDash val="solid"/>
                  <a:round/>
                  <a:headEnd/>
                  <a:tailEnd/>
                </a14:hiddenLine>
              </a:ext>
            </a:extLst>
          </p:spPr>
          <p:txBody>
            <a:bodyPr/>
            <a:lstStyle/>
            <a:p>
              <a:endParaRPr lang="en-US"/>
            </a:p>
          </p:txBody>
        </p:sp>
        <p:sp>
          <p:nvSpPr>
            <p:cNvPr id="24599" name="Freeform 23">
              <a:extLst>
                <a:ext uri="{FF2B5EF4-FFF2-40B4-BE49-F238E27FC236}">
                  <a16:creationId xmlns:a16="http://schemas.microsoft.com/office/drawing/2014/main" id="{B5163D5E-C4FD-4DE0-8A04-A69D3BB4B576}"/>
                </a:ext>
              </a:extLst>
            </p:cNvPr>
            <p:cNvSpPr>
              <a:spLocks/>
            </p:cNvSpPr>
            <p:nvPr userDrawn="1"/>
          </p:nvSpPr>
          <p:spPr bwMode="hidden">
            <a:xfrm>
              <a:off x="0" y="3867"/>
              <a:ext cx="5770" cy="174"/>
            </a:xfrm>
            <a:custGeom>
              <a:avLst/>
              <a:gdLst>
                <a:gd name="T0" fmla="*/ 4993 w 5770"/>
                <a:gd name="T1" fmla="*/ 66 h 174"/>
                <a:gd name="T2" fmla="*/ 4771 w 5770"/>
                <a:gd name="T3" fmla="*/ 132 h 174"/>
                <a:gd name="T4" fmla="*/ 4640 w 5770"/>
                <a:gd name="T5" fmla="*/ 96 h 174"/>
                <a:gd name="T6" fmla="*/ 4598 w 5770"/>
                <a:gd name="T7" fmla="*/ 36 h 174"/>
                <a:gd name="T8" fmla="*/ 4478 w 5770"/>
                <a:gd name="T9" fmla="*/ 30 h 174"/>
                <a:gd name="T10" fmla="*/ 4186 w 5770"/>
                <a:gd name="T11" fmla="*/ 108 h 174"/>
                <a:gd name="T12" fmla="*/ 3815 w 5770"/>
                <a:gd name="T13" fmla="*/ 120 h 174"/>
                <a:gd name="T14" fmla="*/ 3617 w 5770"/>
                <a:gd name="T15" fmla="*/ 72 h 174"/>
                <a:gd name="T16" fmla="*/ 3510 w 5770"/>
                <a:gd name="T17" fmla="*/ 60 h 174"/>
                <a:gd name="T18" fmla="*/ 3336 w 5770"/>
                <a:gd name="T19" fmla="*/ 96 h 174"/>
                <a:gd name="T20" fmla="*/ 2846 w 5770"/>
                <a:gd name="T21" fmla="*/ 150 h 174"/>
                <a:gd name="T22" fmla="*/ 2703 w 5770"/>
                <a:gd name="T23" fmla="*/ 96 h 174"/>
                <a:gd name="T24" fmla="*/ 2619 w 5770"/>
                <a:gd name="T25" fmla="*/ 90 h 174"/>
                <a:gd name="T26" fmla="*/ 2416 w 5770"/>
                <a:gd name="T27" fmla="*/ 132 h 174"/>
                <a:gd name="T28" fmla="*/ 2278 w 5770"/>
                <a:gd name="T29" fmla="*/ 84 h 174"/>
                <a:gd name="T30" fmla="*/ 2151 w 5770"/>
                <a:gd name="T31" fmla="*/ 36 h 174"/>
                <a:gd name="T32" fmla="*/ 1947 w 5770"/>
                <a:gd name="T33" fmla="*/ 120 h 174"/>
                <a:gd name="T34" fmla="*/ 1525 w 5770"/>
                <a:gd name="T35" fmla="*/ 102 h 174"/>
                <a:gd name="T36" fmla="*/ 1429 w 5770"/>
                <a:gd name="T37" fmla="*/ 60 h 174"/>
                <a:gd name="T38" fmla="*/ 1333 w 5770"/>
                <a:gd name="T39" fmla="*/ 60 h 174"/>
                <a:gd name="T40" fmla="*/ 1058 w 5770"/>
                <a:gd name="T41" fmla="*/ 150 h 174"/>
                <a:gd name="T42" fmla="*/ 652 w 5770"/>
                <a:gd name="T43" fmla="*/ 150 h 174"/>
                <a:gd name="T44" fmla="*/ 442 w 5770"/>
                <a:gd name="T45" fmla="*/ 66 h 174"/>
                <a:gd name="T46" fmla="*/ 377 w 5770"/>
                <a:gd name="T47" fmla="*/ 48 h 174"/>
                <a:gd name="T48" fmla="*/ 305 w 5770"/>
                <a:gd name="T49" fmla="*/ 108 h 174"/>
                <a:gd name="T50" fmla="*/ 144 w 5770"/>
                <a:gd name="T51" fmla="*/ 138 h 174"/>
                <a:gd name="T52" fmla="*/ 0 w 5770"/>
                <a:gd name="T53" fmla="*/ 96 h 174"/>
                <a:gd name="T54" fmla="*/ 167 w 5770"/>
                <a:gd name="T55" fmla="*/ 120 h 174"/>
                <a:gd name="T56" fmla="*/ 323 w 5770"/>
                <a:gd name="T57" fmla="*/ 84 h 174"/>
                <a:gd name="T58" fmla="*/ 383 w 5770"/>
                <a:gd name="T59" fmla="*/ 24 h 174"/>
                <a:gd name="T60" fmla="*/ 460 w 5770"/>
                <a:gd name="T61" fmla="*/ 60 h 174"/>
                <a:gd name="T62" fmla="*/ 706 w 5770"/>
                <a:gd name="T63" fmla="*/ 144 h 174"/>
                <a:gd name="T64" fmla="*/ 1100 w 5770"/>
                <a:gd name="T65" fmla="*/ 120 h 174"/>
                <a:gd name="T66" fmla="*/ 1345 w 5770"/>
                <a:gd name="T67" fmla="*/ 36 h 174"/>
                <a:gd name="T68" fmla="*/ 1441 w 5770"/>
                <a:gd name="T69" fmla="*/ 48 h 174"/>
                <a:gd name="T70" fmla="*/ 1561 w 5770"/>
                <a:gd name="T71" fmla="*/ 90 h 174"/>
                <a:gd name="T72" fmla="*/ 1971 w 5770"/>
                <a:gd name="T73" fmla="*/ 96 h 174"/>
                <a:gd name="T74" fmla="*/ 2235 w 5770"/>
                <a:gd name="T75" fmla="*/ 3 h 174"/>
                <a:gd name="T76" fmla="*/ 2350 w 5770"/>
                <a:gd name="T77" fmla="*/ 102 h 174"/>
                <a:gd name="T78" fmla="*/ 2559 w 5770"/>
                <a:gd name="T79" fmla="*/ 96 h 174"/>
                <a:gd name="T80" fmla="*/ 2715 w 5770"/>
                <a:gd name="T81" fmla="*/ 24 h 174"/>
                <a:gd name="T82" fmla="*/ 2792 w 5770"/>
                <a:gd name="T83" fmla="*/ 132 h 174"/>
                <a:gd name="T84" fmla="*/ 3127 w 5770"/>
                <a:gd name="T85" fmla="*/ 102 h 174"/>
                <a:gd name="T86" fmla="*/ 3486 w 5770"/>
                <a:gd name="T87" fmla="*/ 48 h 174"/>
                <a:gd name="T88" fmla="*/ 3582 w 5770"/>
                <a:gd name="T89" fmla="*/ 42 h 174"/>
                <a:gd name="T90" fmla="*/ 3731 w 5770"/>
                <a:gd name="T91" fmla="*/ 90 h 174"/>
                <a:gd name="T92" fmla="*/ 4078 w 5770"/>
                <a:gd name="T93" fmla="*/ 102 h 174"/>
                <a:gd name="T94" fmla="*/ 4419 w 5770"/>
                <a:gd name="T95" fmla="*/ 30 h 174"/>
                <a:gd name="T96" fmla="*/ 4574 w 5770"/>
                <a:gd name="T97" fmla="*/ 6 h 174"/>
                <a:gd name="T98" fmla="*/ 4628 w 5770"/>
                <a:gd name="T99" fmla="*/ 60 h 174"/>
                <a:gd name="T100" fmla="*/ 4724 w 5770"/>
                <a:gd name="T101" fmla="*/ 108 h 174"/>
                <a:gd name="T102" fmla="*/ 4927 w 5770"/>
                <a:gd name="T103" fmla="*/ 84 h 174"/>
                <a:gd name="T104" fmla="*/ 5118 w 5770"/>
                <a:gd name="T105" fmla="*/ 14 h 174"/>
                <a:gd name="T106" fmla="*/ 5280 w 5770"/>
                <a:gd name="T107" fmla="*/ 9 h 174"/>
                <a:gd name="T108" fmla="*/ 5453 w 5770"/>
                <a:gd name="T109" fmla="*/ 36 h 174"/>
                <a:gd name="T110" fmla="*/ 5465 w 5770"/>
                <a:gd name="T111" fmla="*/ 72 h 174"/>
                <a:gd name="T112" fmla="*/ 5656 w 5770"/>
                <a:gd name="T113" fmla="*/ 90 h 174"/>
                <a:gd name="T114" fmla="*/ 5710 w 5770"/>
                <a:gd name="T115" fmla="*/ 102 h 174"/>
                <a:gd name="T116" fmla="*/ 5477 w 5770"/>
                <a:gd name="T117" fmla="*/ 90 h 174"/>
                <a:gd name="T118" fmla="*/ 5453 w 5770"/>
                <a:gd name="T119" fmla="*/ 60 h 174"/>
                <a:gd name="T120" fmla="*/ 5393 w 5770"/>
                <a:gd name="T121" fmla="*/ 30 h 174"/>
                <a:gd name="T122" fmla="*/ 5219 w 5770"/>
                <a:gd name="T123" fmla="*/ 2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770" h="174">
                  <a:moveTo>
                    <a:pt x="5151" y="24"/>
                  </a:moveTo>
                  <a:lnTo>
                    <a:pt x="5127" y="26"/>
                  </a:lnTo>
                  <a:lnTo>
                    <a:pt x="5082" y="30"/>
                  </a:lnTo>
                  <a:lnTo>
                    <a:pt x="5049" y="38"/>
                  </a:lnTo>
                  <a:lnTo>
                    <a:pt x="5029" y="48"/>
                  </a:lnTo>
                  <a:lnTo>
                    <a:pt x="5017" y="54"/>
                  </a:lnTo>
                  <a:lnTo>
                    <a:pt x="4993" y="66"/>
                  </a:lnTo>
                  <a:lnTo>
                    <a:pt x="4957" y="84"/>
                  </a:lnTo>
                  <a:lnTo>
                    <a:pt x="4927" y="102"/>
                  </a:lnTo>
                  <a:lnTo>
                    <a:pt x="4891" y="114"/>
                  </a:lnTo>
                  <a:lnTo>
                    <a:pt x="4861" y="120"/>
                  </a:lnTo>
                  <a:lnTo>
                    <a:pt x="4831" y="126"/>
                  </a:lnTo>
                  <a:lnTo>
                    <a:pt x="4801" y="132"/>
                  </a:lnTo>
                  <a:lnTo>
                    <a:pt x="4771" y="132"/>
                  </a:lnTo>
                  <a:lnTo>
                    <a:pt x="4748" y="132"/>
                  </a:lnTo>
                  <a:lnTo>
                    <a:pt x="4724" y="126"/>
                  </a:lnTo>
                  <a:lnTo>
                    <a:pt x="4706" y="120"/>
                  </a:lnTo>
                  <a:lnTo>
                    <a:pt x="4682" y="114"/>
                  </a:lnTo>
                  <a:lnTo>
                    <a:pt x="4670" y="108"/>
                  </a:lnTo>
                  <a:lnTo>
                    <a:pt x="4652" y="102"/>
                  </a:lnTo>
                  <a:lnTo>
                    <a:pt x="4640" y="96"/>
                  </a:lnTo>
                  <a:lnTo>
                    <a:pt x="4634" y="84"/>
                  </a:lnTo>
                  <a:lnTo>
                    <a:pt x="4628" y="78"/>
                  </a:lnTo>
                  <a:lnTo>
                    <a:pt x="4622" y="66"/>
                  </a:lnTo>
                  <a:lnTo>
                    <a:pt x="4616" y="54"/>
                  </a:lnTo>
                  <a:lnTo>
                    <a:pt x="4610" y="48"/>
                  </a:lnTo>
                  <a:lnTo>
                    <a:pt x="4604" y="42"/>
                  </a:lnTo>
                  <a:lnTo>
                    <a:pt x="4598" y="36"/>
                  </a:lnTo>
                  <a:lnTo>
                    <a:pt x="4586" y="30"/>
                  </a:lnTo>
                  <a:lnTo>
                    <a:pt x="4574" y="24"/>
                  </a:lnTo>
                  <a:lnTo>
                    <a:pt x="4562" y="18"/>
                  </a:lnTo>
                  <a:lnTo>
                    <a:pt x="4544" y="18"/>
                  </a:lnTo>
                  <a:lnTo>
                    <a:pt x="4526" y="18"/>
                  </a:lnTo>
                  <a:lnTo>
                    <a:pt x="4502" y="24"/>
                  </a:lnTo>
                  <a:lnTo>
                    <a:pt x="4478" y="30"/>
                  </a:lnTo>
                  <a:lnTo>
                    <a:pt x="4449" y="36"/>
                  </a:lnTo>
                  <a:lnTo>
                    <a:pt x="4419" y="48"/>
                  </a:lnTo>
                  <a:lnTo>
                    <a:pt x="4383" y="60"/>
                  </a:lnTo>
                  <a:lnTo>
                    <a:pt x="4341" y="72"/>
                  </a:lnTo>
                  <a:lnTo>
                    <a:pt x="4287" y="90"/>
                  </a:lnTo>
                  <a:lnTo>
                    <a:pt x="4239" y="96"/>
                  </a:lnTo>
                  <a:lnTo>
                    <a:pt x="4186" y="108"/>
                  </a:lnTo>
                  <a:lnTo>
                    <a:pt x="4132" y="114"/>
                  </a:lnTo>
                  <a:lnTo>
                    <a:pt x="4078" y="120"/>
                  </a:lnTo>
                  <a:lnTo>
                    <a:pt x="4024" y="120"/>
                  </a:lnTo>
                  <a:lnTo>
                    <a:pt x="3970" y="120"/>
                  </a:lnTo>
                  <a:lnTo>
                    <a:pt x="3916" y="120"/>
                  </a:lnTo>
                  <a:lnTo>
                    <a:pt x="3863" y="120"/>
                  </a:lnTo>
                  <a:lnTo>
                    <a:pt x="3815" y="120"/>
                  </a:lnTo>
                  <a:lnTo>
                    <a:pt x="3767" y="114"/>
                  </a:lnTo>
                  <a:lnTo>
                    <a:pt x="3731" y="108"/>
                  </a:lnTo>
                  <a:lnTo>
                    <a:pt x="3689" y="96"/>
                  </a:lnTo>
                  <a:lnTo>
                    <a:pt x="3659" y="90"/>
                  </a:lnTo>
                  <a:lnTo>
                    <a:pt x="3647" y="84"/>
                  </a:lnTo>
                  <a:lnTo>
                    <a:pt x="3635" y="78"/>
                  </a:lnTo>
                  <a:lnTo>
                    <a:pt x="3617" y="72"/>
                  </a:lnTo>
                  <a:lnTo>
                    <a:pt x="3600" y="60"/>
                  </a:lnTo>
                  <a:lnTo>
                    <a:pt x="3582" y="60"/>
                  </a:lnTo>
                  <a:lnTo>
                    <a:pt x="3564" y="54"/>
                  </a:lnTo>
                  <a:lnTo>
                    <a:pt x="3546" y="54"/>
                  </a:lnTo>
                  <a:lnTo>
                    <a:pt x="3534" y="54"/>
                  </a:lnTo>
                  <a:lnTo>
                    <a:pt x="3522" y="60"/>
                  </a:lnTo>
                  <a:lnTo>
                    <a:pt x="3510" y="60"/>
                  </a:lnTo>
                  <a:lnTo>
                    <a:pt x="3498" y="66"/>
                  </a:lnTo>
                  <a:lnTo>
                    <a:pt x="3486" y="66"/>
                  </a:lnTo>
                  <a:lnTo>
                    <a:pt x="3474" y="78"/>
                  </a:lnTo>
                  <a:lnTo>
                    <a:pt x="3462" y="84"/>
                  </a:lnTo>
                  <a:lnTo>
                    <a:pt x="3456" y="84"/>
                  </a:lnTo>
                  <a:lnTo>
                    <a:pt x="3426" y="90"/>
                  </a:lnTo>
                  <a:lnTo>
                    <a:pt x="3336" y="96"/>
                  </a:lnTo>
                  <a:lnTo>
                    <a:pt x="3205" y="108"/>
                  </a:lnTo>
                  <a:lnTo>
                    <a:pt x="3127" y="120"/>
                  </a:lnTo>
                  <a:lnTo>
                    <a:pt x="3049" y="132"/>
                  </a:lnTo>
                  <a:lnTo>
                    <a:pt x="2972" y="144"/>
                  </a:lnTo>
                  <a:lnTo>
                    <a:pt x="2906" y="150"/>
                  </a:lnTo>
                  <a:lnTo>
                    <a:pt x="2870" y="150"/>
                  </a:lnTo>
                  <a:lnTo>
                    <a:pt x="2846" y="150"/>
                  </a:lnTo>
                  <a:lnTo>
                    <a:pt x="2816" y="150"/>
                  </a:lnTo>
                  <a:lnTo>
                    <a:pt x="2792" y="150"/>
                  </a:lnTo>
                  <a:lnTo>
                    <a:pt x="2768" y="144"/>
                  </a:lnTo>
                  <a:lnTo>
                    <a:pt x="2744" y="138"/>
                  </a:lnTo>
                  <a:lnTo>
                    <a:pt x="2727" y="132"/>
                  </a:lnTo>
                  <a:lnTo>
                    <a:pt x="2709" y="126"/>
                  </a:lnTo>
                  <a:lnTo>
                    <a:pt x="2703" y="96"/>
                  </a:lnTo>
                  <a:lnTo>
                    <a:pt x="2703" y="78"/>
                  </a:lnTo>
                  <a:lnTo>
                    <a:pt x="2709" y="42"/>
                  </a:lnTo>
                  <a:lnTo>
                    <a:pt x="2697" y="36"/>
                  </a:lnTo>
                  <a:lnTo>
                    <a:pt x="2673" y="42"/>
                  </a:lnTo>
                  <a:lnTo>
                    <a:pt x="2661" y="60"/>
                  </a:lnTo>
                  <a:lnTo>
                    <a:pt x="2643" y="72"/>
                  </a:lnTo>
                  <a:lnTo>
                    <a:pt x="2619" y="90"/>
                  </a:lnTo>
                  <a:lnTo>
                    <a:pt x="2595" y="102"/>
                  </a:lnTo>
                  <a:lnTo>
                    <a:pt x="2559" y="114"/>
                  </a:lnTo>
                  <a:lnTo>
                    <a:pt x="2541" y="114"/>
                  </a:lnTo>
                  <a:lnTo>
                    <a:pt x="2511" y="120"/>
                  </a:lnTo>
                  <a:lnTo>
                    <a:pt x="2481" y="126"/>
                  </a:lnTo>
                  <a:lnTo>
                    <a:pt x="2446" y="126"/>
                  </a:lnTo>
                  <a:lnTo>
                    <a:pt x="2416" y="132"/>
                  </a:lnTo>
                  <a:lnTo>
                    <a:pt x="2380" y="126"/>
                  </a:lnTo>
                  <a:lnTo>
                    <a:pt x="2350" y="120"/>
                  </a:lnTo>
                  <a:lnTo>
                    <a:pt x="2326" y="108"/>
                  </a:lnTo>
                  <a:lnTo>
                    <a:pt x="2308" y="102"/>
                  </a:lnTo>
                  <a:lnTo>
                    <a:pt x="2296" y="96"/>
                  </a:lnTo>
                  <a:lnTo>
                    <a:pt x="2290" y="90"/>
                  </a:lnTo>
                  <a:lnTo>
                    <a:pt x="2278" y="84"/>
                  </a:lnTo>
                  <a:lnTo>
                    <a:pt x="2272" y="78"/>
                  </a:lnTo>
                  <a:lnTo>
                    <a:pt x="2250" y="57"/>
                  </a:lnTo>
                  <a:lnTo>
                    <a:pt x="2243" y="35"/>
                  </a:lnTo>
                  <a:lnTo>
                    <a:pt x="2228" y="18"/>
                  </a:lnTo>
                  <a:lnTo>
                    <a:pt x="2208" y="18"/>
                  </a:lnTo>
                  <a:lnTo>
                    <a:pt x="2172" y="24"/>
                  </a:lnTo>
                  <a:lnTo>
                    <a:pt x="2151" y="36"/>
                  </a:lnTo>
                  <a:lnTo>
                    <a:pt x="2127" y="51"/>
                  </a:lnTo>
                  <a:lnTo>
                    <a:pt x="2097" y="60"/>
                  </a:lnTo>
                  <a:lnTo>
                    <a:pt x="2073" y="72"/>
                  </a:lnTo>
                  <a:lnTo>
                    <a:pt x="2046" y="87"/>
                  </a:lnTo>
                  <a:lnTo>
                    <a:pt x="2007" y="102"/>
                  </a:lnTo>
                  <a:lnTo>
                    <a:pt x="1977" y="114"/>
                  </a:lnTo>
                  <a:lnTo>
                    <a:pt x="1947" y="120"/>
                  </a:lnTo>
                  <a:lnTo>
                    <a:pt x="1895" y="120"/>
                  </a:lnTo>
                  <a:lnTo>
                    <a:pt x="1794" y="120"/>
                  </a:lnTo>
                  <a:lnTo>
                    <a:pt x="1692" y="120"/>
                  </a:lnTo>
                  <a:lnTo>
                    <a:pt x="1644" y="120"/>
                  </a:lnTo>
                  <a:lnTo>
                    <a:pt x="1602" y="114"/>
                  </a:lnTo>
                  <a:lnTo>
                    <a:pt x="1561" y="108"/>
                  </a:lnTo>
                  <a:lnTo>
                    <a:pt x="1525" y="102"/>
                  </a:lnTo>
                  <a:lnTo>
                    <a:pt x="1507" y="102"/>
                  </a:lnTo>
                  <a:lnTo>
                    <a:pt x="1495" y="96"/>
                  </a:lnTo>
                  <a:lnTo>
                    <a:pt x="1483" y="90"/>
                  </a:lnTo>
                  <a:lnTo>
                    <a:pt x="1477" y="84"/>
                  </a:lnTo>
                  <a:lnTo>
                    <a:pt x="1459" y="78"/>
                  </a:lnTo>
                  <a:lnTo>
                    <a:pt x="1441" y="66"/>
                  </a:lnTo>
                  <a:lnTo>
                    <a:pt x="1429" y="60"/>
                  </a:lnTo>
                  <a:lnTo>
                    <a:pt x="1411" y="60"/>
                  </a:lnTo>
                  <a:lnTo>
                    <a:pt x="1399" y="54"/>
                  </a:lnTo>
                  <a:lnTo>
                    <a:pt x="1387" y="54"/>
                  </a:lnTo>
                  <a:lnTo>
                    <a:pt x="1375" y="54"/>
                  </a:lnTo>
                  <a:lnTo>
                    <a:pt x="1357" y="54"/>
                  </a:lnTo>
                  <a:lnTo>
                    <a:pt x="1345" y="54"/>
                  </a:lnTo>
                  <a:lnTo>
                    <a:pt x="1333" y="60"/>
                  </a:lnTo>
                  <a:lnTo>
                    <a:pt x="1309" y="66"/>
                  </a:lnTo>
                  <a:lnTo>
                    <a:pt x="1262" y="84"/>
                  </a:lnTo>
                  <a:lnTo>
                    <a:pt x="1220" y="102"/>
                  </a:lnTo>
                  <a:lnTo>
                    <a:pt x="1178" y="114"/>
                  </a:lnTo>
                  <a:lnTo>
                    <a:pt x="1142" y="126"/>
                  </a:lnTo>
                  <a:lnTo>
                    <a:pt x="1100" y="138"/>
                  </a:lnTo>
                  <a:lnTo>
                    <a:pt x="1058" y="150"/>
                  </a:lnTo>
                  <a:lnTo>
                    <a:pt x="1016" y="156"/>
                  </a:lnTo>
                  <a:lnTo>
                    <a:pt x="945" y="168"/>
                  </a:lnTo>
                  <a:lnTo>
                    <a:pt x="879" y="174"/>
                  </a:lnTo>
                  <a:lnTo>
                    <a:pt x="819" y="174"/>
                  </a:lnTo>
                  <a:lnTo>
                    <a:pt x="759" y="168"/>
                  </a:lnTo>
                  <a:lnTo>
                    <a:pt x="706" y="162"/>
                  </a:lnTo>
                  <a:lnTo>
                    <a:pt x="652" y="150"/>
                  </a:lnTo>
                  <a:lnTo>
                    <a:pt x="610" y="138"/>
                  </a:lnTo>
                  <a:lnTo>
                    <a:pt x="568" y="126"/>
                  </a:lnTo>
                  <a:lnTo>
                    <a:pt x="532" y="114"/>
                  </a:lnTo>
                  <a:lnTo>
                    <a:pt x="502" y="102"/>
                  </a:lnTo>
                  <a:lnTo>
                    <a:pt x="478" y="90"/>
                  </a:lnTo>
                  <a:lnTo>
                    <a:pt x="460" y="78"/>
                  </a:lnTo>
                  <a:lnTo>
                    <a:pt x="442" y="66"/>
                  </a:lnTo>
                  <a:lnTo>
                    <a:pt x="425" y="54"/>
                  </a:lnTo>
                  <a:lnTo>
                    <a:pt x="407" y="42"/>
                  </a:lnTo>
                  <a:lnTo>
                    <a:pt x="401" y="42"/>
                  </a:lnTo>
                  <a:lnTo>
                    <a:pt x="395" y="42"/>
                  </a:lnTo>
                  <a:lnTo>
                    <a:pt x="389" y="42"/>
                  </a:lnTo>
                  <a:lnTo>
                    <a:pt x="383" y="42"/>
                  </a:lnTo>
                  <a:lnTo>
                    <a:pt x="377" y="48"/>
                  </a:lnTo>
                  <a:lnTo>
                    <a:pt x="371" y="54"/>
                  </a:lnTo>
                  <a:lnTo>
                    <a:pt x="359" y="66"/>
                  </a:lnTo>
                  <a:lnTo>
                    <a:pt x="347" y="78"/>
                  </a:lnTo>
                  <a:lnTo>
                    <a:pt x="341" y="84"/>
                  </a:lnTo>
                  <a:lnTo>
                    <a:pt x="335" y="90"/>
                  </a:lnTo>
                  <a:lnTo>
                    <a:pt x="323" y="102"/>
                  </a:lnTo>
                  <a:lnTo>
                    <a:pt x="305" y="108"/>
                  </a:lnTo>
                  <a:lnTo>
                    <a:pt x="287" y="114"/>
                  </a:lnTo>
                  <a:lnTo>
                    <a:pt x="263" y="120"/>
                  </a:lnTo>
                  <a:lnTo>
                    <a:pt x="239" y="126"/>
                  </a:lnTo>
                  <a:lnTo>
                    <a:pt x="215" y="132"/>
                  </a:lnTo>
                  <a:lnTo>
                    <a:pt x="191" y="132"/>
                  </a:lnTo>
                  <a:lnTo>
                    <a:pt x="167" y="138"/>
                  </a:lnTo>
                  <a:lnTo>
                    <a:pt x="144" y="138"/>
                  </a:lnTo>
                  <a:lnTo>
                    <a:pt x="120" y="138"/>
                  </a:lnTo>
                  <a:lnTo>
                    <a:pt x="90" y="132"/>
                  </a:lnTo>
                  <a:lnTo>
                    <a:pt x="66" y="132"/>
                  </a:lnTo>
                  <a:lnTo>
                    <a:pt x="42" y="126"/>
                  </a:lnTo>
                  <a:lnTo>
                    <a:pt x="24" y="120"/>
                  </a:lnTo>
                  <a:lnTo>
                    <a:pt x="0" y="114"/>
                  </a:lnTo>
                  <a:lnTo>
                    <a:pt x="0" y="96"/>
                  </a:lnTo>
                  <a:lnTo>
                    <a:pt x="24" y="102"/>
                  </a:lnTo>
                  <a:lnTo>
                    <a:pt x="42" y="108"/>
                  </a:lnTo>
                  <a:lnTo>
                    <a:pt x="66" y="114"/>
                  </a:lnTo>
                  <a:lnTo>
                    <a:pt x="90" y="114"/>
                  </a:lnTo>
                  <a:lnTo>
                    <a:pt x="120" y="120"/>
                  </a:lnTo>
                  <a:lnTo>
                    <a:pt x="144" y="120"/>
                  </a:lnTo>
                  <a:lnTo>
                    <a:pt x="167" y="120"/>
                  </a:lnTo>
                  <a:lnTo>
                    <a:pt x="191" y="114"/>
                  </a:lnTo>
                  <a:lnTo>
                    <a:pt x="215" y="114"/>
                  </a:lnTo>
                  <a:lnTo>
                    <a:pt x="239" y="108"/>
                  </a:lnTo>
                  <a:lnTo>
                    <a:pt x="263" y="102"/>
                  </a:lnTo>
                  <a:lnTo>
                    <a:pt x="287" y="96"/>
                  </a:lnTo>
                  <a:lnTo>
                    <a:pt x="305" y="90"/>
                  </a:lnTo>
                  <a:lnTo>
                    <a:pt x="323" y="84"/>
                  </a:lnTo>
                  <a:lnTo>
                    <a:pt x="335" y="72"/>
                  </a:lnTo>
                  <a:lnTo>
                    <a:pt x="341" y="66"/>
                  </a:lnTo>
                  <a:lnTo>
                    <a:pt x="347" y="60"/>
                  </a:lnTo>
                  <a:lnTo>
                    <a:pt x="359" y="48"/>
                  </a:lnTo>
                  <a:lnTo>
                    <a:pt x="371" y="36"/>
                  </a:lnTo>
                  <a:lnTo>
                    <a:pt x="377" y="30"/>
                  </a:lnTo>
                  <a:lnTo>
                    <a:pt x="383" y="24"/>
                  </a:lnTo>
                  <a:lnTo>
                    <a:pt x="389" y="24"/>
                  </a:lnTo>
                  <a:lnTo>
                    <a:pt x="395" y="24"/>
                  </a:lnTo>
                  <a:lnTo>
                    <a:pt x="401" y="24"/>
                  </a:lnTo>
                  <a:lnTo>
                    <a:pt x="407" y="24"/>
                  </a:lnTo>
                  <a:lnTo>
                    <a:pt x="425" y="36"/>
                  </a:lnTo>
                  <a:lnTo>
                    <a:pt x="442" y="48"/>
                  </a:lnTo>
                  <a:lnTo>
                    <a:pt x="460" y="60"/>
                  </a:lnTo>
                  <a:lnTo>
                    <a:pt x="478" y="72"/>
                  </a:lnTo>
                  <a:lnTo>
                    <a:pt x="502" y="84"/>
                  </a:lnTo>
                  <a:lnTo>
                    <a:pt x="532" y="96"/>
                  </a:lnTo>
                  <a:lnTo>
                    <a:pt x="568" y="108"/>
                  </a:lnTo>
                  <a:lnTo>
                    <a:pt x="610" y="120"/>
                  </a:lnTo>
                  <a:lnTo>
                    <a:pt x="652" y="132"/>
                  </a:lnTo>
                  <a:lnTo>
                    <a:pt x="706" y="144"/>
                  </a:lnTo>
                  <a:lnTo>
                    <a:pt x="759" y="150"/>
                  </a:lnTo>
                  <a:lnTo>
                    <a:pt x="819" y="156"/>
                  </a:lnTo>
                  <a:lnTo>
                    <a:pt x="879" y="156"/>
                  </a:lnTo>
                  <a:lnTo>
                    <a:pt x="945" y="150"/>
                  </a:lnTo>
                  <a:lnTo>
                    <a:pt x="1016" y="138"/>
                  </a:lnTo>
                  <a:lnTo>
                    <a:pt x="1058" y="132"/>
                  </a:lnTo>
                  <a:lnTo>
                    <a:pt x="1100" y="120"/>
                  </a:lnTo>
                  <a:lnTo>
                    <a:pt x="1142" y="108"/>
                  </a:lnTo>
                  <a:lnTo>
                    <a:pt x="1178" y="96"/>
                  </a:lnTo>
                  <a:lnTo>
                    <a:pt x="1220" y="84"/>
                  </a:lnTo>
                  <a:lnTo>
                    <a:pt x="1262" y="66"/>
                  </a:lnTo>
                  <a:lnTo>
                    <a:pt x="1309" y="48"/>
                  </a:lnTo>
                  <a:lnTo>
                    <a:pt x="1333" y="42"/>
                  </a:lnTo>
                  <a:lnTo>
                    <a:pt x="1345" y="36"/>
                  </a:lnTo>
                  <a:lnTo>
                    <a:pt x="1357" y="36"/>
                  </a:lnTo>
                  <a:lnTo>
                    <a:pt x="1375" y="36"/>
                  </a:lnTo>
                  <a:lnTo>
                    <a:pt x="1387" y="36"/>
                  </a:lnTo>
                  <a:lnTo>
                    <a:pt x="1399" y="36"/>
                  </a:lnTo>
                  <a:lnTo>
                    <a:pt x="1411" y="42"/>
                  </a:lnTo>
                  <a:lnTo>
                    <a:pt x="1429" y="42"/>
                  </a:lnTo>
                  <a:lnTo>
                    <a:pt x="1441" y="48"/>
                  </a:lnTo>
                  <a:lnTo>
                    <a:pt x="1459" y="60"/>
                  </a:lnTo>
                  <a:lnTo>
                    <a:pt x="1477" y="66"/>
                  </a:lnTo>
                  <a:lnTo>
                    <a:pt x="1483" y="72"/>
                  </a:lnTo>
                  <a:lnTo>
                    <a:pt x="1495" y="78"/>
                  </a:lnTo>
                  <a:lnTo>
                    <a:pt x="1507" y="84"/>
                  </a:lnTo>
                  <a:lnTo>
                    <a:pt x="1525" y="84"/>
                  </a:lnTo>
                  <a:lnTo>
                    <a:pt x="1561" y="90"/>
                  </a:lnTo>
                  <a:lnTo>
                    <a:pt x="1602" y="96"/>
                  </a:lnTo>
                  <a:lnTo>
                    <a:pt x="1644" y="102"/>
                  </a:lnTo>
                  <a:lnTo>
                    <a:pt x="1692" y="102"/>
                  </a:lnTo>
                  <a:lnTo>
                    <a:pt x="1794" y="102"/>
                  </a:lnTo>
                  <a:lnTo>
                    <a:pt x="1895" y="102"/>
                  </a:lnTo>
                  <a:lnTo>
                    <a:pt x="1938" y="102"/>
                  </a:lnTo>
                  <a:lnTo>
                    <a:pt x="1971" y="96"/>
                  </a:lnTo>
                  <a:lnTo>
                    <a:pt x="2019" y="77"/>
                  </a:lnTo>
                  <a:lnTo>
                    <a:pt x="2063" y="57"/>
                  </a:lnTo>
                  <a:lnTo>
                    <a:pt x="2111" y="38"/>
                  </a:lnTo>
                  <a:lnTo>
                    <a:pt x="2145" y="18"/>
                  </a:lnTo>
                  <a:lnTo>
                    <a:pt x="2172" y="9"/>
                  </a:lnTo>
                  <a:lnTo>
                    <a:pt x="2202" y="0"/>
                  </a:lnTo>
                  <a:lnTo>
                    <a:pt x="2235" y="3"/>
                  </a:lnTo>
                  <a:lnTo>
                    <a:pt x="2250" y="24"/>
                  </a:lnTo>
                  <a:lnTo>
                    <a:pt x="2262" y="51"/>
                  </a:lnTo>
                  <a:lnTo>
                    <a:pt x="2290" y="72"/>
                  </a:lnTo>
                  <a:lnTo>
                    <a:pt x="2296" y="78"/>
                  </a:lnTo>
                  <a:lnTo>
                    <a:pt x="2308" y="84"/>
                  </a:lnTo>
                  <a:lnTo>
                    <a:pt x="2326" y="90"/>
                  </a:lnTo>
                  <a:lnTo>
                    <a:pt x="2350" y="102"/>
                  </a:lnTo>
                  <a:lnTo>
                    <a:pt x="2380" y="108"/>
                  </a:lnTo>
                  <a:lnTo>
                    <a:pt x="2416" y="114"/>
                  </a:lnTo>
                  <a:lnTo>
                    <a:pt x="2446" y="108"/>
                  </a:lnTo>
                  <a:lnTo>
                    <a:pt x="2481" y="108"/>
                  </a:lnTo>
                  <a:lnTo>
                    <a:pt x="2511" y="102"/>
                  </a:lnTo>
                  <a:lnTo>
                    <a:pt x="2541" y="96"/>
                  </a:lnTo>
                  <a:lnTo>
                    <a:pt x="2559" y="96"/>
                  </a:lnTo>
                  <a:lnTo>
                    <a:pt x="2595" y="84"/>
                  </a:lnTo>
                  <a:lnTo>
                    <a:pt x="2619" y="72"/>
                  </a:lnTo>
                  <a:lnTo>
                    <a:pt x="2643" y="54"/>
                  </a:lnTo>
                  <a:lnTo>
                    <a:pt x="2661" y="42"/>
                  </a:lnTo>
                  <a:lnTo>
                    <a:pt x="2673" y="24"/>
                  </a:lnTo>
                  <a:lnTo>
                    <a:pt x="2697" y="18"/>
                  </a:lnTo>
                  <a:lnTo>
                    <a:pt x="2715" y="24"/>
                  </a:lnTo>
                  <a:lnTo>
                    <a:pt x="2715" y="48"/>
                  </a:lnTo>
                  <a:lnTo>
                    <a:pt x="2709" y="78"/>
                  </a:lnTo>
                  <a:lnTo>
                    <a:pt x="2709" y="108"/>
                  </a:lnTo>
                  <a:lnTo>
                    <a:pt x="2727" y="114"/>
                  </a:lnTo>
                  <a:lnTo>
                    <a:pt x="2744" y="120"/>
                  </a:lnTo>
                  <a:lnTo>
                    <a:pt x="2768" y="126"/>
                  </a:lnTo>
                  <a:lnTo>
                    <a:pt x="2792" y="132"/>
                  </a:lnTo>
                  <a:lnTo>
                    <a:pt x="2816" y="132"/>
                  </a:lnTo>
                  <a:lnTo>
                    <a:pt x="2846" y="132"/>
                  </a:lnTo>
                  <a:lnTo>
                    <a:pt x="2870" y="132"/>
                  </a:lnTo>
                  <a:lnTo>
                    <a:pt x="2906" y="132"/>
                  </a:lnTo>
                  <a:lnTo>
                    <a:pt x="2972" y="126"/>
                  </a:lnTo>
                  <a:lnTo>
                    <a:pt x="3049" y="114"/>
                  </a:lnTo>
                  <a:lnTo>
                    <a:pt x="3127" y="102"/>
                  </a:lnTo>
                  <a:lnTo>
                    <a:pt x="3205" y="90"/>
                  </a:lnTo>
                  <a:lnTo>
                    <a:pt x="3336" y="78"/>
                  </a:lnTo>
                  <a:lnTo>
                    <a:pt x="3426" y="72"/>
                  </a:lnTo>
                  <a:lnTo>
                    <a:pt x="3456" y="66"/>
                  </a:lnTo>
                  <a:lnTo>
                    <a:pt x="3462" y="66"/>
                  </a:lnTo>
                  <a:lnTo>
                    <a:pt x="3474" y="60"/>
                  </a:lnTo>
                  <a:lnTo>
                    <a:pt x="3486" y="48"/>
                  </a:lnTo>
                  <a:lnTo>
                    <a:pt x="3498" y="48"/>
                  </a:lnTo>
                  <a:lnTo>
                    <a:pt x="3510" y="42"/>
                  </a:lnTo>
                  <a:lnTo>
                    <a:pt x="3522" y="42"/>
                  </a:lnTo>
                  <a:lnTo>
                    <a:pt x="3534" y="36"/>
                  </a:lnTo>
                  <a:lnTo>
                    <a:pt x="3546" y="36"/>
                  </a:lnTo>
                  <a:lnTo>
                    <a:pt x="3564" y="36"/>
                  </a:lnTo>
                  <a:lnTo>
                    <a:pt x="3582" y="42"/>
                  </a:lnTo>
                  <a:lnTo>
                    <a:pt x="3600" y="42"/>
                  </a:lnTo>
                  <a:lnTo>
                    <a:pt x="3617" y="54"/>
                  </a:lnTo>
                  <a:lnTo>
                    <a:pt x="3635" y="60"/>
                  </a:lnTo>
                  <a:lnTo>
                    <a:pt x="3647" y="66"/>
                  </a:lnTo>
                  <a:lnTo>
                    <a:pt x="3659" y="72"/>
                  </a:lnTo>
                  <a:lnTo>
                    <a:pt x="3689" y="78"/>
                  </a:lnTo>
                  <a:lnTo>
                    <a:pt x="3731" y="90"/>
                  </a:lnTo>
                  <a:lnTo>
                    <a:pt x="3767" y="96"/>
                  </a:lnTo>
                  <a:lnTo>
                    <a:pt x="3815" y="102"/>
                  </a:lnTo>
                  <a:lnTo>
                    <a:pt x="3863" y="102"/>
                  </a:lnTo>
                  <a:lnTo>
                    <a:pt x="3916" y="102"/>
                  </a:lnTo>
                  <a:lnTo>
                    <a:pt x="3970" y="102"/>
                  </a:lnTo>
                  <a:lnTo>
                    <a:pt x="4024" y="102"/>
                  </a:lnTo>
                  <a:lnTo>
                    <a:pt x="4078" y="102"/>
                  </a:lnTo>
                  <a:lnTo>
                    <a:pt x="4132" y="96"/>
                  </a:lnTo>
                  <a:lnTo>
                    <a:pt x="4186" y="90"/>
                  </a:lnTo>
                  <a:lnTo>
                    <a:pt x="4239" y="78"/>
                  </a:lnTo>
                  <a:lnTo>
                    <a:pt x="4287" y="72"/>
                  </a:lnTo>
                  <a:lnTo>
                    <a:pt x="4341" y="54"/>
                  </a:lnTo>
                  <a:lnTo>
                    <a:pt x="4383" y="42"/>
                  </a:lnTo>
                  <a:lnTo>
                    <a:pt x="4419" y="30"/>
                  </a:lnTo>
                  <a:lnTo>
                    <a:pt x="4449" y="18"/>
                  </a:lnTo>
                  <a:lnTo>
                    <a:pt x="4478" y="12"/>
                  </a:lnTo>
                  <a:lnTo>
                    <a:pt x="4502" y="6"/>
                  </a:lnTo>
                  <a:lnTo>
                    <a:pt x="4526" y="0"/>
                  </a:lnTo>
                  <a:lnTo>
                    <a:pt x="4544" y="0"/>
                  </a:lnTo>
                  <a:lnTo>
                    <a:pt x="4562" y="0"/>
                  </a:lnTo>
                  <a:lnTo>
                    <a:pt x="4574" y="6"/>
                  </a:lnTo>
                  <a:lnTo>
                    <a:pt x="4586" y="12"/>
                  </a:lnTo>
                  <a:lnTo>
                    <a:pt x="4598" y="18"/>
                  </a:lnTo>
                  <a:lnTo>
                    <a:pt x="4604" y="24"/>
                  </a:lnTo>
                  <a:lnTo>
                    <a:pt x="4610" y="30"/>
                  </a:lnTo>
                  <a:lnTo>
                    <a:pt x="4616" y="36"/>
                  </a:lnTo>
                  <a:lnTo>
                    <a:pt x="4622" y="48"/>
                  </a:lnTo>
                  <a:lnTo>
                    <a:pt x="4628" y="60"/>
                  </a:lnTo>
                  <a:lnTo>
                    <a:pt x="4634" y="66"/>
                  </a:lnTo>
                  <a:lnTo>
                    <a:pt x="4640" y="78"/>
                  </a:lnTo>
                  <a:lnTo>
                    <a:pt x="4652" y="84"/>
                  </a:lnTo>
                  <a:lnTo>
                    <a:pt x="4670" y="90"/>
                  </a:lnTo>
                  <a:lnTo>
                    <a:pt x="4682" y="96"/>
                  </a:lnTo>
                  <a:lnTo>
                    <a:pt x="4706" y="102"/>
                  </a:lnTo>
                  <a:lnTo>
                    <a:pt x="4724" y="108"/>
                  </a:lnTo>
                  <a:lnTo>
                    <a:pt x="4748" y="114"/>
                  </a:lnTo>
                  <a:lnTo>
                    <a:pt x="4771" y="114"/>
                  </a:lnTo>
                  <a:lnTo>
                    <a:pt x="4801" y="114"/>
                  </a:lnTo>
                  <a:lnTo>
                    <a:pt x="4831" y="108"/>
                  </a:lnTo>
                  <a:lnTo>
                    <a:pt x="4861" y="102"/>
                  </a:lnTo>
                  <a:lnTo>
                    <a:pt x="4891" y="96"/>
                  </a:lnTo>
                  <a:lnTo>
                    <a:pt x="4927" y="84"/>
                  </a:lnTo>
                  <a:lnTo>
                    <a:pt x="4957" y="66"/>
                  </a:lnTo>
                  <a:lnTo>
                    <a:pt x="4993" y="48"/>
                  </a:lnTo>
                  <a:lnTo>
                    <a:pt x="5017" y="36"/>
                  </a:lnTo>
                  <a:lnTo>
                    <a:pt x="5029" y="30"/>
                  </a:lnTo>
                  <a:lnTo>
                    <a:pt x="5061" y="24"/>
                  </a:lnTo>
                  <a:lnTo>
                    <a:pt x="5091" y="17"/>
                  </a:lnTo>
                  <a:lnTo>
                    <a:pt x="5118" y="14"/>
                  </a:lnTo>
                  <a:lnTo>
                    <a:pt x="5145" y="9"/>
                  </a:lnTo>
                  <a:lnTo>
                    <a:pt x="5175" y="9"/>
                  </a:lnTo>
                  <a:lnTo>
                    <a:pt x="5199" y="8"/>
                  </a:lnTo>
                  <a:lnTo>
                    <a:pt x="5219" y="9"/>
                  </a:lnTo>
                  <a:lnTo>
                    <a:pt x="5238" y="9"/>
                  </a:lnTo>
                  <a:lnTo>
                    <a:pt x="5258" y="11"/>
                  </a:lnTo>
                  <a:lnTo>
                    <a:pt x="5280" y="9"/>
                  </a:lnTo>
                  <a:lnTo>
                    <a:pt x="5304" y="11"/>
                  </a:lnTo>
                  <a:lnTo>
                    <a:pt x="5327" y="8"/>
                  </a:lnTo>
                  <a:lnTo>
                    <a:pt x="5351" y="8"/>
                  </a:lnTo>
                  <a:lnTo>
                    <a:pt x="5390" y="9"/>
                  </a:lnTo>
                  <a:lnTo>
                    <a:pt x="5435" y="24"/>
                  </a:lnTo>
                  <a:lnTo>
                    <a:pt x="5447" y="30"/>
                  </a:lnTo>
                  <a:lnTo>
                    <a:pt x="5453" y="36"/>
                  </a:lnTo>
                  <a:lnTo>
                    <a:pt x="5453" y="42"/>
                  </a:lnTo>
                  <a:lnTo>
                    <a:pt x="5459" y="48"/>
                  </a:lnTo>
                  <a:lnTo>
                    <a:pt x="5459" y="54"/>
                  </a:lnTo>
                  <a:lnTo>
                    <a:pt x="5459" y="60"/>
                  </a:lnTo>
                  <a:lnTo>
                    <a:pt x="5459" y="66"/>
                  </a:lnTo>
                  <a:lnTo>
                    <a:pt x="5465" y="66"/>
                  </a:lnTo>
                  <a:lnTo>
                    <a:pt x="5465" y="72"/>
                  </a:lnTo>
                  <a:lnTo>
                    <a:pt x="5477" y="72"/>
                  </a:lnTo>
                  <a:lnTo>
                    <a:pt x="5489" y="78"/>
                  </a:lnTo>
                  <a:lnTo>
                    <a:pt x="5501" y="84"/>
                  </a:lnTo>
                  <a:lnTo>
                    <a:pt x="5519" y="84"/>
                  </a:lnTo>
                  <a:lnTo>
                    <a:pt x="5555" y="90"/>
                  </a:lnTo>
                  <a:lnTo>
                    <a:pt x="5603" y="90"/>
                  </a:lnTo>
                  <a:lnTo>
                    <a:pt x="5656" y="90"/>
                  </a:lnTo>
                  <a:lnTo>
                    <a:pt x="5710" y="84"/>
                  </a:lnTo>
                  <a:lnTo>
                    <a:pt x="5740" y="78"/>
                  </a:lnTo>
                  <a:lnTo>
                    <a:pt x="5770" y="72"/>
                  </a:lnTo>
                  <a:lnTo>
                    <a:pt x="5770" y="90"/>
                  </a:lnTo>
                  <a:lnTo>
                    <a:pt x="5770" y="90"/>
                  </a:lnTo>
                  <a:lnTo>
                    <a:pt x="5740" y="96"/>
                  </a:lnTo>
                  <a:lnTo>
                    <a:pt x="5710" y="102"/>
                  </a:lnTo>
                  <a:lnTo>
                    <a:pt x="5656" y="108"/>
                  </a:lnTo>
                  <a:lnTo>
                    <a:pt x="5603" y="108"/>
                  </a:lnTo>
                  <a:lnTo>
                    <a:pt x="5555" y="108"/>
                  </a:lnTo>
                  <a:lnTo>
                    <a:pt x="5519" y="102"/>
                  </a:lnTo>
                  <a:lnTo>
                    <a:pt x="5501" y="102"/>
                  </a:lnTo>
                  <a:lnTo>
                    <a:pt x="5489" y="96"/>
                  </a:lnTo>
                  <a:lnTo>
                    <a:pt x="5477" y="90"/>
                  </a:lnTo>
                  <a:lnTo>
                    <a:pt x="5465" y="90"/>
                  </a:lnTo>
                  <a:lnTo>
                    <a:pt x="5465" y="84"/>
                  </a:lnTo>
                  <a:lnTo>
                    <a:pt x="5459" y="84"/>
                  </a:lnTo>
                  <a:lnTo>
                    <a:pt x="5459" y="78"/>
                  </a:lnTo>
                  <a:lnTo>
                    <a:pt x="5459" y="72"/>
                  </a:lnTo>
                  <a:lnTo>
                    <a:pt x="5459" y="66"/>
                  </a:lnTo>
                  <a:lnTo>
                    <a:pt x="5453" y="60"/>
                  </a:lnTo>
                  <a:lnTo>
                    <a:pt x="5453" y="54"/>
                  </a:lnTo>
                  <a:lnTo>
                    <a:pt x="5447" y="48"/>
                  </a:lnTo>
                  <a:lnTo>
                    <a:pt x="5435" y="42"/>
                  </a:lnTo>
                  <a:lnTo>
                    <a:pt x="5429" y="36"/>
                  </a:lnTo>
                  <a:lnTo>
                    <a:pt x="5423" y="36"/>
                  </a:lnTo>
                  <a:lnTo>
                    <a:pt x="5405" y="30"/>
                  </a:lnTo>
                  <a:lnTo>
                    <a:pt x="5393" y="30"/>
                  </a:lnTo>
                  <a:lnTo>
                    <a:pt x="5370" y="23"/>
                  </a:lnTo>
                  <a:lnTo>
                    <a:pt x="5346" y="24"/>
                  </a:lnTo>
                  <a:lnTo>
                    <a:pt x="5325" y="27"/>
                  </a:lnTo>
                  <a:lnTo>
                    <a:pt x="5298" y="29"/>
                  </a:lnTo>
                  <a:lnTo>
                    <a:pt x="5270" y="29"/>
                  </a:lnTo>
                  <a:lnTo>
                    <a:pt x="5247" y="26"/>
                  </a:lnTo>
                  <a:lnTo>
                    <a:pt x="5219" y="24"/>
                  </a:lnTo>
                  <a:lnTo>
                    <a:pt x="5199" y="21"/>
                  </a:lnTo>
                  <a:lnTo>
                    <a:pt x="5174" y="24"/>
                  </a:lnTo>
                </a:path>
              </a:pathLst>
            </a:custGeom>
            <a:gradFill rotWithShape="0">
              <a:gsLst>
                <a:gs pos="0">
                  <a:schemeClr val="accent2"/>
                </a:gs>
                <a:gs pos="50000">
                  <a:schemeClr val="accent2">
                    <a:gamma/>
                    <a:tint val="96863"/>
                    <a:invGamma/>
                  </a:schemeClr>
                </a:gs>
                <a:gs pos="100000">
                  <a:schemeClr val="accent2"/>
                </a:gs>
              </a:gsLst>
              <a:lin ang="0" scaled="1"/>
            </a:gradFill>
            <a:ln>
              <a:noFill/>
            </a:ln>
            <a:extLst>
              <a:ext uri="{91240B29-F687-4F45-9708-019B960494DF}">
                <a14:hiddenLine xmlns:a14="http://schemas.microsoft.com/office/drawing/2010/main" w="9525">
                  <a:solidFill>
                    <a:schemeClr val="tx1"/>
                  </a:solidFill>
                  <a:round/>
                  <a:headEnd/>
                  <a:tailEnd/>
                </a14:hiddenLine>
              </a:ext>
            </a:extLst>
          </p:spPr>
          <p:txBody>
            <a:bodyPr/>
            <a:lstStyle/>
            <a:p>
              <a:endParaRPr lang="en-US"/>
            </a:p>
          </p:txBody>
        </p:sp>
      </p:grpSp>
      <p:sp>
        <p:nvSpPr>
          <p:cNvPr id="24600" name="Rectangle 24">
            <a:extLst>
              <a:ext uri="{FF2B5EF4-FFF2-40B4-BE49-F238E27FC236}">
                <a16:creationId xmlns:a16="http://schemas.microsoft.com/office/drawing/2014/main" id="{E812746E-764F-4F8A-BA30-08CAE8D9CD0B}"/>
              </a:ext>
            </a:extLst>
          </p:cNvPr>
          <p:cNvSpPr>
            <a:spLocks noGrp="1" noChangeArrowheads="1"/>
          </p:cNvSpPr>
          <p:nvPr>
            <p:ph type="ctrTitle" sz="quarter"/>
          </p:nvPr>
        </p:nvSpPr>
        <p:spPr>
          <a:xfrm>
            <a:off x="685800" y="1600200"/>
            <a:ext cx="7772400" cy="1828800"/>
          </a:xfrm>
        </p:spPr>
        <p:txBody>
          <a:bodyPr/>
          <a:lstStyle>
            <a:lvl1pPr>
              <a:defRPr sz="4800"/>
            </a:lvl1pPr>
          </a:lstStyle>
          <a:p>
            <a:pPr lvl="0"/>
            <a:r>
              <a:rPr lang="en-US" altLang="en-US" noProof="0"/>
              <a:t>Click to edit Master title style</a:t>
            </a:r>
          </a:p>
        </p:txBody>
      </p:sp>
      <p:sp>
        <p:nvSpPr>
          <p:cNvPr id="24601" name="Rectangle 25">
            <a:extLst>
              <a:ext uri="{FF2B5EF4-FFF2-40B4-BE49-F238E27FC236}">
                <a16:creationId xmlns:a16="http://schemas.microsoft.com/office/drawing/2014/main" id="{DFB7D4B4-0286-4645-8105-9F064EDB4AAC}"/>
              </a:ext>
            </a:extLst>
          </p:cNvPr>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24602" name="Rectangle 26">
            <a:extLst>
              <a:ext uri="{FF2B5EF4-FFF2-40B4-BE49-F238E27FC236}">
                <a16:creationId xmlns:a16="http://schemas.microsoft.com/office/drawing/2014/main" id="{F2A192C4-24FF-4536-ACB7-AEA85800975B}"/>
              </a:ext>
            </a:extLst>
          </p:cNvPr>
          <p:cNvSpPr>
            <a:spLocks noGrp="1" noChangeArrowheads="1"/>
          </p:cNvSpPr>
          <p:nvPr>
            <p:ph type="dt" sz="quarter" idx="2"/>
          </p:nvPr>
        </p:nvSpPr>
        <p:spPr>
          <a:xfrm>
            <a:off x="457200" y="6243638"/>
            <a:ext cx="2133600" cy="457200"/>
          </a:xfrm>
        </p:spPr>
        <p:txBody>
          <a:bodyPr/>
          <a:lstStyle>
            <a:lvl1pPr>
              <a:defRPr/>
            </a:lvl1pPr>
          </a:lstStyle>
          <a:p>
            <a:endParaRPr lang="en-US" altLang="en-US"/>
          </a:p>
        </p:txBody>
      </p:sp>
      <p:sp>
        <p:nvSpPr>
          <p:cNvPr id="24603" name="Rectangle 27">
            <a:extLst>
              <a:ext uri="{FF2B5EF4-FFF2-40B4-BE49-F238E27FC236}">
                <a16:creationId xmlns:a16="http://schemas.microsoft.com/office/drawing/2014/main" id="{D5CE984B-7A74-44DA-A4F2-A49E573CB36C}"/>
              </a:ext>
            </a:extLst>
          </p:cNvPr>
          <p:cNvSpPr>
            <a:spLocks noGrp="1" noChangeArrowheads="1"/>
          </p:cNvSpPr>
          <p:nvPr>
            <p:ph type="ftr" sz="quarter" idx="3"/>
          </p:nvPr>
        </p:nvSpPr>
        <p:spPr/>
        <p:txBody>
          <a:bodyPr/>
          <a:lstStyle>
            <a:lvl1pPr>
              <a:defRPr/>
            </a:lvl1pPr>
          </a:lstStyle>
          <a:p>
            <a:endParaRPr lang="en-US" altLang="en-US"/>
          </a:p>
        </p:txBody>
      </p:sp>
      <p:sp>
        <p:nvSpPr>
          <p:cNvPr id="24604" name="Rectangle 28">
            <a:extLst>
              <a:ext uri="{FF2B5EF4-FFF2-40B4-BE49-F238E27FC236}">
                <a16:creationId xmlns:a16="http://schemas.microsoft.com/office/drawing/2014/main" id="{37003D40-231D-49AC-817E-843BE6BB24AA}"/>
              </a:ext>
            </a:extLst>
          </p:cNvPr>
          <p:cNvSpPr>
            <a:spLocks noGrp="1" noChangeArrowheads="1"/>
          </p:cNvSpPr>
          <p:nvPr>
            <p:ph type="sldNum" sz="quarter" idx="4"/>
          </p:nvPr>
        </p:nvSpPr>
        <p:spPr/>
        <p:txBody>
          <a:bodyPr/>
          <a:lstStyle>
            <a:lvl1pPr>
              <a:defRPr/>
            </a:lvl1pPr>
          </a:lstStyle>
          <a:p>
            <a:fld id="{F2BD14A5-AFB7-43FA-BC54-9B69729B05FE}" type="slidenum">
              <a:rPr lang="en-US" altLang="en-US"/>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3266-4646-408A-AEDD-692F69FA4B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98634F-F08D-40FF-9E17-8160360306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19B09B65-BBF4-4773-BFD1-C28F4F8AE563}"/>
              </a:ext>
            </a:extLst>
          </p:cNvPr>
          <p:cNvSpPr>
            <a:spLocks noGrp="1"/>
          </p:cNvSpPr>
          <p:nvPr>
            <p:ph type="ftr" sz="quarter"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BFF3D5A-3320-426A-AFB4-26BEEF50D8BA}"/>
              </a:ext>
            </a:extLst>
          </p:cNvPr>
          <p:cNvSpPr>
            <a:spLocks noGrp="1"/>
          </p:cNvSpPr>
          <p:nvPr>
            <p:ph type="sldNum" sz="quarter" idx="11"/>
          </p:nvPr>
        </p:nvSpPr>
        <p:spPr/>
        <p:txBody>
          <a:bodyPr/>
          <a:lstStyle>
            <a:lvl1pPr>
              <a:defRPr/>
            </a:lvl1pPr>
          </a:lstStyle>
          <a:p>
            <a:fld id="{BC4C5939-DEA2-4834-A3B1-7577E89961BF}" type="slidenum">
              <a:rPr lang="en-US" altLang="en-US"/>
              <a:pPr/>
              <a:t>‹#›</a:t>
            </a:fld>
            <a:endParaRPr lang="en-US" altLang="en-US"/>
          </a:p>
        </p:txBody>
      </p:sp>
      <p:sp>
        <p:nvSpPr>
          <p:cNvPr id="6" name="Date Placeholder 5">
            <a:extLst>
              <a:ext uri="{FF2B5EF4-FFF2-40B4-BE49-F238E27FC236}">
                <a16:creationId xmlns:a16="http://schemas.microsoft.com/office/drawing/2014/main" id="{8E8FF82E-70C9-4D8E-91D0-35097379CC52}"/>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4220869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73ED-37F0-4FB4-BB5E-4EFE765B3A68}"/>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FE1B1D-E9D0-4CDA-8E86-B60DF24D818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a:extLst>
              <a:ext uri="{FF2B5EF4-FFF2-40B4-BE49-F238E27FC236}">
                <a16:creationId xmlns:a16="http://schemas.microsoft.com/office/drawing/2014/main" id="{35A9EC58-33B9-4CF5-B3D0-DA81ADCA3F8D}"/>
              </a:ext>
            </a:extLst>
          </p:cNvPr>
          <p:cNvSpPr>
            <a:spLocks noGrp="1"/>
          </p:cNvSpPr>
          <p:nvPr>
            <p:ph type="ftr" sz="quarter"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35C36B9-4C81-4164-90E6-006A8A7698E8}"/>
              </a:ext>
            </a:extLst>
          </p:cNvPr>
          <p:cNvSpPr>
            <a:spLocks noGrp="1"/>
          </p:cNvSpPr>
          <p:nvPr>
            <p:ph type="sldNum" sz="quarter" idx="11"/>
          </p:nvPr>
        </p:nvSpPr>
        <p:spPr/>
        <p:txBody>
          <a:bodyPr/>
          <a:lstStyle>
            <a:lvl1pPr>
              <a:defRPr/>
            </a:lvl1pPr>
          </a:lstStyle>
          <a:p>
            <a:fld id="{EB7DDAE6-8B80-4200-B116-C9A87BE39AFF}" type="slidenum">
              <a:rPr lang="en-US" altLang="en-US"/>
              <a:pPr/>
              <a:t>‹#›</a:t>
            </a:fld>
            <a:endParaRPr lang="en-US" altLang="en-US"/>
          </a:p>
        </p:txBody>
      </p:sp>
      <p:sp>
        <p:nvSpPr>
          <p:cNvPr id="6" name="Date Placeholder 5">
            <a:extLst>
              <a:ext uri="{FF2B5EF4-FFF2-40B4-BE49-F238E27FC236}">
                <a16:creationId xmlns:a16="http://schemas.microsoft.com/office/drawing/2014/main" id="{82FB0C0D-F13A-4868-B123-4DB18A134567}"/>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2428257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CBF0-D813-43EF-A47F-DC7FA0CEB5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F01609-9DE0-46B6-83A0-94B8A2678CD4}"/>
              </a:ext>
            </a:extLst>
          </p:cNvPr>
          <p:cNvSpPr>
            <a:spLocks noGrp="1"/>
          </p:cNvSpPr>
          <p:nvPr>
            <p:ph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F2CA4E-A6F4-46EB-BEC8-3EE9D40C8BEF}"/>
              </a:ext>
            </a:extLst>
          </p:cNvPr>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E1DD213-9A65-4E6A-BEE5-D50EAB0E561B}"/>
              </a:ext>
            </a:extLst>
          </p:cNvPr>
          <p:cNvSpPr>
            <a:spLocks noGrp="1"/>
          </p:cNvSpPr>
          <p:nvPr>
            <p:ph type="ftr" sz="quarter"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3B7503F-16C9-4389-B5AF-7068A22F8862}"/>
              </a:ext>
            </a:extLst>
          </p:cNvPr>
          <p:cNvSpPr>
            <a:spLocks noGrp="1"/>
          </p:cNvSpPr>
          <p:nvPr>
            <p:ph type="sldNum" sz="quarter" idx="11"/>
          </p:nvPr>
        </p:nvSpPr>
        <p:spPr/>
        <p:txBody>
          <a:bodyPr/>
          <a:lstStyle>
            <a:lvl1pPr>
              <a:defRPr/>
            </a:lvl1pPr>
          </a:lstStyle>
          <a:p>
            <a:fld id="{9684D8C8-9045-4388-A8A6-268DA7EAB6AB}" type="slidenum">
              <a:rPr lang="en-US" altLang="en-US"/>
              <a:pPr/>
              <a:t>‹#›</a:t>
            </a:fld>
            <a:endParaRPr lang="en-US" altLang="en-US"/>
          </a:p>
        </p:txBody>
      </p:sp>
      <p:sp>
        <p:nvSpPr>
          <p:cNvPr id="7" name="Date Placeholder 6">
            <a:extLst>
              <a:ext uri="{FF2B5EF4-FFF2-40B4-BE49-F238E27FC236}">
                <a16:creationId xmlns:a16="http://schemas.microsoft.com/office/drawing/2014/main" id="{A85D9197-31D2-4B38-9A05-E8D739F422BE}"/>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3990394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ECC6D-3156-4780-B908-B53C9EBD848B}"/>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3970C6-B336-4841-8094-80DB11BB5CB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46C7FB-5451-4F50-91BC-891EAB189FCD}"/>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075DD7-6233-43F4-A2AE-4CB8F858DF1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3A04D5-CA79-4DCC-8676-BDEA7EDB841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A7829F1C-B5F9-4055-9768-0A1B2741E17B}"/>
              </a:ext>
            </a:extLst>
          </p:cNvPr>
          <p:cNvSpPr>
            <a:spLocks noGrp="1"/>
          </p:cNvSpPr>
          <p:nvPr>
            <p:ph type="ftr" sz="quarter"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55786F4-D8FA-452B-B83F-AB1E79E36776}"/>
              </a:ext>
            </a:extLst>
          </p:cNvPr>
          <p:cNvSpPr>
            <a:spLocks noGrp="1"/>
          </p:cNvSpPr>
          <p:nvPr>
            <p:ph type="sldNum" sz="quarter" idx="11"/>
          </p:nvPr>
        </p:nvSpPr>
        <p:spPr/>
        <p:txBody>
          <a:bodyPr/>
          <a:lstStyle>
            <a:lvl1pPr>
              <a:defRPr/>
            </a:lvl1pPr>
          </a:lstStyle>
          <a:p>
            <a:fld id="{C5459B90-23EE-4A0E-9C72-F6E1CC2B59D9}" type="slidenum">
              <a:rPr lang="en-US" altLang="en-US"/>
              <a:pPr/>
              <a:t>‹#›</a:t>
            </a:fld>
            <a:endParaRPr lang="en-US" altLang="en-US"/>
          </a:p>
        </p:txBody>
      </p:sp>
      <p:sp>
        <p:nvSpPr>
          <p:cNvPr id="9" name="Date Placeholder 8">
            <a:extLst>
              <a:ext uri="{FF2B5EF4-FFF2-40B4-BE49-F238E27FC236}">
                <a16:creationId xmlns:a16="http://schemas.microsoft.com/office/drawing/2014/main" id="{159F7275-FADF-430E-8735-82080DF697FB}"/>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14829924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CD6DC-2872-485C-8B2B-F5E642A86F75}"/>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8353D6C6-5753-4817-8837-82B28D9EA0EF}"/>
              </a:ext>
            </a:extLst>
          </p:cNvPr>
          <p:cNvSpPr>
            <a:spLocks noGrp="1"/>
          </p:cNvSpPr>
          <p:nvPr>
            <p:ph type="ftr" sz="quarter"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F63C1D28-65D3-49E4-91AC-58131FBCAD9E}"/>
              </a:ext>
            </a:extLst>
          </p:cNvPr>
          <p:cNvSpPr>
            <a:spLocks noGrp="1"/>
          </p:cNvSpPr>
          <p:nvPr>
            <p:ph type="sldNum" sz="quarter" idx="11"/>
          </p:nvPr>
        </p:nvSpPr>
        <p:spPr/>
        <p:txBody>
          <a:bodyPr/>
          <a:lstStyle>
            <a:lvl1pPr>
              <a:defRPr/>
            </a:lvl1pPr>
          </a:lstStyle>
          <a:p>
            <a:fld id="{653C5DF2-F1A5-42ED-AE34-05DFE955E860}" type="slidenum">
              <a:rPr lang="en-US" altLang="en-US"/>
              <a:pPr/>
              <a:t>‹#›</a:t>
            </a:fld>
            <a:endParaRPr lang="en-US" altLang="en-US"/>
          </a:p>
        </p:txBody>
      </p:sp>
      <p:sp>
        <p:nvSpPr>
          <p:cNvPr id="5" name="Date Placeholder 4">
            <a:extLst>
              <a:ext uri="{FF2B5EF4-FFF2-40B4-BE49-F238E27FC236}">
                <a16:creationId xmlns:a16="http://schemas.microsoft.com/office/drawing/2014/main" id="{529C0C1A-824C-4F8F-9C84-D1B6D28A7181}"/>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52145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7CCAA67-39C7-451D-AF50-7C2B7B833740}"/>
              </a:ext>
            </a:extLst>
          </p:cNvPr>
          <p:cNvSpPr>
            <a:spLocks noGrp="1"/>
          </p:cNvSpPr>
          <p:nvPr>
            <p:ph type="ftr" sz="quarter"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52BF91F7-E1DA-4560-9A2A-EFE6B1E73F4B}"/>
              </a:ext>
            </a:extLst>
          </p:cNvPr>
          <p:cNvSpPr>
            <a:spLocks noGrp="1"/>
          </p:cNvSpPr>
          <p:nvPr>
            <p:ph type="sldNum" sz="quarter" idx="11"/>
          </p:nvPr>
        </p:nvSpPr>
        <p:spPr/>
        <p:txBody>
          <a:bodyPr/>
          <a:lstStyle>
            <a:lvl1pPr>
              <a:defRPr/>
            </a:lvl1pPr>
          </a:lstStyle>
          <a:p>
            <a:fld id="{6D60828C-7F69-40E5-95FD-6652BFE84EC6}" type="slidenum">
              <a:rPr lang="en-US" altLang="en-US"/>
              <a:pPr/>
              <a:t>‹#›</a:t>
            </a:fld>
            <a:endParaRPr lang="en-US" altLang="en-US"/>
          </a:p>
        </p:txBody>
      </p:sp>
      <p:sp>
        <p:nvSpPr>
          <p:cNvPr id="4" name="Date Placeholder 3">
            <a:extLst>
              <a:ext uri="{FF2B5EF4-FFF2-40B4-BE49-F238E27FC236}">
                <a16:creationId xmlns:a16="http://schemas.microsoft.com/office/drawing/2014/main" id="{91354BE6-356B-4979-909F-F610CF80AFA3}"/>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2465100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514A-6A49-4678-85ED-36AEC072B91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9517B8-350B-4FC3-B1C0-4A8BE73168F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D562D-C94D-4938-959F-1918B4B1275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5BD59B3B-EE14-4B49-9CFA-7350B93BFB1A}"/>
              </a:ext>
            </a:extLst>
          </p:cNvPr>
          <p:cNvSpPr>
            <a:spLocks noGrp="1"/>
          </p:cNvSpPr>
          <p:nvPr>
            <p:ph type="ftr" sz="quarter"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8B0CE16-8E50-4381-BB02-8A3FD2C7B93E}"/>
              </a:ext>
            </a:extLst>
          </p:cNvPr>
          <p:cNvSpPr>
            <a:spLocks noGrp="1"/>
          </p:cNvSpPr>
          <p:nvPr>
            <p:ph type="sldNum" sz="quarter" idx="11"/>
          </p:nvPr>
        </p:nvSpPr>
        <p:spPr/>
        <p:txBody>
          <a:bodyPr/>
          <a:lstStyle>
            <a:lvl1pPr>
              <a:defRPr/>
            </a:lvl1pPr>
          </a:lstStyle>
          <a:p>
            <a:fld id="{F2FD07FB-6FC0-4934-8336-58A3EFF90B17}" type="slidenum">
              <a:rPr lang="en-US" altLang="en-US"/>
              <a:pPr/>
              <a:t>‹#›</a:t>
            </a:fld>
            <a:endParaRPr lang="en-US" altLang="en-US"/>
          </a:p>
        </p:txBody>
      </p:sp>
      <p:sp>
        <p:nvSpPr>
          <p:cNvPr id="7" name="Date Placeholder 6">
            <a:extLst>
              <a:ext uri="{FF2B5EF4-FFF2-40B4-BE49-F238E27FC236}">
                <a16:creationId xmlns:a16="http://schemas.microsoft.com/office/drawing/2014/main" id="{97775869-FF6B-4810-A7F4-3D724A200C91}"/>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1436024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E0B4D-C053-4EBB-B5E1-01C0ACBDA00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5401DF-8C6E-4CA1-9E5D-257D81E40BE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3743A6-293F-4133-963D-0BF57E92F1B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FE890B02-A983-4BBC-823C-A5ED7149FBC3}"/>
              </a:ext>
            </a:extLst>
          </p:cNvPr>
          <p:cNvSpPr>
            <a:spLocks noGrp="1"/>
          </p:cNvSpPr>
          <p:nvPr>
            <p:ph type="ftr" sz="quarter"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D2698C0B-3D09-4947-81DE-BA98AE3C9119}"/>
              </a:ext>
            </a:extLst>
          </p:cNvPr>
          <p:cNvSpPr>
            <a:spLocks noGrp="1"/>
          </p:cNvSpPr>
          <p:nvPr>
            <p:ph type="sldNum" sz="quarter" idx="11"/>
          </p:nvPr>
        </p:nvSpPr>
        <p:spPr/>
        <p:txBody>
          <a:bodyPr/>
          <a:lstStyle>
            <a:lvl1pPr>
              <a:defRPr/>
            </a:lvl1pPr>
          </a:lstStyle>
          <a:p>
            <a:fld id="{8D590ECA-8BBE-4F10-A985-41FDCB2D979D}" type="slidenum">
              <a:rPr lang="en-US" altLang="en-US"/>
              <a:pPr/>
              <a:t>‹#›</a:t>
            </a:fld>
            <a:endParaRPr lang="en-US" altLang="en-US"/>
          </a:p>
        </p:txBody>
      </p:sp>
      <p:sp>
        <p:nvSpPr>
          <p:cNvPr id="7" name="Date Placeholder 6">
            <a:extLst>
              <a:ext uri="{FF2B5EF4-FFF2-40B4-BE49-F238E27FC236}">
                <a16:creationId xmlns:a16="http://schemas.microsoft.com/office/drawing/2014/main" id="{2AE38D3B-F11B-4A07-AF1C-F138CBD5BDB5}"/>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9782677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CE65-A902-4D45-8842-15116CCD7E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AF2083-A647-4DE0-9EEC-5627CC7B4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7D6F77EF-2F52-4082-98CA-E56F7EC48132}"/>
              </a:ext>
            </a:extLst>
          </p:cNvPr>
          <p:cNvSpPr>
            <a:spLocks noGrp="1"/>
          </p:cNvSpPr>
          <p:nvPr>
            <p:ph type="ftr" sz="quarter"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2DAEAE44-9219-4947-A1D1-C30752B4F5B0}"/>
              </a:ext>
            </a:extLst>
          </p:cNvPr>
          <p:cNvSpPr>
            <a:spLocks noGrp="1"/>
          </p:cNvSpPr>
          <p:nvPr>
            <p:ph type="sldNum" sz="quarter" idx="11"/>
          </p:nvPr>
        </p:nvSpPr>
        <p:spPr/>
        <p:txBody>
          <a:bodyPr/>
          <a:lstStyle>
            <a:lvl1pPr>
              <a:defRPr/>
            </a:lvl1pPr>
          </a:lstStyle>
          <a:p>
            <a:fld id="{F7F94261-DDC7-4EEE-8B90-27011E7222DA}" type="slidenum">
              <a:rPr lang="en-US" altLang="en-US"/>
              <a:pPr/>
              <a:t>‹#›</a:t>
            </a:fld>
            <a:endParaRPr lang="en-US" altLang="en-US"/>
          </a:p>
        </p:txBody>
      </p:sp>
      <p:sp>
        <p:nvSpPr>
          <p:cNvPr id="6" name="Date Placeholder 5">
            <a:extLst>
              <a:ext uri="{FF2B5EF4-FFF2-40B4-BE49-F238E27FC236}">
                <a16:creationId xmlns:a16="http://schemas.microsoft.com/office/drawing/2014/main" id="{0E52C63C-5C05-4814-BC02-DB4CFBC30008}"/>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1607325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440E04-5598-46B7-B188-FF74C9AA1B30}"/>
              </a:ext>
            </a:extLst>
          </p:cNvPr>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F57DB9-7323-4AFA-9D42-D501F4E556FC}"/>
              </a:ext>
            </a:extLst>
          </p:cNvPr>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A2C6CC6-2976-4D1C-B893-9CB1F159CCA5}"/>
              </a:ext>
            </a:extLst>
          </p:cNvPr>
          <p:cNvSpPr>
            <a:spLocks noGrp="1"/>
          </p:cNvSpPr>
          <p:nvPr>
            <p:ph type="ftr" sz="quarter"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B4C5A0B-8265-47A3-BD6D-AEF32AF3F6CB}"/>
              </a:ext>
            </a:extLst>
          </p:cNvPr>
          <p:cNvSpPr>
            <a:spLocks noGrp="1"/>
          </p:cNvSpPr>
          <p:nvPr>
            <p:ph type="sldNum" sz="quarter" idx="11"/>
          </p:nvPr>
        </p:nvSpPr>
        <p:spPr/>
        <p:txBody>
          <a:bodyPr/>
          <a:lstStyle>
            <a:lvl1pPr>
              <a:defRPr/>
            </a:lvl1pPr>
          </a:lstStyle>
          <a:p>
            <a:fld id="{423A8480-FDCE-42D1-8481-F38F36A67D64}" type="slidenum">
              <a:rPr lang="en-US" altLang="en-US"/>
              <a:pPr/>
              <a:t>‹#›</a:t>
            </a:fld>
            <a:endParaRPr lang="en-US" altLang="en-US"/>
          </a:p>
        </p:txBody>
      </p:sp>
      <p:sp>
        <p:nvSpPr>
          <p:cNvPr id="6" name="Date Placeholder 5">
            <a:extLst>
              <a:ext uri="{FF2B5EF4-FFF2-40B4-BE49-F238E27FC236}">
                <a16:creationId xmlns:a16="http://schemas.microsoft.com/office/drawing/2014/main" id="{1DC94CAA-F99B-4E4E-A70B-671FBB0B406A}"/>
              </a:ext>
            </a:extLst>
          </p:cNvPr>
          <p:cNvSpPr>
            <a:spLocks noGrp="1"/>
          </p:cNvSpPr>
          <p:nvPr>
            <p:ph type="dt" sz="half" idx="12"/>
          </p:nvPr>
        </p:nvSpPr>
        <p:spPr/>
        <p:txBody>
          <a:bodyPr/>
          <a:lstStyle>
            <a:lvl1pPr>
              <a:defRPr/>
            </a:lvl1pPr>
          </a:lstStyle>
          <a:p>
            <a:endParaRPr lang="en-US" altLang="en-US"/>
          </a:p>
        </p:txBody>
      </p:sp>
    </p:spTree>
    <p:extLst>
      <p:ext uri="{BB962C8B-B14F-4D97-AF65-F5344CB8AC3E}">
        <p14:creationId xmlns:p14="http://schemas.microsoft.com/office/powerpoint/2010/main" val="3290911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AEDD5C9B-FD98-43F0-9DB7-8A93125B01E2}"/>
              </a:ext>
            </a:extLst>
          </p:cNvPr>
          <p:cNvSpPr>
            <a:spLocks noGrp="1" noChangeArrowheads="1"/>
          </p:cNvSpPr>
          <p:nvPr>
            <p:ph type="ctrTitle" sz="quarter"/>
          </p:nvPr>
        </p:nvSpPr>
        <p:spPr>
          <a:xfrm>
            <a:off x="685800" y="1676400"/>
            <a:ext cx="7772400" cy="1828800"/>
          </a:xfrm>
        </p:spPr>
        <p:txBody>
          <a:bodyPr/>
          <a:lstStyle>
            <a:lvl1pPr>
              <a:defRPr/>
            </a:lvl1pPr>
          </a:lstStyle>
          <a:p>
            <a:pPr lvl="0"/>
            <a:r>
              <a:rPr lang="en-US" altLang="en-US" noProof="0"/>
              <a:t>Click to edit Master title style</a:t>
            </a:r>
          </a:p>
        </p:txBody>
      </p:sp>
      <p:sp>
        <p:nvSpPr>
          <p:cNvPr id="83971" name="Rectangle 3">
            <a:extLst>
              <a:ext uri="{FF2B5EF4-FFF2-40B4-BE49-F238E27FC236}">
                <a16:creationId xmlns:a16="http://schemas.microsoft.com/office/drawing/2014/main" id="{9224E2A2-1FAC-4848-A40A-D96AFEECF5A2}"/>
              </a:ext>
            </a:extLst>
          </p:cNvPr>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83972" name="Rectangle 4">
            <a:extLst>
              <a:ext uri="{FF2B5EF4-FFF2-40B4-BE49-F238E27FC236}">
                <a16:creationId xmlns:a16="http://schemas.microsoft.com/office/drawing/2014/main" id="{6DF09A20-05DC-448C-B097-3B846268F573}"/>
              </a:ext>
            </a:extLst>
          </p:cNvPr>
          <p:cNvSpPr>
            <a:spLocks noGrp="1" noChangeArrowheads="1"/>
          </p:cNvSpPr>
          <p:nvPr>
            <p:ph type="dt" sz="quarter" idx="2"/>
          </p:nvPr>
        </p:nvSpPr>
        <p:spPr/>
        <p:txBody>
          <a:bodyPr/>
          <a:lstStyle>
            <a:lvl1pPr>
              <a:defRPr/>
            </a:lvl1pPr>
          </a:lstStyle>
          <a:p>
            <a:endParaRPr lang="en-US" altLang="en-US"/>
          </a:p>
        </p:txBody>
      </p:sp>
      <p:sp>
        <p:nvSpPr>
          <p:cNvPr id="83973" name="Rectangle 5">
            <a:extLst>
              <a:ext uri="{FF2B5EF4-FFF2-40B4-BE49-F238E27FC236}">
                <a16:creationId xmlns:a16="http://schemas.microsoft.com/office/drawing/2014/main" id="{8172D80F-D5F6-45F2-8FAA-DF45C0F07AF7}"/>
              </a:ext>
            </a:extLst>
          </p:cNvPr>
          <p:cNvSpPr>
            <a:spLocks noGrp="1" noChangeArrowheads="1"/>
          </p:cNvSpPr>
          <p:nvPr>
            <p:ph type="ftr" sz="quarter" idx="3"/>
          </p:nvPr>
        </p:nvSpPr>
        <p:spPr/>
        <p:txBody>
          <a:bodyPr/>
          <a:lstStyle>
            <a:lvl1pPr>
              <a:defRPr/>
            </a:lvl1pPr>
          </a:lstStyle>
          <a:p>
            <a:endParaRPr lang="en-US" altLang="en-US"/>
          </a:p>
        </p:txBody>
      </p:sp>
      <p:sp>
        <p:nvSpPr>
          <p:cNvPr id="83974" name="Rectangle 6">
            <a:extLst>
              <a:ext uri="{FF2B5EF4-FFF2-40B4-BE49-F238E27FC236}">
                <a16:creationId xmlns:a16="http://schemas.microsoft.com/office/drawing/2014/main" id="{59B8DA38-7E8C-45D6-B88A-43A65ED68317}"/>
              </a:ext>
            </a:extLst>
          </p:cNvPr>
          <p:cNvSpPr>
            <a:spLocks noGrp="1" noChangeArrowheads="1"/>
          </p:cNvSpPr>
          <p:nvPr>
            <p:ph type="sldNum" sz="quarter" idx="4"/>
          </p:nvPr>
        </p:nvSpPr>
        <p:spPr/>
        <p:txBody>
          <a:bodyPr/>
          <a:lstStyle>
            <a:lvl1pPr>
              <a:defRPr/>
            </a:lvl1pPr>
          </a:lstStyle>
          <a:p>
            <a:fld id="{5C1C7CA7-7B39-4B2C-9E52-EDEF38FE2A19}" type="slidenum">
              <a:rPr lang="en-US" altLang="en-US"/>
              <a:pPr/>
              <a:t>‹#›</a:t>
            </a:fld>
            <a:endParaRPr lang="en-US"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C18A9-201F-4AAD-A382-3E5E6BA378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8A7F67-4F53-4A87-93E5-C0C9CC8EAB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87762F-76E3-4C10-9A2C-7A4FC20DD928}"/>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D510C8C-1DDD-4D5D-B295-CD0A012DCC1A}"/>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83B959F-30DE-4346-ACAD-270F76B31474}"/>
              </a:ext>
            </a:extLst>
          </p:cNvPr>
          <p:cNvSpPr>
            <a:spLocks noGrp="1"/>
          </p:cNvSpPr>
          <p:nvPr>
            <p:ph type="sldNum" sz="quarter" idx="12"/>
          </p:nvPr>
        </p:nvSpPr>
        <p:spPr/>
        <p:txBody>
          <a:bodyPr/>
          <a:lstStyle>
            <a:lvl1pPr>
              <a:defRPr/>
            </a:lvl1pPr>
          </a:lstStyle>
          <a:p>
            <a:fld id="{B60A1B4D-2830-4B63-8C5B-E73BF943EE74}" type="slidenum">
              <a:rPr lang="en-US" altLang="en-US"/>
              <a:pPr/>
              <a:t>‹#›</a:t>
            </a:fld>
            <a:endParaRPr lang="en-US" altLang="en-US"/>
          </a:p>
        </p:txBody>
      </p:sp>
    </p:spTree>
    <p:extLst>
      <p:ext uri="{BB962C8B-B14F-4D97-AF65-F5344CB8AC3E}">
        <p14:creationId xmlns:p14="http://schemas.microsoft.com/office/powerpoint/2010/main" val="3056818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727B-4DB2-4F00-9AB9-3C114954E30F}"/>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6E1FB9-37B4-4898-93AC-0AFEBF41C19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B4310CA-DEC8-4961-BB82-BA3B97009C06}"/>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0296EC0-1611-4E18-BE12-2B3A11EAE1C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2D10E62-13B6-46AA-A0F1-66A391A95B9B}"/>
              </a:ext>
            </a:extLst>
          </p:cNvPr>
          <p:cNvSpPr>
            <a:spLocks noGrp="1"/>
          </p:cNvSpPr>
          <p:nvPr>
            <p:ph type="sldNum" sz="quarter" idx="12"/>
          </p:nvPr>
        </p:nvSpPr>
        <p:spPr/>
        <p:txBody>
          <a:bodyPr/>
          <a:lstStyle>
            <a:lvl1pPr>
              <a:defRPr/>
            </a:lvl1pPr>
          </a:lstStyle>
          <a:p>
            <a:fld id="{B7625B73-6B2E-4B16-B2D0-CE908205BA1E}" type="slidenum">
              <a:rPr lang="en-US" altLang="en-US"/>
              <a:pPr/>
              <a:t>‹#›</a:t>
            </a:fld>
            <a:endParaRPr lang="en-US" altLang="en-US"/>
          </a:p>
        </p:txBody>
      </p:sp>
    </p:spTree>
    <p:extLst>
      <p:ext uri="{BB962C8B-B14F-4D97-AF65-F5344CB8AC3E}">
        <p14:creationId xmlns:p14="http://schemas.microsoft.com/office/powerpoint/2010/main" val="29684117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8ABCD-36E2-472F-AC66-7A906B38DE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140C07-E2CA-4214-9824-4CC1CC396855}"/>
              </a:ext>
            </a:extLst>
          </p:cNvPr>
          <p:cNvSpPr>
            <a:spLocks noGrp="1"/>
          </p:cNvSpPr>
          <p:nvPr>
            <p:ph sz="half" idx="1"/>
          </p:nvPr>
        </p:nvSpPr>
        <p:spPr>
          <a:xfrm>
            <a:off x="457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937B00-298F-4D5C-80E5-D1883CCA0055}"/>
              </a:ext>
            </a:extLst>
          </p:cNvPr>
          <p:cNvSpPr>
            <a:spLocks noGrp="1"/>
          </p:cNvSpPr>
          <p:nvPr>
            <p:ph sz="half" idx="2"/>
          </p:nvPr>
        </p:nvSpPr>
        <p:spPr>
          <a:xfrm>
            <a:off x="4648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C74386-544A-4141-8D90-87A760E0D0A3}"/>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4C2404D-0993-44D7-B078-C3719B777F1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924763C-820F-483D-9A41-267BEB76B3B9}"/>
              </a:ext>
            </a:extLst>
          </p:cNvPr>
          <p:cNvSpPr>
            <a:spLocks noGrp="1"/>
          </p:cNvSpPr>
          <p:nvPr>
            <p:ph type="sldNum" sz="quarter" idx="12"/>
          </p:nvPr>
        </p:nvSpPr>
        <p:spPr/>
        <p:txBody>
          <a:bodyPr/>
          <a:lstStyle>
            <a:lvl1pPr>
              <a:defRPr/>
            </a:lvl1pPr>
          </a:lstStyle>
          <a:p>
            <a:fld id="{5F8315D6-CCC1-4C16-9549-25A285A0A93C}" type="slidenum">
              <a:rPr lang="en-US" altLang="en-US"/>
              <a:pPr/>
              <a:t>‹#›</a:t>
            </a:fld>
            <a:endParaRPr lang="en-US" altLang="en-US"/>
          </a:p>
        </p:txBody>
      </p:sp>
    </p:spTree>
    <p:extLst>
      <p:ext uri="{BB962C8B-B14F-4D97-AF65-F5344CB8AC3E}">
        <p14:creationId xmlns:p14="http://schemas.microsoft.com/office/powerpoint/2010/main" val="9249955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EDA0F-5D47-4761-9329-C082F79B2E24}"/>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49C2EF-7BC3-44AB-9F2E-E97AE580D92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72BED8-A1BC-4D8C-8014-7927D1E5F8E1}"/>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945609-A688-4DDA-9AFF-019E88183D6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2987DD-901F-45CC-B206-BD7499A01B5B}"/>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DF967F-6C6E-489D-B003-658550CF3ED5}"/>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A8C4AEFD-8FE6-44AA-8568-C34B173746FA}"/>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F2584A45-262F-4176-AD95-8829B0CD43EB}"/>
              </a:ext>
            </a:extLst>
          </p:cNvPr>
          <p:cNvSpPr>
            <a:spLocks noGrp="1"/>
          </p:cNvSpPr>
          <p:nvPr>
            <p:ph type="sldNum" sz="quarter" idx="12"/>
          </p:nvPr>
        </p:nvSpPr>
        <p:spPr/>
        <p:txBody>
          <a:bodyPr/>
          <a:lstStyle>
            <a:lvl1pPr>
              <a:defRPr/>
            </a:lvl1pPr>
          </a:lstStyle>
          <a:p>
            <a:fld id="{C5D27FBF-2573-47F9-9165-7B59AA21E2BD}" type="slidenum">
              <a:rPr lang="en-US" altLang="en-US"/>
              <a:pPr/>
              <a:t>‹#›</a:t>
            </a:fld>
            <a:endParaRPr lang="en-US" altLang="en-US"/>
          </a:p>
        </p:txBody>
      </p:sp>
    </p:spTree>
    <p:extLst>
      <p:ext uri="{BB962C8B-B14F-4D97-AF65-F5344CB8AC3E}">
        <p14:creationId xmlns:p14="http://schemas.microsoft.com/office/powerpoint/2010/main" val="9013760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270A0-56FF-4B69-94A6-39CC57F690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FD1C8-A912-4D39-BABD-A981C6908AFF}"/>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A7E6F7FB-3B0B-4668-B08C-13BDC69FF3E1}"/>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601BD94F-9B61-4CD1-8078-F2DA4290A054}"/>
              </a:ext>
            </a:extLst>
          </p:cNvPr>
          <p:cNvSpPr>
            <a:spLocks noGrp="1"/>
          </p:cNvSpPr>
          <p:nvPr>
            <p:ph type="sldNum" sz="quarter" idx="12"/>
          </p:nvPr>
        </p:nvSpPr>
        <p:spPr/>
        <p:txBody>
          <a:bodyPr/>
          <a:lstStyle>
            <a:lvl1pPr>
              <a:defRPr/>
            </a:lvl1pPr>
          </a:lstStyle>
          <a:p>
            <a:fld id="{02717BA6-9E7F-42FB-B821-63A2A85883D9}" type="slidenum">
              <a:rPr lang="en-US" altLang="en-US"/>
              <a:pPr/>
              <a:t>‹#›</a:t>
            </a:fld>
            <a:endParaRPr lang="en-US" altLang="en-US"/>
          </a:p>
        </p:txBody>
      </p:sp>
    </p:spTree>
    <p:extLst>
      <p:ext uri="{BB962C8B-B14F-4D97-AF65-F5344CB8AC3E}">
        <p14:creationId xmlns:p14="http://schemas.microsoft.com/office/powerpoint/2010/main" val="40020785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6CF0B3-08B8-4D04-BC31-64CF558E3DD7}"/>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7A609020-8948-4BCB-B8BE-8AAEF41B783C}"/>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2AFDC3E2-305D-4FAF-A78E-6CDB2DA8418A}"/>
              </a:ext>
            </a:extLst>
          </p:cNvPr>
          <p:cNvSpPr>
            <a:spLocks noGrp="1"/>
          </p:cNvSpPr>
          <p:nvPr>
            <p:ph type="sldNum" sz="quarter" idx="12"/>
          </p:nvPr>
        </p:nvSpPr>
        <p:spPr/>
        <p:txBody>
          <a:bodyPr/>
          <a:lstStyle>
            <a:lvl1pPr>
              <a:defRPr/>
            </a:lvl1pPr>
          </a:lstStyle>
          <a:p>
            <a:fld id="{699B5882-AC68-4B26-B3FB-90C95EDBE364}" type="slidenum">
              <a:rPr lang="en-US" altLang="en-US"/>
              <a:pPr/>
              <a:t>‹#›</a:t>
            </a:fld>
            <a:endParaRPr lang="en-US" altLang="en-US"/>
          </a:p>
        </p:txBody>
      </p:sp>
    </p:spTree>
    <p:extLst>
      <p:ext uri="{BB962C8B-B14F-4D97-AF65-F5344CB8AC3E}">
        <p14:creationId xmlns:p14="http://schemas.microsoft.com/office/powerpoint/2010/main" val="340550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29204-AABA-4B9A-9CF1-2FDC06526DB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3B40CC-4F10-481C-9342-4FA38979620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8F394B-EA9F-4368-9697-5BFB026B3CF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205FE7-994F-4D67-AC5A-E9E6386BFE9F}"/>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F67AAA5F-D6F3-4777-9C2F-6AFFCB752809}"/>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2D88E047-9863-4E31-8362-F547BC4DAEEE}"/>
              </a:ext>
            </a:extLst>
          </p:cNvPr>
          <p:cNvSpPr>
            <a:spLocks noGrp="1"/>
          </p:cNvSpPr>
          <p:nvPr>
            <p:ph type="sldNum" sz="quarter" idx="12"/>
          </p:nvPr>
        </p:nvSpPr>
        <p:spPr/>
        <p:txBody>
          <a:bodyPr/>
          <a:lstStyle>
            <a:lvl1pPr>
              <a:defRPr/>
            </a:lvl1pPr>
          </a:lstStyle>
          <a:p>
            <a:fld id="{818CF129-F01C-475F-91AC-9E130CB6A081}" type="slidenum">
              <a:rPr lang="en-US" altLang="en-US"/>
              <a:pPr/>
              <a:t>‹#›</a:t>
            </a:fld>
            <a:endParaRPr lang="en-US" altLang="en-US"/>
          </a:p>
        </p:txBody>
      </p:sp>
    </p:spTree>
    <p:extLst>
      <p:ext uri="{BB962C8B-B14F-4D97-AF65-F5344CB8AC3E}">
        <p14:creationId xmlns:p14="http://schemas.microsoft.com/office/powerpoint/2010/main" val="34447992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2675D-973A-4ADD-902F-1614B05D7D7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4CD8ED-3EA2-4801-BD21-18A04B51D6B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3EE09F-7B40-4688-ABF7-BEA5CB4E61B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9508F8-AFC6-4B6B-9A3A-7A10831A8E76}"/>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B822AF0-2671-4B43-9FB9-6C480628227B}"/>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2F01B791-BB54-4D18-94EC-80F5F25DBA53}"/>
              </a:ext>
            </a:extLst>
          </p:cNvPr>
          <p:cNvSpPr>
            <a:spLocks noGrp="1"/>
          </p:cNvSpPr>
          <p:nvPr>
            <p:ph type="sldNum" sz="quarter" idx="12"/>
          </p:nvPr>
        </p:nvSpPr>
        <p:spPr/>
        <p:txBody>
          <a:bodyPr/>
          <a:lstStyle>
            <a:lvl1pPr>
              <a:defRPr/>
            </a:lvl1pPr>
          </a:lstStyle>
          <a:p>
            <a:fld id="{0DB65154-9014-47C8-A4B1-97FD0262D488}" type="slidenum">
              <a:rPr lang="en-US" altLang="en-US"/>
              <a:pPr/>
              <a:t>‹#›</a:t>
            </a:fld>
            <a:endParaRPr lang="en-US" altLang="en-US"/>
          </a:p>
        </p:txBody>
      </p:sp>
    </p:spTree>
    <p:extLst>
      <p:ext uri="{BB962C8B-B14F-4D97-AF65-F5344CB8AC3E}">
        <p14:creationId xmlns:p14="http://schemas.microsoft.com/office/powerpoint/2010/main" val="32496461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7FF4E-9971-452B-8F34-6021B53343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247DDD-FA2F-4D9A-95B1-C2D4B83AC9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8EDAF9-76E6-479D-9BD5-D3F911BF3884}"/>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1D6D6D0-C7A0-498A-BF3D-3EFB137B3DBC}"/>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EC99A48-A298-4E1A-A59F-FE9E1BF4E40B}"/>
              </a:ext>
            </a:extLst>
          </p:cNvPr>
          <p:cNvSpPr>
            <a:spLocks noGrp="1"/>
          </p:cNvSpPr>
          <p:nvPr>
            <p:ph type="sldNum" sz="quarter" idx="12"/>
          </p:nvPr>
        </p:nvSpPr>
        <p:spPr/>
        <p:txBody>
          <a:bodyPr/>
          <a:lstStyle>
            <a:lvl1pPr>
              <a:defRPr/>
            </a:lvl1pPr>
          </a:lstStyle>
          <a:p>
            <a:fld id="{D31766CD-E576-464A-B761-1E1D7B2A2DA9}" type="slidenum">
              <a:rPr lang="en-US" altLang="en-US"/>
              <a:pPr/>
              <a:t>‹#›</a:t>
            </a:fld>
            <a:endParaRPr lang="en-US" altLang="en-US"/>
          </a:p>
        </p:txBody>
      </p:sp>
    </p:spTree>
    <p:extLst>
      <p:ext uri="{BB962C8B-B14F-4D97-AF65-F5344CB8AC3E}">
        <p14:creationId xmlns:p14="http://schemas.microsoft.com/office/powerpoint/2010/main" val="2046668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89A16D-E5FE-4C02-90DC-AB578F79A486}"/>
              </a:ext>
            </a:extLst>
          </p:cNvPr>
          <p:cNvSpPr>
            <a:spLocks noGrp="1"/>
          </p:cNvSpPr>
          <p:nvPr>
            <p:ph type="title" orient="vert"/>
          </p:nvPr>
        </p:nvSpPr>
        <p:spPr>
          <a:xfrm>
            <a:off x="6629400" y="381000"/>
            <a:ext cx="2057400" cy="57150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6E3347-33B4-4EA5-B2F7-05CD4CF0B744}"/>
              </a:ext>
            </a:extLst>
          </p:cNvPr>
          <p:cNvSpPr>
            <a:spLocks noGrp="1"/>
          </p:cNvSpPr>
          <p:nvPr>
            <p:ph type="body" orient="vert" idx="1"/>
          </p:nvPr>
        </p:nvSpPr>
        <p:spPr>
          <a:xfrm>
            <a:off x="457200" y="381000"/>
            <a:ext cx="60198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A0C3B-0A6D-40DC-9A29-FF98CDC4FAD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34007D9-B8C9-48FB-B874-62ABAFB411F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825A49D-DFCD-4595-86BE-A69B5E19BB81}"/>
              </a:ext>
            </a:extLst>
          </p:cNvPr>
          <p:cNvSpPr>
            <a:spLocks noGrp="1"/>
          </p:cNvSpPr>
          <p:nvPr>
            <p:ph type="sldNum" sz="quarter" idx="12"/>
          </p:nvPr>
        </p:nvSpPr>
        <p:spPr/>
        <p:txBody>
          <a:bodyPr/>
          <a:lstStyle>
            <a:lvl1pPr>
              <a:defRPr/>
            </a:lvl1pPr>
          </a:lstStyle>
          <a:p>
            <a:fld id="{9A42A713-A86F-4722-9F63-E22386050051}" type="slidenum">
              <a:rPr lang="en-US" altLang="en-US"/>
              <a:pPr/>
              <a:t>‹#›</a:t>
            </a:fld>
            <a:endParaRPr lang="en-US" altLang="en-US"/>
          </a:p>
        </p:txBody>
      </p:sp>
    </p:spTree>
    <p:extLst>
      <p:ext uri="{BB962C8B-B14F-4D97-AF65-F5344CB8AC3E}">
        <p14:creationId xmlns:p14="http://schemas.microsoft.com/office/powerpoint/2010/main" val="17819719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8546" name="Group 2">
            <a:extLst>
              <a:ext uri="{FF2B5EF4-FFF2-40B4-BE49-F238E27FC236}">
                <a16:creationId xmlns:a16="http://schemas.microsoft.com/office/drawing/2014/main" id="{ADDAA019-E8FA-4DD2-B22E-EAB298A174FC}"/>
              </a:ext>
            </a:extLst>
          </p:cNvPr>
          <p:cNvGrpSpPr>
            <a:grpSpLocks/>
          </p:cNvGrpSpPr>
          <p:nvPr/>
        </p:nvGrpSpPr>
        <p:grpSpPr bwMode="auto">
          <a:xfrm>
            <a:off x="0" y="3902075"/>
            <a:ext cx="3400425" cy="2949575"/>
            <a:chOff x="0" y="2458"/>
            <a:chExt cx="2142" cy="1858"/>
          </a:xfrm>
        </p:grpSpPr>
        <p:sp>
          <p:nvSpPr>
            <p:cNvPr id="108547" name="Freeform 3">
              <a:extLst>
                <a:ext uri="{FF2B5EF4-FFF2-40B4-BE49-F238E27FC236}">
                  <a16:creationId xmlns:a16="http://schemas.microsoft.com/office/drawing/2014/main" id="{65986318-FF0D-4EF1-8489-41A1892BDA91}"/>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548" name="Freeform 4">
              <a:extLst>
                <a:ext uri="{FF2B5EF4-FFF2-40B4-BE49-F238E27FC236}">
                  <a16:creationId xmlns:a16="http://schemas.microsoft.com/office/drawing/2014/main" id="{5E20F1F8-C4A3-4B10-BFB8-22D0E8B0D525}"/>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549" name="Freeform 5">
              <a:extLst>
                <a:ext uri="{FF2B5EF4-FFF2-40B4-BE49-F238E27FC236}">
                  <a16:creationId xmlns:a16="http://schemas.microsoft.com/office/drawing/2014/main" id="{26EA0BDA-0843-4857-80D7-BCA22422F987}"/>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550" name="Freeform 6">
              <a:extLst>
                <a:ext uri="{FF2B5EF4-FFF2-40B4-BE49-F238E27FC236}">
                  <a16:creationId xmlns:a16="http://schemas.microsoft.com/office/drawing/2014/main" id="{E0E5453E-11B3-4C85-A0A3-41E2873C0685}"/>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551" name="Oval 7">
              <a:extLst>
                <a:ext uri="{FF2B5EF4-FFF2-40B4-BE49-F238E27FC236}">
                  <a16:creationId xmlns:a16="http://schemas.microsoft.com/office/drawing/2014/main" id="{A82F72EF-8BD9-4D8C-9F13-1517921376FE}"/>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8552" name="Oval 8">
              <a:extLst>
                <a:ext uri="{FF2B5EF4-FFF2-40B4-BE49-F238E27FC236}">
                  <a16:creationId xmlns:a16="http://schemas.microsoft.com/office/drawing/2014/main" id="{CD5A5708-01C9-42AE-9BAC-CC558B40C473}"/>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8553" name="Oval 9">
              <a:extLst>
                <a:ext uri="{FF2B5EF4-FFF2-40B4-BE49-F238E27FC236}">
                  <a16:creationId xmlns:a16="http://schemas.microsoft.com/office/drawing/2014/main" id="{396D9EE6-D97C-49DF-B6B6-9663D8BBAF4D}"/>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8554" name="Rectangle 10">
            <a:extLst>
              <a:ext uri="{FF2B5EF4-FFF2-40B4-BE49-F238E27FC236}">
                <a16:creationId xmlns:a16="http://schemas.microsoft.com/office/drawing/2014/main" id="{6E02AEA2-28F4-41A9-929A-D9529D40859E}"/>
              </a:ext>
            </a:extLst>
          </p:cNvPr>
          <p:cNvSpPr>
            <a:spLocks noGrp="1" noChangeArrowheads="1"/>
          </p:cNvSpPr>
          <p:nvPr>
            <p:ph type="ctrTitle" sz="quarter"/>
          </p:nvPr>
        </p:nvSpPr>
        <p:spPr>
          <a:xfrm>
            <a:off x="685800" y="1873250"/>
            <a:ext cx="7772400" cy="1555750"/>
          </a:xfrm>
        </p:spPr>
        <p:txBody>
          <a:bodyPr/>
          <a:lstStyle>
            <a:lvl1pPr>
              <a:defRPr sz="4800"/>
            </a:lvl1pPr>
          </a:lstStyle>
          <a:p>
            <a:pPr lvl="0"/>
            <a:r>
              <a:rPr lang="en-US" altLang="en-US" noProof="0"/>
              <a:t>Click to edit Master title style</a:t>
            </a:r>
          </a:p>
        </p:txBody>
      </p:sp>
      <p:sp>
        <p:nvSpPr>
          <p:cNvPr id="108555" name="Rectangle 11">
            <a:extLst>
              <a:ext uri="{FF2B5EF4-FFF2-40B4-BE49-F238E27FC236}">
                <a16:creationId xmlns:a16="http://schemas.microsoft.com/office/drawing/2014/main" id="{7CAC1DCC-7D28-43E8-809B-2A8E05F96397}"/>
              </a:ext>
            </a:extLst>
          </p:cNvPr>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08556" name="Rectangle 12">
            <a:extLst>
              <a:ext uri="{FF2B5EF4-FFF2-40B4-BE49-F238E27FC236}">
                <a16:creationId xmlns:a16="http://schemas.microsoft.com/office/drawing/2014/main" id="{61F74ED5-108D-4140-8795-7D8CE3127649}"/>
              </a:ext>
            </a:extLst>
          </p:cNvPr>
          <p:cNvSpPr>
            <a:spLocks noGrp="1" noChangeArrowheads="1"/>
          </p:cNvSpPr>
          <p:nvPr>
            <p:ph type="dt" sz="quarter" idx="2"/>
          </p:nvPr>
        </p:nvSpPr>
        <p:spPr/>
        <p:txBody>
          <a:bodyPr/>
          <a:lstStyle>
            <a:lvl1pPr>
              <a:defRPr/>
            </a:lvl1pPr>
          </a:lstStyle>
          <a:p>
            <a:endParaRPr lang="en-US" altLang="en-US"/>
          </a:p>
        </p:txBody>
      </p:sp>
      <p:sp>
        <p:nvSpPr>
          <p:cNvPr id="108557" name="Rectangle 13">
            <a:extLst>
              <a:ext uri="{FF2B5EF4-FFF2-40B4-BE49-F238E27FC236}">
                <a16:creationId xmlns:a16="http://schemas.microsoft.com/office/drawing/2014/main" id="{B3A97021-8FBA-4041-9D51-3570DAF8756F}"/>
              </a:ext>
            </a:extLst>
          </p:cNvPr>
          <p:cNvSpPr>
            <a:spLocks noGrp="1" noChangeArrowheads="1"/>
          </p:cNvSpPr>
          <p:nvPr>
            <p:ph type="ftr" sz="quarter" idx="3"/>
          </p:nvPr>
        </p:nvSpPr>
        <p:spPr/>
        <p:txBody>
          <a:bodyPr/>
          <a:lstStyle>
            <a:lvl1pPr>
              <a:defRPr/>
            </a:lvl1pPr>
          </a:lstStyle>
          <a:p>
            <a:endParaRPr lang="en-US" altLang="en-US"/>
          </a:p>
        </p:txBody>
      </p:sp>
      <p:sp>
        <p:nvSpPr>
          <p:cNvPr id="108558" name="Rectangle 14">
            <a:extLst>
              <a:ext uri="{FF2B5EF4-FFF2-40B4-BE49-F238E27FC236}">
                <a16:creationId xmlns:a16="http://schemas.microsoft.com/office/drawing/2014/main" id="{61E93C95-7E44-423A-B78B-876D7019DB07}"/>
              </a:ext>
            </a:extLst>
          </p:cNvPr>
          <p:cNvSpPr>
            <a:spLocks noGrp="1" noChangeArrowheads="1"/>
          </p:cNvSpPr>
          <p:nvPr>
            <p:ph type="sldNum" sz="quarter" idx="4"/>
          </p:nvPr>
        </p:nvSpPr>
        <p:spPr/>
        <p:txBody>
          <a:bodyPr/>
          <a:lstStyle>
            <a:lvl1pPr>
              <a:defRPr/>
            </a:lvl1pPr>
          </a:lstStyle>
          <a:p>
            <a:fld id="{2533123F-56EB-47B1-9224-3AE29EE47658}" type="slidenum">
              <a:rPr lang="en-US" altLang="en-US"/>
              <a:pPr/>
              <a:t>‹#›</a:t>
            </a:fld>
            <a:endParaRPr lang="en-US"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2E0EC-38C0-447E-8CBE-31ECEE8FF4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5BFB04-F9E4-4C8D-AE90-8488A9D15F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EDDA8-9ED9-43BF-BC57-D2CCDDE5DA27}"/>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1108F65-9786-4841-AA12-375A040A18D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700814F-7F80-4D3B-9A00-81C20A721C3D}"/>
              </a:ext>
            </a:extLst>
          </p:cNvPr>
          <p:cNvSpPr>
            <a:spLocks noGrp="1"/>
          </p:cNvSpPr>
          <p:nvPr>
            <p:ph type="sldNum" sz="quarter" idx="12"/>
          </p:nvPr>
        </p:nvSpPr>
        <p:spPr/>
        <p:txBody>
          <a:bodyPr/>
          <a:lstStyle>
            <a:lvl1pPr>
              <a:defRPr/>
            </a:lvl1pPr>
          </a:lstStyle>
          <a:p>
            <a:fld id="{910CEA1E-7CA4-45F3-812E-E70C80ED9E62}" type="slidenum">
              <a:rPr lang="en-US" altLang="en-US"/>
              <a:pPr/>
              <a:t>‹#›</a:t>
            </a:fld>
            <a:endParaRPr lang="en-US" altLang="en-US"/>
          </a:p>
        </p:txBody>
      </p:sp>
    </p:spTree>
    <p:extLst>
      <p:ext uri="{BB962C8B-B14F-4D97-AF65-F5344CB8AC3E}">
        <p14:creationId xmlns:p14="http://schemas.microsoft.com/office/powerpoint/2010/main" val="15425018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EA989-D17F-402D-B30E-3CA3EA92CA9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99EB56-DFA9-493A-827D-FBF7E85A7AA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04AFE8DC-161E-4810-AC06-06FBC484C613}"/>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3B15765-219D-4A88-8BB6-B1054E1D2F6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3F7EE23-7A9F-4FDE-8D3F-58A5808932D5}"/>
              </a:ext>
            </a:extLst>
          </p:cNvPr>
          <p:cNvSpPr>
            <a:spLocks noGrp="1"/>
          </p:cNvSpPr>
          <p:nvPr>
            <p:ph type="sldNum" sz="quarter" idx="12"/>
          </p:nvPr>
        </p:nvSpPr>
        <p:spPr/>
        <p:txBody>
          <a:bodyPr/>
          <a:lstStyle>
            <a:lvl1pPr>
              <a:defRPr/>
            </a:lvl1pPr>
          </a:lstStyle>
          <a:p>
            <a:fld id="{61352B87-B144-4B15-A423-21E70CA585A0}" type="slidenum">
              <a:rPr lang="en-US" altLang="en-US"/>
              <a:pPr/>
              <a:t>‹#›</a:t>
            </a:fld>
            <a:endParaRPr lang="en-US" altLang="en-US"/>
          </a:p>
        </p:txBody>
      </p:sp>
    </p:spTree>
    <p:extLst>
      <p:ext uri="{BB962C8B-B14F-4D97-AF65-F5344CB8AC3E}">
        <p14:creationId xmlns:p14="http://schemas.microsoft.com/office/powerpoint/2010/main" val="38760505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F765-21E3-4740-9732-2F0388B093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E1E204-D4F8-4F2D-B812-AA51B1D20FB2}"/>
              </a:ext>
            </a:extLst>
          </p:cNvPr>
          <p:cNvSpPr>
            <a:spLocks noGrp="1"/>
          </p:cNvSpPr>
          <p:nvPr>
            <p:ph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1FBCD3-581D-4823-841F-A48896ED124B}"/>
              </a:ext>
            </a:extLst>
          </p:cNvPr>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AC71C9-68B1-46A8-9D77-6B9356FB1C4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13C493C-0B1C-40DD-AA06-8E20DA0BC27A}"/>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41CA9E7-FB1C-44FC-A46C-1E4D3AEF1AC8}"/>
              </a:ext>
            </a:extLst>
          </p:cNvPr>
          <p:cNvSpPr>
            <a:spLocks noGrp="1"/>
          </p:cNvSpPr>
          <p:nvPr>
            <p:ph type="sldNum" sz="quarter" idx="12"/>
          </p:nvPr>
        </p:nvSpPr>
        <p:spPr/>
        <p:txBody>
          <a:bodyPr/>
          <a:lstStyle>
            <a:lvl1pPr>
              <a:defRPr/>
            </a:lvl1pPr>
          </a:lstStyle>
          <a:p>
            <a:fld id="{6D21C470-056E-48B3-942D-F7776EF55653}" type="slidenum">
              <a:rPr lang="en-US" altLang="en-US"/>
              <a:pPr/>
              <a:t>‹#›</a:t>
            </a:fld>
            <a:endParaRPr lang="en-US" altLang="en-US"/>
          </a:p>
        </p:txBody>
      </p:sp>
    </p:spTree>
    <p:extLst>
      <p:ext uri="{BB962C8B-B14F-4D97-AF65-F5344CB8AC3E}">
        <p14:creationId xmlns:p14="http://schemas.microsoft.com/office/powerpoint/2010/main" val="4614723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2B82-6BA0-4F90-AEAC-2E2268DF6137}"/>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0F9539-60FD-41FD-8DF8-60EB739AB4C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7E5BA5-2254-423E-9504-39511CF7A25C}"/>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722A7E-54A9-434D-B6ED-1597D61288E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6F1CB9-D812-4C67-8EA1-93DF345C7C41}"/>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C54874-4C1E-43B4-8099-1247EA8177C2}"/>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385403B5-1543-49EE-87B2-D74FF4701ACB}"/>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4959E82-C86A-4D69-BCAD-BE03946410E2}"/>
              </a:ext>
            </a:extLst>
          </p:cNvPr>
          <p:cNvSpPr>
            <a:spLocks noGrp="1"/>
          </p:cNvSpPr>
          <p:nvPr>
            <p:ph type="sldNum" sz="quarter" idx="12"/>
          </p:nvPr>
        </p:nvSpPr>
        <p:spPr/>
        <p:txBody>
          <a:bodyPr/>
          <a:lstStyle>
            <a:lvl1pPr>
              <a:defRPr/>
            </a:lvl1pPr>
          </a:lstStyle>
          <a:p>
            <a:fld id="{8258364E-1F75-4711-A7AA-10DAB0334FC1}" type="slidenum">
              <a:rPr lang="en-US" altLang="en-US"/>
              <a:pPr/>
              <a:t>‹#›</a:t>
            </a:fld>
            <a:endParaRPr lang="en-US" altLang="en-US"/>
          </a:p>
        </p:txBody>
      </p:sp>
    </p:spTree>
    <p:extLst>
      <p:ext uri="{BB962C8B-B14F-4D97-AF65-F5344CB8AC3E}">
        <p14:creationId xmlns:p14="http://schemas.microsoft.com/office/powerpoint/2010/main" val="7344420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C9CCF-78F0-4BBA-9FEB-6F3CE8E50C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29264E-10B9-496F-B58E-AE0F28641B69}"/>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1D375447-0087-4A6E-BE26-E9870CF43947}"/>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D8D5F0D3-7138-460C-9BE5-775826D31C18}"/>
              </a:ext>
            </a:extLst>
          </p:cNvPr>
          <p:cNvSpPr>
            <a:spLocks noGrp="1"/>
          </p:cNvSpPr>
          <p:nvPr>
            <p:ph type="sldNum" sz="quarter" idx="12"/>
          </p:nvPr>
        </p:nvSpPr>
        <p:spPr/>
        <p:txBody>
          <a:bodyPr/>
          <a:lstStyle>
            <a:lvl1pPr>
              <a:defRPr/>
            </a:lvl1pPr>
          </a:lstStyle>
          <a:p>
            <a:fld id="{2F72D553-B3B9-438F-9F75-3006AE8E73CC}" type="slidenum">
              <a:rPr lang="en-US" altLang="en-US"/>
              <a:pPr/>
              <a:t>‹#›</a:t>
            </a:fld>
            <a:endParaRPr lang="en-US" altLang="en-US"/>
          </a:p>
        </p:txBody>
      </p:sp>
    </p:spTree>
    <p:extLst>
      <p:ext uri="{BB962C8B-B14F-4D97-AF65-F5344CB8AC3E}">
        <p14:creationId xmlns:p14="http://schemas.microsoft.com/office/powerpoint/2010/main" val="2582419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85A-84C2-4E1F-9A8F-43309E3C702F}"/>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F723B729-D8B7-4D53-8411-8E6DDC662A13}"/>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CD579E4E-442F-4879-88D1-F9B0A3FF3B15}"/>
              </a:ext>
            </a:extLst>
          </p:cNvPr>
          <p:cNvSpPr>
            <a:spLocks noGrp="1"/>
          </p:cNvSpPr>
          <p:nvPr>
            <p:ph type="sldNum" sz="quarter" idx="12"/>
          </p:nvPr>
        </p:nvSpPr>
        <p:spPr/>
        <p:txBody>
          <a:bodyPr/>
          <a:lstStyle>
            <a:lvl1pPr>
              <a:defRPr/>
            </a:lvl1pPr>
          </a:lstStyle>
          <a:p>
            <a:fld id="{0D5B6B6A-AC9D-4464-8E73-8367701F163B}" type="slidenum">
              <a:rPr lang="en-US" altLang="en-US"/>
              <a:pPr/>
              <a:t>‹#›</a:t>
            </a:fld>
            <a:endParaRPr lang="en-US" altLang="en-US"/>
          </a:p>
        </p:txBody>
      </p:sp>
    </p:spTree>
    <p:extLst>
      <p:ext uri="{BB962C8B-B14F-4D97-AF65-F5344CB8AC3E}">
        <p14:creationId xmlns:p14="http://schemas.microsoft.com/office/powerpoint/2010/main" val="12345285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DE7A-E10B-4C22-AB95-9E232BED81F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C0C887-B495-4B7B-AE4E-3695CD93EA4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56979C-13E1-4DA0-87B9-DF3DAE7E5BA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2DF56D-8521-43BC-855D-78BE9F72096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C82B3F36-7627-494B-A1D5-FD8B6E72800E}"/>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053EEC0-DBF8-4F1A-881B-20D4B33111DD}"/>
              </a:ext>
            </a:extLst>
          </p:cNvPr>
          <p:cNvSpPr>
            <a:spLocks noGrp="1"/>
          </p:cNvSpPr>
          <p:nvPr>
            <p:ph type="sldNum" sz="quarter" idx="12"/>
          </p:nvPr>
        </p:nvSpPr>
        <p:spPr/>
        <p:txBody>
          <a:bodyPr/>
          <a:lstStyle>
            <a:lvl1pPr>
              <a:defRPr/>
            </a:lvl1pPr>
          </a:lstStyle>
          <a:p>
            <a:fld id="{4F5750D4-55B2-41CC-A2B8-5B89DA0CE2AF}" type="slidenum">
              <a:rPr lang="en-US" altLang="en-US"/>
              <a:pPr/>
              <a:t>‹#›</a:t>
            </a:fld>
            <a:endParaRPr lang="en-US" altLang="en-US"/>
          </a:p>
        </p:txBody>
      </p:sp>
    </p:spTree>
    <p:extLst>
      <p:ext uri="{BB962C8B-B14F-4D97-AF65-F5344CB8AC3E}">
        <p14:creationId xmlns:p14="http://schemas.microsoft.com/office/powerpoint/2010/main" val="2991550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85587-E143-42F2-9FC0-AE8CBC1BC98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A78218-FBF6-4879-A1FA-10CE3016943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59F875-EF67-4CEB-A470-A0AB6295745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9ED1FC-31B8-4DDE-929E-A1B691F1AEA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FE8ACCB7-DB43-4CD1-AB7B-055084ADBCD5}"/>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E4E0CBD-32EE-4D1B-B347-DDD81C35FE69}"/>
              </a:ext>
            </a:extLst>
          </p:cNvPr>
          <p:cNvSpPr>
            <a:spLocks noGrp="1"/>
          </p:cNvSpPr>
          <p:nvPr>
            <p:ph type="sldNum" sz="quarter" idx="12"/>
          </p:nvPr>
        </p:nvSpPr>
        <p:spPr/>
        <p:txBody>
          <a:bodyPr/>
          <a:lstStyle>
            <a:lvl1pPr>
              <a:defRPr/>
            </a:lvl1pPr>
          </a:lstStyle>
          <a:p>
            <a:fld id="{B5F5EB92-A09C-4941-981F-FA049DA1D7FC}" type="slidenum">
              <a:rPr lang="en-US" altLang="en-US"/>
              <a:pPr/>
              <a:t>‹#›</a:t>
            </a:fld>
            <a:endParaRPr lang="en-US" altLang="en-US"/>
          </a:p>
        </p:txBody>
      </p:sp>
    </p:spTree>
    <p:extLst>
      <p:ext uri="{BB962C8B-B14F-4D97-AF65-F5344CB8AC3E}">
        <p14:creationId xmlns:p14="http://schemas.microsoft.com/office/powerpoint/2010/main" val="6766135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88153-BAE8-4FD1-B257-A00A6F462C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986DED-5F5B-4613-9FDD-CC1C50D004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A917E-53CB-4725-B67B-A17789C3BEF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A2BB3C9-FE44-44D0-BDBB-137C620FA71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1DA72D-4173-4EC0-A3A6-D081D5AFD014}"/>
              </a:ext>
            </a:extLst>
          </p:cNvPr>
          <p:cNvSpPr>
            <a:spLocks noGrp="1"/>
          </p:cNvSpPr>
          <p:nvPr>
            <p:ph type="sldNum" sz="quarter" idx="12"/>
          </p:nvPr>
        </p:nvSpPr>
        <p:spPr/>
        <p:txBody>
          <a:bodyPr/>
          <a:lstStyle>
            <a:lvl1pPr>
              <a:defRPr/>
            </a:lvl1pPr>
          </a:lstStyle>
          <a:p>
            <a:fld id="{A7177D9C-DB48-4FCA-A072-2CC6AB563D62}" type="slidenum">
              <a:rPr lang="en-US" altLang="en-US"/>
              <a:pPr/>
              <a:t>‹#›</a:t>
            </a:fld>
            <a:endParaRPr lang="en-US" altLang="en-US"/>
          </a:p>
        </p:txBody>
      </p:sp>
    </p:spTree>
    <p:extLst>
      <p:ext uri="{BB962C8B-B14F-4D97-AF65-F5344CB8AC3E}">
        <p14:creationId xmlns:p14="http://schemas.microsoft.com/office/powerpoint/2010/main" val="9951854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A4BC8F-7A30-4EC2-B126-69ED043B8500}"/>
              </a:ext>
            </a:extLst>
          </p:cNvPr>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E8D7D5-1BAA-4EAD-928D-E392A79DFBD2}"/>
              </a:ext>
            </a:extLst>
          </p:cNvPr>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F31B79-8E0B-44CD-974F-AE7C1BAEEC27}"/>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65B9A87-9CA8-44E3-8C6B-76C3C89D96F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721FCA80-B22F-436F-B425-17EBA6CB393C}"/>
              </a:ext>
            </a:extLst>
          </p:cNvPr>
          <p:cNvSpPr>
            <a:spLocks noGrp="1"/>
          </p:cNvSpPr>
          <p:nvPr>
            <p:ph type="sldNum" sz="quarter" idx="12"/>
          </p:nvPr>
        </p:nvSpPr>
        <p:spPr/>
        <p:txBody>
          <a:bodyPr/>
          <a:lstStyle>
            <a:lvl1pPr>
              <a:defRPr/>
            </a:lvl1pPr>
          </a:lstStyle>
          <a:p>
            <a:fld id="{7239C387-985B-4DDE-AD63-2AFCF7B130A3}" type="slidenum">
              <a:rPr lang="en-US" altLang="en-US"/>
              <a:pPr/>
              <a:t>‹#›</a:t>
            </a:fld>
            <a:endParaRPr lang="en-US" altLang="en-US"/>
          </a:p>
        </p:txBody>
      </p:sp>
    </p:spTree>
    <p:extLst>
      <p:ext uri="{BB962C8B-B14F-4D97-AF65-F5344CB8AC3E}">
        <p14:creationId xmlns:p14="http://schemas.microsoft.com/office/powerpoint/2010/main" val="550511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5BD7C57-89B2-49DD-92B0-259F142F95D3}"/>
              </a:ext>
            </a:extLst>
          </p:cNvPr>
          <p:cNvSpPr>
            <a:spLocks noGrp="1" noChangeArrowheads="1"/>
          </p:cNvSpPr>
          <p:nvPr>
            <p:ph type="dt" sz="half" idx="2"/>
          </p:nvPr>
        </p:nvSpPr>
        <p:spPr bwMode="auto">
          <a:xfrm>
            <a:off x="457200" y="625157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15363" name="Rectangle 3">
            <a:extLst>
              <a:ext uri="{FF2B5EF4-FFF2-40B4-BE49-F238E27FC236}">
                <a16:creationId xmlns:a16="http://schemas.microsoft.com/office/drawing/2014/main" id="{648AF21F-9B45-44DA-AA42-70D555AD3E13}"/>
              </a:ext>
            </a:extLst>
          </p:cNvPr>
          <p:cNvSpPr>
            <a:spLocks noGrp="1" noChangeArrowheads="1"/>
          </p:cNvSpPr>
          <p:nvPr>
            <p:ph type="sldNum" sz="quarter" idx="4"/>
          </p:nvPr>
        </p:nvSpPr>
        <p:spPr bwMode="auto">
          <a:xfrm>
            <a:off x="6553200" y="624840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55FCC5F1-F5B8-42F5-A4F6-7A1AC927C6A6}" type="slidenum">
              <a:rPr lang="en-US" altLang="en-US"/>
              <a:pPr/>
              <a:t>‹#›</a:t>
            </a:fld>
            <a:endParaRPr lang="en-US" altLang="en-US"/>
          </a:p>
        </p:txBody>
      </p:sp>
      <p:grpSp>
        <p:nvGrpSpPr>
          <p:cNvPr id="15364" name="Group 4">
            <a:extLst>
              <a:ext uri="{FF2B5EF4-FFF2-40B4-BE49-F238E27FC236}">
                <a16:creationId xmlns:a16="http://schemas.microsoft.com/office/drawing/2014/main" id="{44C11959-466E-47C2-B4DF-7D1228609934}"/>
              </a:ext>
            </a:extLst>
          </p:cNvPr>
          <p:cNvGrpSpPr>
            <a:grpSpLocks/>
          </p:cNvGrpSpPr>
          <p:nvPr/>
        </p:nvGrpSpPr>
        <p:grpSpPr bwMode="auto">
          <a:xfrm>
            <a:off x="0" y="0"/>
            <a:ext cx="9140825" cy="6850063"/>
            <a:chOff x="0" y="0"/>
            <a:chExt cx="5758" cy="4315"/>
          </a:xfrm>
        </p:grpSpPr>
        <p:grpSp>
          <p:nvGrpSpPr>
            <p:cNvPr id="15365" name="Group 5">
              <a:extLst>
                <a:ext uri="{FF2B5EF4-FFF2-40B4-BE49-F238E27FC236}">
                  <a16:creationId xmlns:a16="http://schemas.microsoft.com/office/drawing/2014/main" id="{F47ED5E3-5CD3-4D07-B1F6-5F168E7829D6}"/>
                </a:ext>
              </a:extLst>
            </p:cNvPr>
            <p:cNvGrpSpPr>
              <a:grpSpLocks/>
            </p:cNvGrpSpPr>
            <p:nvPr userDrawn="1"/>
          </p:nvGrpSpPr>
          <p:grpSpPr bwMode="auto">
            <a:xfrm>
              <a:off x="1728" y="2230"/>
              <a:ext cx="4027" cy="2085"/>
              <a:chOff x="1728" y="2230"/>
              <a:chExt cx="4027" cy="2085"/>
            </a:xfrm>
          </p:grpSpPr>
          <p:sp>
            <p:nvSpPr>
              <p:cNvPr id="15366" name="Freeform 6">
                <a:extLst>
                  <a:ext uri="{FF2B5EF4-FFF2-40B4-BE49-F238E27FC236}">
                    <a16:creationId xmlns:a16="http://schemas.microsoft.com/office/drawing/2014/main" id="{1C439444-4A3E-40E2-B8D1-E8419E22478E}"/>
                  </a:ext>
                </a:extLst>
              </p:cNvPr>
              <p:cNvSpPr>
                <a:spLocks/>
              </p:cNvSpPr>
              <p:nvPr/>
            </p:nvSpPr>
            <p:spPr bwMode="hidden">
              <a:xfrm>
                <a:off x="1728" y="2644"/>
                <a:ext cx="2882" cy="1671"/>
              </a:xfrm>
              <a:custGeom>
                <a:avLst/>
                <a:gdLst>
                  <a:gd name="T0" fmla="*/ 2740 w 2882"/>
                  <a:gd name="T1" fmla="*/ 528 h 1671"/>
                  <a:gd name="T2" fmla="*/ 2632 w 2882"/>
                  <a:gd name="T3" fmla="*/ 484 h 1671"/>
                  <a:gd name="T4" fmla="*/ 2480 w 2882"/>
                  <a:gd name="T5" fmla="*/ 424 h 1671"/>
                  <a:gd name="T6" fmla="*/ 2203 w 2882"/>
                  <a:gd name="T7" fmla="*/ 343 h 1671"/>
                  <a:gd name="T8" fmla="*/ 1970 w 2882"/>
                  <a:gd name="T9" fmla="*/ 277 h 1671"/>
                  <a:gd name="T10" fmla="*/ 1807 w 2882"/>
                  <a:gd name="T11" fmla="*/ 212 h 1671"/>
                  <a:gd name="T12" fmla="*/ 1693 w 2882"/>
                  <a:gd name="T13" fmla="*/ 152 h 1671"/>
                  <a:gd name="T14" fmla="*/ 1628 w 2882"/>
                  <a:gd name="T15" fmla="*/ 103 h 1671"/>
                  <a:gd name="T16" fmla="*/ 1590 w 2882"/>
                  <a:gd name="T17" fmla="*/ 60 h 1671"/>
                  <a:gd name="T18" fmla="*/ 1579 w 2882"/>
                  <a:gd name="T19" fmla="*/ 27 h 1671"/>
                  <a:gd name="T20" fmla="*/ 1585 w 2882"/>
                  <a:gd name="T21" fmla="*/ 0 h 1671"/>
                  <a:gd name="T22" fmla="*/ 1557 w 2882"/>
                  <a:gd name="T23" fmla="*/ 49 h 1671"/>
                  <a:gd name="T24" fmla="*/ 1568 w 2882"/>
                  <a:gd name="T25" fmla="*/ 98 h 1671"/>
                  <a:gd name="T26" fmla="*/ 1617 w 2882"/>
                  <a:gd name="T27" fmla="*/ 141 h 1671"/>
                  <a:gd name="T28" fmla="*/ 1688 w 2882"/>
                  <a:gd name="T29" fmla="*/ 185 h 1671"/>
                  <a:gd name="T30" fmla="*/ 1791 w 2882"/>
                  <a:gd name="T31" fmla="*/ 228 h 1671"/>
                  <a:gd name="T32" fmla="*/ 2040 w 2882"/>
                  <a:gd name="T33" fmla="*/ 310 h 1671"/>
                  <a:gd name="T34" fmla="*/ 2285 w 2882"/>
                  <a:gd name="T35" fmla="*/ 381 h 1671"/>
                  <a:gd name="T36" fmla="*/ 2464 w 2882"/>
                  <a:gd name="T37" fmla="*/ 435 h 1671"/>
                  <a:gd name="T38" fmla="*/ 2605 w 2882"/>
                  <a:gd name="T39" fmla="*/ 484 h 1671"/>
                  <a:gd name="T40" fmla="*/ 2708 w 2882"/>
                  <a:gd name="T41" fmla="*/ 528 h 1671"/>
                  <a:gd name="T42" fmla="*/ 2768 w 2882"/>
                  <a:gd name="T43" fmla="*/ 560 h 1671"/>
                  <a:gd name="T44" fmla="*/ 2795 w 2882"/>
                  <a:gd name="T45" fmla="*/ 593 h 1671"/>
                  <a:gd name="T46" fmla="*/ 2795 w 2882"/>
                  <a:gd name="T47" fmla="*/ 642 h 1671"/>
                  <a:gd name="T48" fmla="*/ 2762 w 2882"/>
                  <a:gd name="T49" fmla="*/ 691 h 1671"/>
                  <a:gd name="T50" fmla="*/ 2692 w 2882"/>
                  <a:gd name="T51" fmla="*/ 735 h 1671"/>
                  <a:gd name="T52" fmla="*/ 2589 w 2882"/>
                  <a:gd name="T53" fmla="*/ 778 h 1671"/>
                  <a:gd name="T54" fmla="*/ 2458 w 2882"/>
                  <a:gd name="T55" fmla="*/ 822 h 1671"/>
                  <a:gd name="T56" fmla="*/ 2301 w 2882"/>
                  <a:gd name="T57" fmla="*/ 865 h 1671"/>
                  <a:gd name="T58" fmla="*/ 2030 w 2882"/>
                  <a:gd name="T59" fmla="*/ 930 h 1671"/>
                  <a:gd name="T60" fmla="*/ 1606 w 2882"/>
                  <a:gd name="T61" fmla="*/ 1034 h 1671"/>
                  <a:gd name="T62" fmla="*/ 1145 w 2882"/>
                  <a:gd name="T63" fmla="*/ 1164 h 1671"/>
                  <a:gd name="T64" fmla="*/ 673 w 2882"/>
                  <a:gd name="T65" fmla="*/ 1328 h 1671"/>
                  <a:gd name="T66" fmla="*/ 217 w 2882"/>
                  <a:gd name="T67" fmla="*/ 1545 h 1671"/>
                  <a:gd name="T68" fmla="*/ 353 w 2882"/>
                  <a:gd name="T69" fmla="*/ 1671 h 1671"/>
                  <a:gd name="T70" fmla="*/ 754 w 2882"/>
                  <a:gd name="T71" fmla="*/ 1469 h 1671"/>
                  <a:gd name="T72" fmla="*/ 1145 w 2882"/>
                  <a:gd name="T73" fmla="*/ 1311 h 1671"/>
                  <a:gd name="T74" fmla="*/ 1519 w 2882"/>
                  <a:gd name="T75" fmla="*/ 1186 h 1671"/>
                  <a:gd name="T76" fmla="*/ 1861 w 2882"/>
                  <a:gd name="T77" fmla="*/ 1083 h 1671"/>
                  <a:gd name="T78" fmla="*/ 2165 w 2882"/>
                  <a:gd name="T79" fmla="*/ 1007 h 1671"/>
                  <a:gd name="T80" fmla="*/ 2426 w 2882"/>
                  <a:gd name="T81" fmla="*/ 947 h 1671"/>
                  <a:gd name="T82" fmla="*/ 2626 w 2882"/>
                  <a:gd name="T83" fmla="*/ 892 h 1671"/>
                  <a:gd name="T84" fmla="*/ 2762 w 2882"/>
                  <a:gd name="T85" fmla="*/ 838 h 1671"/>
                  <a:gd name="T86" fmla="*/ 2827 w 2882"/>
                  <a:gd name="T87" fmla="*/ 794 h 1671"/>
                  <a:gd name="T88" fmla="*/ 2865 w 2882"/>
                  <a:gd name="T89" fmla="*/ 745 h 1671"/>
                  <a:gd name="T90" fmla="*/ 2882 w 2882"/>
                  <a:gd name="T91" fmla="*/ 702 h 1671"/>
                  <a:gd name="T92" fmla="*/ 2854 w 2882"/>
                  <a:gd name="T93" fmla="*/ 620 h 1671"/>
                  <a:gd name="T94" fmla="*/ 2800 w 2882"/>
                  <a:gd name="T95" fmla="*/ 560 h 1671"/>
                  <a:gd name="T96" fmla="*/ 2773 w 2882"/>
                  <a:gd name="T97" fmla="*/ 544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882" h="1671">
                    <a:moveTo>
                      <a:pt x="2773" y="544"/>
                    </a:moveTo>
                    <a:lnTo>
                      <a:pt x="2740" y="528"/>
                    </a:lnTo>
                    <a:lnTo>
                      <a:pt x="2692" y="506"/>
                    </a:lnTo>
                    <a:lnTo>
                      <a:pt x="2632" y="484"/>
                    </a:lnTo>
                    <a:lnTo>
                      <a:pt x="2561" y="457"/>
                    </a:lnTo>
                    <a:lnTo>
                      <a:pt x="2480" y="424"/>
                    </a:lnTo>
                    <a:lnTo>
                      <a:pt x="2388" y="397"/>
                    </a:lnTo>
                    <a:lnTo>
                      <a:pt x="2203" y="343"/>
                    </a:lnTo>
                    <a:lnTo>
                      <a:pt x="2078" y="310"/>
                    </a:lnTo>
                    <a:lnTo>
                      <a:pt x="1970" y="277"/>
                    </a:lnTo>
                    <a:lnTo>
                      <a:pt x="1878" y="245"/>
                    </a:lnTo>
                    <a:lnTo>
                      <a:pt x="1807" y="212"/>
                    </a:lnTo>
                    <a:lnTo>
                      <a:pt x="1742" y="179"/>
                    </a:lnTo>
                    <a:lnTo>
                      <a:pt x="1693" y="152"/>
                    </a:lnTo>
                    <a:lnTo>
                      <a:pt x="1655" y="125"/>
                    </a:lnTo>
                    <a:lnTo>
                      <a:pt x="1628" y="103"/>
                    </a:lnTo>
                    <a:lnTo>
                      <a:pt x="1606" y="81"/>
                    </a:lnTo>
                    <a:lnTo>
                      <a:pt x="1590" y="60"/>
                    </a:lnTo>
                    <a:lnTo>
                      <a:pt x="1585" y="43"/>
                    </a:lnTo>
                    <a:lnTo>
                      <a:pt x="1579" y="27"/>
                    </a:lnTo>
                    <a:lnTo>
                      <a:pt x="1585" y="5"/>
                    </a:lnTo>
                    <a:lnTo>
                      <a:pt x="1585" y="0"/>
                    </a:lnTo>
                    <a:lnTo>
                      <a:pt x="1568" y="27"/>
                    </a:lnTo>
                    <a:lnTo>
                      <a:pt x="1557" y="49"/>
                    </a:lnTo>
                    <a:lnTo>
                      <a:pt x="1557" y="76"/>
                    </a:lnTo>
                    <a:lnTo>
                      <a:pt x="1568" y="98"/>
                    </a:lnTo>
                    <a:lnTo>
                      <a:pt x="1590" y="120"/>
                    </a:lnTo>
                    <a:lnTo>
                      <a:pt x="1617" y="141"/>
                    </a:lnTo>
                    <a:lnTo>
                      <a:pt x="1650" y="163"/>
                    </a:lnTo>
                    <a:lnTo>
                      <a:pt x="1688" y="185"/>
                    </a:lnTo>
                    <a:lnTo>
                      <a:pt x="1737" y="207"/>
                    </a:lnTo>
                    <a:lnTo>
                      <a:pt x="1791" y="228"/>
                    </a:lnTo>
                    <a:lnTo>
                      <a:pt x="1905" y="267"/>
                    </a:lnTo>
                    <a:lnTo>
                      <a:pt x="2040" y="310"/>
                    </a:lnTo>
                    <a:lnTo>
                      <a:pt x="2182" y="348"/>
                    </a:lnTo>
                    <a:lnTo>
                      <a:pt x="2285" y="381"/>
                    </a:lnTo>
                    <a:lnTo>
                      <a:pt x="2382" y="408"/>
                    </a:lnTo>
                    <a:lnTo>
                      <a:pt x="2464" y="435"/>
                    </a:lnTo>
                    <a:lnTo>
                      <a:pt x="2540" y="462"/>
                    </a:lnTo>
                    <a:lnTo>
                      <a:pt x="2605" y="484"/>
                    </a:lnTo>
                    <a:lnTo>
                      <a:pt x="2659" y="506"/>
                    </a:lnTo>
                    <a:lnTo>
                      <a:pt x="2708" y="528"/>
                    </a:lnTo>
                    <a:lnTo>
                      <a:pt x="2740" y="544"/>
                    </a:lnTo>
                    <a:lnTo>
                      <a:pt x="2768" y="560"/>
                    </a:lnTo>
                    <a:lnTo>
                      <a:pt x="2784" y="577"/>
                    </a:lnTo>
                    <a:lnTo>
                      <a:pt x="2795" y="593"/>
                    </a:lnTo>
                    <a:lnTo>
                      <a:pt x="2800" y="615"/>
                    </a:lnTo>
                    <a:lnTo>
                      <a:pt x="2795" y="642"/>
                    </a:lnTo>
                    <a:lnTo>
                      <a:pt x="2784" y="664"/>
                    </a:lnTo>
                    <a:lnTo>
                      <a:pt x="2762" y="691"/>
                    </a:lnTo>
                    <a:lnTo>
                      <a:pt x="2730" y="713"/>
                    </a:lnTo>
                    <a:lnTo>
                      <a:pt x="2692" y="735"/>
                    </a:lnTo>
                    <a:lnTo>
                      <a:pt x="2643" y="756"/>
                    </a:lnTo>
                    <a:lnTo>
                      <a:pt x="2589" y="778"/>
                    </a:lnTo>
                    <a:lnTo>
                      <a:pt x="2529" y="800"/>
                    </a:lnTo>
                    <a:lnTo>
                      <a:pt x="2458" y="822"/>
                    </a:lnTo>
                    <a:lnTo>
                      <a:pt x="2382" y="843"/>
                    </a:lnTo>
                    <a:lnTo>
                      <a:pt x="2301" y="865"/>
                    </a:lnTo>
                    <a:lnTo>
                      <a:pt x="2214" y="887"/>
                    </a:lnTo>
                    <a:lnTo>
                      <a:pt x="2030" y="930"/>
                    </a:lnTo>
                    <a:lnTo>
                      <a:pt x="1823" y="979"/>
                    </a:lnTo>
                    <a:lnTo>
                      <a:pt x="1606" y="1034"/>
                    </a:lnTo>
                    <a:lnTo>
                      <a:pt x="1378" y="1094"/>
                    </a:lnTo>
                    <a:lnTo>
                      <a:pt x="1145" y="1164"/>
                    </a:lnTo>
                    <a:lnTo>
                      <a:pt x="912" y="1241"/>
                    </a:lnTo>
                    <a:lnTo>
                      <a:pt x="673" y="1328"/>
                    </a:lnTo>
                    <a:lnTo>
                      <a:pt x="440" y="1431"/>
                    </a:lnTo>
                    <a:lnTo>
                      <a:pt x="217" y="1545"/>
                    </a:lnTo>
                    <a:lnTo>
                      <a:pt x="0" y="1671"/>
                    </a:lnTo>
                    <a:lnTo>
                      <a:pt x="353" y="1671"/>
                    </a:lnTo>
                    <a:lnTo>
                      <a:pt x="554" y="1567"/>
                    </a:lnTo>
                    <a:lnTo>
                      <a:pt x="754" y="1469"/>
                    </a:lnTo>
                    <a:lnTo>
                      <a:pt x="955" y="1388"/>
                    </a:lnTo>
                    <a:lnTo>
                      <a:pt x="1145" y="1311"/>
                    </a:lnTo>
                    <a:lnTo>
                      <a:pt x="1335" y="1241"/>
                    </a:lnTo>
                    <a:lnTo>
                      <a:pt x="1519" y="1186"/>
                    </a:lnTo>
                    <a:lnTo>
                      <a:pt x="1693" y="1132"/>
                    </a:lnTo>
                    <a:lnTo>
                      <a:pt x="1861" y="1083"/>
                    </a:lnTo>
                    <a:lnTo>
                      <a:pt x="2019" y="1045"/>
                    </a:lnTo>
                    <a:lnTo>
                      <a:pt x="2165" y="1007"/>
                    </a:lnTo>
                    <a:lnTo>
                      <a:pt x="2301" y="974"/>
                    </a:lnTo>
                    <a:lnTo>
                      <a:pt x="2426" y="947"/>
                    </a:lnTo>
                    <a:lnTo>
                      <a:pt x="2534" y="914"/>
                    </a:lnTo>
                    <a:lnTo>
                      <a:pt x="2626" y="892"/>
                    </a:lnTo>
                    <a:lnTo>
                      <a:pt x="2702" y="865"/>
                    </a:lnTo>
                    <a:lnTo>
                      <a:pt x="2762" y="838"/>
                    </a:lnTo>
                    <a:lnTo>
                      <a:pt x="2800" y="816"/>
                    </a:lnTo>
                    <a:lnTo>
                      <a:pt x="2827" y="794"/>
                    </a:lnTo>
                    <a:lnTo>
                      <a:pt x="2849" y="767"/>
                    </a:lnTo>
                    <a:lnTo>
                      <a:pt x="2865" y="745"/>
                    </a:lnTo>
                    <a:lnTo>
                      <a:pt x="2876" y="724"/>
                    </a:lnTo>
                    <a:lnTo>
                      <a:pt x="2882" y="702"/>
                    </a:lnTo>
                    <a:lnTo>
                      <a:pt x="2876" y="658"/>
                    </a:lnTo>
                    <a:lnTo>
                      <a:pt x="2854" y="620"/>
                    </a:lnTo>
                    <a:lnTo>
                      <a:pt x="2833" y="588"/>
                    </a:lnTo>
                    <a:lnTo>
                      <a:pt x="2800" y="560"/>
                    </a:lnTo>
                    <a:lnTo>
                      <a:pt x="2773" y="544"/>
                    </a:lnTo>
                    <a:lnTo>
                      <a:pt x="2773" y="544"/>
                    </a:lnTo>
                    <a:close/>
                  </a:path>
                </a:pathLst>
              </a:custGeom>
              <a:gradFill rotWithShape="0">
                <a:gsLst>
                  <a:gs pos="0">
                    <a:schemeClr val="bg1"/>
                  </a:gs>
                  <a:gs pos="100000">
                    <a:schemeClr val="bg1">
                      <a:gamma/>
                      <a:shade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67" name="Freeform 7">
                <a:extLst>
                  <a:ext uri="{FF2B5EF4-FFF2-40B4-BE49-F238E27FC236}">
                    <a16:creationId xmlns:a16="http://schemas.microsoft.com/office/drawing/2014/main" id="{44DA5BB9-D8FF-4917-909B-A2156312FEFB}"/>
                  </a:ext>
                </a:extLst>
              </p:cNvPr>
              <p:cNvSpPr>
                <a:spLocks/>
              </p:cNvSpPr>
              <p:nvPr/>
            </p:nvSpPr>
            <p:spPr bwMode="hidden">
              <a:xfrm>
                <a:off x="4170" y="2671"/>
                <a:ext cx="1259" cy="811"/>
              </a:xfrm>
              <a:custGeom>
                <a:avLst/>
                <a:gdLst>
                  <a:gd name="T0" fmla="*/ 1259 w 1259"/>
                  <a:gd name="T1" fmla="*/ 615 h 811"/>
                  <a:gd name="T2" fmla="*/ 1248 w 1259"/>
                  <a:gd name="T3" fmla="*/ 588 h 811"/>
                  <a:gd name="T4" fmla="*/ 1237 w 1259"/>
                  <a:gd name="T5" fmla="*/ 566 h 811"/>
                  <a:gd name="T6" fmla="*/ 1216 w 1259"/>
                  <a:gd name="T7" fmla="*/ 539 h 811"/>
                  <a:gd name="T8" fmla="*/ 1188 w 1259"/>
                  <a:gd name="T9" fmla="*/ 517 h 811"/>
                  <a:gd name="T10" fmla="*/ 1123 w 1259"/>
                  <a:gd name="T11" fmla="*/ 479 h 811"/>
                  <a:gd name="T12" fmla="*/ 1042 w 1259"/>
                  <a:gd name="T13" fmla="*/ 441 h 811"/>
                  <a:gd name="T14" fmla="*/ 944 w 1259"/>
                  <a:gd name="T15" fmla="*/ 408 h 811"/>
                  <a:gd name="T16" fmla="*/ 841 w 1259"/>
                  <a:gd name="T17" fmla="*/ 381 h 811"/>
                  <a:gd name="T18" fmla="*/ 727 w 1259"/>
                  <a:gd name="T19" fmla="*/ 348 h 811"/>
                  <a:gd name="T20" fmla="*/ 613 w 1259"/>
                  <a:gd name="T21" fmla="*/ 321 h 811"/>
                  <a:gd name="T22" fmla="*/ 499 w 1259"/>
                  <a:gd name="T23" fmla="*/ 294 h 811"/>
                  <a:gd name="T24" fmla="*/ 391 w 1259"/>
                  <a:gd name="T25" fmla="*/ 261 h 811"/>
                  <a:gd name="T26" fmla="*/ 288 w 1259"/>
                  <a:gd name="T27" fmla="*/ 229 h 811"/>
                  <a:gd name="T28" fmla="*/ 195 w 1259"/>
                  <a:gd name="T29" fmla="*/ 196 h 811"/>
                  <a:gd name="T30" fmla="*/ 119 w 1259"/>
                  <a:gd name="T31" fmla="*/ 152 h 811"/>
                  <a:gd name="T32" fmla="*/ 54 w 1259"/>
                  <a:gd name="T33" fmla="*/ 109 h 811"/>
                  <a:gd name="T34" fmla="*/ 33 w 1259"/>
                  <a:gd name="T35" fmla="*/ 87 h 811"/>
                  <a:gd name="T36" fmla="*/ 16 w 1259"/>
                  <a:gd name="T37" fmla="*/ 60 h 811"/>
                  <a:gd name="T38" fmla="*/ 5 w 1259"/>
                  <a:gd name="T39" fmla="*/ 33 h 811"/>
                  <a:gd name="T40" fmla="*/ 0 w 1259"/>
                  <a:gd name="T41" fmla="*/ 0 h 811"/>
                  <a:gd name="T42" fmla="*/ 0 w 1259"/>
                  <a:gd name="T43" fmla="*/ 6 h 811"/>
                  <a:gd name="T44" fmla="*/ 0 w 1259"/>
                  <a:gd name="T45" fmla="*/ 11 h 811"/>
                  <a:gd name="T46" fmla="*/ 0 w 1259"/>
                  <a:gd name="T47" fmla="*/ 38 h 811"/>
                  <a:gd name="T48" fmla="*/ 5 w 1259"/>
                  <a:gd name="T49" fmla="*/ 60 h 811"/>
                  <a:gd name="T50" fmla="*/ 16 w 1259"/>
                  <a:gd name="T51" fmla="*/ 87 h 811"/>
                  <a:gd name="T52" fmla="*/ 33 w 1259"/>
                  <a:gd name="T53" fmla="*/ 114 h 811"/>
                  <a:gd name="T54" fmla="*/ 54 w 1259"/>
                  <a:gd name="T55" fmla="*/ 142 h 811"/>
                  <a:gd name="T56" fmla="*/ 87 w 1259"/>
                  <a:gd name="T57" fmla="*/ 174 h 811"/>
                  <a:gd name="T58" fmla="*/ 125 w 1259"/>
                  <a:gd name="T59" fmla="*/ 207 h 811"/>
                  <a:gd name="T60" fmla="*/ 179 w 1259"/>
                  <a:gd name="T61" fmla="*/ 240 h 811"/>
                  <a:gd name="T62" fmla="*/ 244 w 1259"/>
                  <a:gd name="T63" fmla="*/ 278 h 811"/>
                  <a:gd name="T64" fmla="*/ 326 w 1259"/>
                  <a:gd name="T65" fmla="*/ 310 h 811"/>
                  <a:gd name="T66" fmla="*/ 418 w 1259"/>
                  <a:gd name="T67" fmla="*/ 348 h 811"/>
                  <a:gd name="T68" fmla="*/ 526 w 1259"/>
                  <a:gd name="T69" fmla="*/ 381 h 811"/>
                  <a:gd name="T70" fmla="*/ 657 w 1259"/>
                  <a:gd name="T71" fmla="*/ 414 h 811"/>
                  <a:gd name="T72" fmla="*/ 749 w 1259"/>
                  <a:gd name="T73" fmla="*/ 435 h 811"/>
                  <a:gd name="T74" fmla="*/ 830 w 1259"/>
                  <a:gd name="T75" fmla="*/ 463 h 811"/>
                  <a:gd name="T76" fmla="*/ 901 w 1259"/>
                  <a:gd name="T77" fmla="*/ 490 h 811"/>
                  <a:gd name="T78" fmla="*/ 966 w 1259"/>
                  <a:gd name="T79" fmla="*/ 512 h 811"/>
                  <a:gd name="T80" fmla="*/ 1015 w 1259"/>
                  <a:gd name="T81" fmla="*/ 539 h 811"/>
                  <a:gd name="T82" fmla="*/ 1053 w 1259"/>
                  <a:gd name="T83" fmla="*/ 566 h 811"/>
                  <a:gd name="T84" fmla="*/ 1080 w 1259"/>
                  <a:gd name="T85" fmla="*/ 593 h 811"/>
                  <a:gd name="T86" fmla="*/ 1102 w 1259"/>
                  <a:gd name="T87" fmla="*/ 620 h 811"/>
                  <a:gd name="T88" fmla="*/ 1112 w 1259"/>
                  <a:gd name="T89" fmla="*/ 648 h 811"/>
                  <a:gd name="T90" fmla="*/ 1118 w 1259"/>
                  <a:gd name="T91" fmla="*/ 675 h 811"/>
                  <a:gd name="T92" fmla="*/ 1112 w 1259"/>
                  <a:gd name="T93" fmla="*/ 697 h 811"/>
                  <a:gd name="T94" fmla="*/ 1096 w 1259"/>
                  <a:gd name="T95" fmla="*/ 724 h 811"/>
                  <a:gd name="T96" fmla="*/ 1080 w 1259"/>
                  <a:gd name="T97" fmla="*/ 746 h 811"/>
                  <a:gd name="T98" fmla="*/ 1053 w 1259"/>
                  <a:gd name="T99" fmla="*/ 767 h 811"/>
                  <a:gd name="T100" fmla="*/ 1015 w 1259"/>
                  <a:gd name="T101" fmla="*/ 789 h 811"/>
                  <a:gd name="T102" fmla="*/ 977 w 1259"/>
                  <a:gd name="T103" fmla="*/ 811 h 811"/>
                  <a:gd name="T104" fmla="*/ 1047 w 1259"/>
                  <a:gd name="T105" fmla="*/ 789 h 811"/>
                  <a:gd name="T106" fmla="*/ 1107 w 1259"/>
                  <a:gd name="T107" fmla="*/ 767 h 811"/>
                  <a:gd name="T108" fmla="*/ 1156 w 1259"/>
                  <a:gd name="T109" fmla="*/ 746 h 811"/>
                  <a:gd name="T110" fmla="*/ 1199 w 1259"/>
                  <a:gd name="T111" fmla="*/ 724 h 811"/>
                  <a:gd name="T112" fmla="*/ 1226 w 1259"/>
                  <a:gd name="T113" fmla="*/ 702 h 811"/>
                  <a:gd name="T114" fmla="*/ 1248 w 1259"/>
                  <a:gd name="T115" fmla="*/ 675 h 811"/>
                  <a:gd name="T116" fmla="*/ 1259 w 1259"/>
                  <a:gd name="T117" fmla="*/ 648 h 811"/>
                  <a:gd name="T118" fmla="*/ 1259 w 1259"/>
                  <a:gd name="T119" fmla="*/ 615 h 811"/>
                  <a:gd name="T120" fmla="*/ 1259 w 1259"/>
                  <a:gd name="T121" fmla="*/ 615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59" h="811">
                    <a:moveTo>
                      <a:pt x="1259" y="615"/>
                    </a:moveTo>
                    <a:lnTo>
                      <a:pt x="1248" y="588"/>
                    </a:lnTo>
                    <a:lnTo>
                      <a:pt x="1237" y="566"/>
                    </a:lnTo>
                    <a:lnTo>
                      <a:pt x="1216" y="539"/>
                    </a:lnTo>
                    <a:lnTo>
                      <a:pt x="1188" y="517"/>
                    </a:lnTo>
                    <a:lnTo>
                      <a:pt x="1123" y="479"/>
                    </a:lnTo>
                    <a:lnTo>
                      <a:pt x="1042" y="441"/>
                    </a:lnTo>
                    <a:lnTo>
                      <a:pt x="944" y="408"/>
                    </a:lnTo>
                    <a:lnTo>
                      <a:pt x="841" y="381"/>
                    </a:lnTo>
                    <a:lnTo>
                      <a:pt x="727" y="348"/>
                    </a:lnTo>
                    <a:lnTo>
                      <a:pt x="613" y="321"/>
                    </a:lnTo>
                    <a:lnTo>
                      <a:pt x="499" y="294"/>
                    </a:lnTo>
                    <a:lnTo>
                      <a:pt x="391" y="261"/>
                    </a:lnTo>
                    <a:lnTo>
                      <a:pt x="288" y="229"/>
                    </a:lnTo>
                    <a:lnTo>
                      <a:pt x="195" y="196"/>
                    </a:lnTo>
                    <a:lnTo>
                      <a:pt x="119" y="152"/>
                    </a:lnTo>
                    <a:lnTo>
                      <a:pt x="54" y="109"/>
                    </a:lnTo>
                    <a:lnTo>
                      <a:pt x="33" y="87"/>
                    </a:lnTo>
                    <a:lnTo>
                      <a:pt x="16" y="60"/>
                    </a:lnTo>
                    <a:lnTo>
                      <a:pt x="5" y="33"/>
                    </a:lnTo>
                    <a:lnTo>
                      <a:pt x="0" y="0"/>
                    </a:lnTo>
                    <a:lnTo>
                      <a:pt x="0" y="6"/>
                    </a:lnTo>
                    <a:lnTo>
                      <a:pt x="0" y="11"/>
                    </a:lnTo>
                    <a:lnTo>
                      <a:pt x="0" y="38"/>
                    </a:lnTo>
                    <a:lnTo>
                      <a:pt x="5" y="60"/>
                    </a:lnTo>
                    <a:lnTo>
                      <a:pt x="16" y="87"/>
                    </a:lnTo>
                    <a:lnTo>
                      <a:pt x="33" y="114"/>
                    </a:lnTo>
                    <a:lnTo>
                      <a:pt x="54" y="142"/>
                    </a:lnTo>
                    <a:lnTo>
                      <a:pt x="87" y="174"/>
                    </a:lnTo>
                    <a:lnTo>
                      <a:pt x="125" y="207"/>
                    </a:lnTo>
                    <a:lnTo>
                      <a:pt x="179" y="240"/>
                    </a:lnTo>
                    <a:lnTo>
                      <a:pt x="244" y="278"/>
                    </a:lnTo>
                    <a:lnTo>
                      <a:pt x="326" y="310"/>
                    </a:lnTo>
                    <a:lnTo>
                      <a:pt x="418" y="348"/>
                    </a:lnTo>
                    <a:lnTo>
                      <a:pt x="526" y="381"/>
                    </a:lnTo>
                    <a:lnTo>
                      <a:pt x="657" y="414"/>
                    </a:lnTo>
                    <a:lnTo>
                      <a:pt x="749" y="435"/>
                    </a:lnTo>
                    <a:lnTo>
                      <a:pt x="830" y="463"/>
                    </a:lnTo>
                    <a:lnTo>
                      <a:pt x="901" y="490"/>
                    </a:lnTo>
                    <a:lnTo>
                      <a:pt x="966" y="512"/>
                    </a:lnTo>
                    <a:lnTo>
                      <a:pt x="1015" y="539"/>
                    </a:lnTo>
                    <a:lnTo>
                      <a:pt x="1053" y="566"/>
                    </a:lnTo>
                    <a:lnTo>
                      <a:pt x="1080" y="593"/>
                    </a:lnTo>
                    <a:lnTo>
                      <a:pt x="1102" y="620"/>
                    </a:lnTo>
                    <a:lnTo>
                      <a:pt x="1112" y="648"/>
                    </a:lnTo>
                    <a:lnTo>
                      <a:pt x="1118" y="675"/>
                    </a:lnTo>
                    <a:lnTo>
                      <a:pt x="1112" y="697"/>
                    </a:lnTo>
                    <a:lnTo>
                      <a:pt x="1096" y="724"/>
                    </a:lnTo>
                    <a:lnTo>
                      <a:pt x="1080" y="746"/>
                    </a:lnTo>
                    <a:lnTo>
                      <a:pt x="1053" y="767"/>
                    </a:lnTo>
                    <a:lnTo>
                      <a:pt x="1015" y="789"/>
                    </a:lnTo>
                    <a:lnTo>
                      <a:pt x="977" y="811"/>
                    </a:lnTo>
                    <a:lnTo>
                      <a:pt x="1047" y="789"/>
                    </a:lnTo>
                    <a:lnTo>
                      <a:pt x="1107" y="767"/>
                    </a:lnTo>
                    <a:lnTo>
                      <a:pt x="1156" y="746"/>
                    </a:lnTo>
                    <a:lnTo>
                      <a:pt x="1199" y="724"/>
                    </a:lnTo>
                    <a:lnTo>
                      <a:pt x="1226" y="702"/>
                    </a:lnTo>
                    <a:lnTo>
                      <a:pt x="1248" y="675"/>
                    </a:lnTo>
                    <a:lnTo>
                      <a:pt x="1259" y="648"/>
                    </a:lnTo>
                    <a:lnTo>
                      <a:pt x="1259" y="615"/>
                    </a:lnTo>
                    <a:lnTo>
                      <a:pt x="1259" y="615"/>
                    </a:lnTo>
                    <a:close/>
                  </a:path>
                </a:pathLst>
              </a:custGeom>
              <a:gradFill rotWithShape="0">
                <a:gsLst>
                  <a:gs pos="0">
                    <a:schemeClr val="bg1"/>
                  </a:gs>
                  <a:gs pos="100000">
                    <a:schemeClr val="bg1">
                      <a:gamma/>
                      <a:shade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68" name="Freeform 8">
                <a:extLst>
                  <a:ext uri="{FF2B5EF4-FFF2-40B4-BE49-F238E27FC236}">
                    <a16:creationId xmlns:a16="http://schemas.microsoft.com/office/drawing/2014/main" id="{F1C63E0D-B958-448D-BFC5-C484CD50EC05}"/>
                  </a:ext>
                </a:extLst>
              </p:cNvPr>
              <p:cNvSpPr>
                <a:spLocks/>
              </p:cNvSpPr>
              <p:nvPr/>
            </p:nvSpPr>
            <p:spPr bwMode="hidden">
              <a:xfrm>
                <a:off x="2900" y="3346"/>
                <a:ext cx="2849" cy="969"/>
              </a:xfrm>
              <a:custGeom>
                <a:avLst/>
                <a:gdLst>
                  <a:gd name="T0" fmla="*/ 92 w 2849"/>
                  <a:gd name="T1" fmla="*/ 958 h 969"/>
                  <a:gd name="T2" fmla="*/ 0 w 2849"/>
                  <a:gd name="T3" fmla="*/ 969 h 969"/>
                  <a:gd name="T4" fmla="*/ 391 w 2849"/>
                  <a:gd name="T5" fmla="*/ 969 h 969"/>
                  <a:gd name="T6" fmla="*/ 434 w 2849"/>
                  <a:gd name="T7" fmla="*/ 947 h 969"/>
                  <a:gd name="T8" fmla="*/ 483 w 2849"/>
                  <a:gd name="T9" fmla="*/ 914 h 969"/>
                  <a:gd name="T10" fmla="*/ 554 w 2849"/>
                  <a:gd name="T11" fmla="*/ 876 h 969"/>
                  <a:gd name="T12" fmla="*/ 635 w 2849"/>
                  <a:gd name="T13" fmla="*/ 838 h 969"/>
                  <a:gd name="T14" fmla="*/ 727 w 2849"/>
                  <a:gd name="T15" fmla="*/ 794 h 969"/>
                  <a:gd name="T16" fmla="*/ 836 w 2849"/>
                  <a:gd name="T17" fmla="*/ 745 h 969"/>
                  <a:gd name="T18" fmla="*/ 961 w 2849"/>
                  <a:gd name="T19" fmla="*/ 696 h 969"/>
                  <a:gd name="T20" fmla="*/ 1102 w 2849"/>
                  <a:gd name="T21" fmla="*/ 642 h 969"/>
                  <a:gd name="T22" fmla="*/ 1259 w 2849"/>
                  <a:gd name="T23" fmla="*/ 582 h 969"/>
                  <a:gd name="T24" fmla="*/ 1433 w 2849"/>
                  <a:gd name="T25" fmla="*/ 522 h 969"/>
                  <a:gd name="T26" fmla="*/ 1623 w 2849"/>
                  <a:gd name="T27" fmla="*/ 462 h 969"/>
                  <a:gd name="T28" fmla="*/ 1829 w 2849"/>
                  <a:gd name="T29" fmla="*/ 403 h 969"/>
                  <a:gd name="T30" fmla="*/ 2057 w 2849"/>
                  <a:gd name="T31" fmla="*/ 343 h 969"/>
                  <a:gd name="T32" fmla="*/ 2301 w 2849"/>
                  <a:gd name="T33" fmla="*/ 283 h 969"/>
                  <a:gd name="T34" fmla="*/ 2567 w 2849"/>
                  <a:gd name="T35" fmla="*/ 223 h 969"/>
                  <a:gd name="T36" fmla="*/ 2849 w 2849"/>
                  <a:gd name="T37" fmla="*/ 163 h 969"/>
                  <a:gd name="T38" fmla="*/ 2849 w 2849"/>
                  <a:gd name="T39" fmla="*/ 0 h 969"/>
                  <a:gd name="T40" fmla="*/ 2817 w 2849"/>
                  <a:gd name="T41" fmla="*/ 16 h 969"/>
                  <a:gd name="T42" fmla="*/ 2773 w 2849"/>
                  <a:gd name="T43" fmla="*/ 33 h 969"/>
                  <a:gd name="T44" fmla="*/ 2719 w 2849"/>
                  <a:gd name="T45" fmla="*/ 54 h 969"/>
                  <a:gd name="T46" fmla="*/ 2648 w 2849"/>
                  <a:gd name="T47" fmla="*/ 76 h 969"/>
                  <a:gd name="T48" fmla="*/ 2572 w 2849"/>
                  <a:gd name="T49" fmla="*/ 98 h 969"/>
                  <a:gd name="T50" fmla="*/ 2491 w 2849"/>
                  <a:gd name="T51" fmla="*/ 120 h 969"/>
                  <a:gd name="T52" fmla="*/ 2399 w 2849"/>
                  <a:gd name="T53" fmla="*/ 147 h 969"/>
                  <a:gd name="T54" fmla="*/ 2301 w 2849"/>
                  <a:gd name="T55" fmla="*/ 169 h 969"/>
                  <a:gd name="T56" fmla="*/ 2095 w 2849"/>
                  <a:gd name="T57" fmla="*/ 223 h 969"/>
                  <a:gd name="T58" fmla="*/ 1889 w 2849"/>
                  <a:gd name="T59" fmla="*/ 277 h 969"/>
                  <a:gd name="T60" fmla="*/ 1688 w 2849"/>
                  <a:gd name="T61" fmla="*/ 326 h 969"/>
                  <a:gd name="T62" fmla="*/ 1590 w 2849"/>
                  <a:gd name="T63" fmla="*/ 354 h 969"/>
                  <a:gd name="T64" fmla="*/ 1503 w 2849"/>
                  <a:gd name="T65" fmla="*/ 381 h 969"/>
                  <a:gd name="T66" fmla="*/ 1107 w 2849"/>
                  <a:gd name="T67" fmla="*/ 506 h 969"/>
                  <a:gd name="T68" fmla="*/ 912 w 2849"/>
                  <a:gd name="T69" fmla="*/ 577 h 969"/>
                  <a:gd name="T70" fmla="*/ 727 w 2849"/>
                  <a:gd name="T71" fmla="*/ 647 h 969"/>
                  <a:gd name="T72" fmla="*/ 548 w 2849"/>
                  <a:gd name="T73" fmla="*/ 718 h 969"/>
                  <a:gd name="T74" fmla="*/ 380 w 2849"/>
                  <a:gd name="T75" fmla="*/ 794 h 969"/>
                  <a:gd name="T76" fmla="*/ 228 w 2849"/>
                  <a:gd name="T77" fmla="*/ 876 h 969"/>
                  <a:gd name="T78" fmla="*/ 92 w 2849"/>
                  <a:gd name="T79" fmla="*/ 958 h 969"/>
                  <a:gd name="T80" fmla="*/ 92 w 2849"/>
                  <a:gd name="T81" fmla="*/ 958 h 9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49" h="969">
                    <a:moveTo>
                      <a:pt x="92" y="958"/>
                    </a:moveTo>
                    <a:lnTo>
                      <a:pt x="0" y="969"/>
                    </a:lnTo>
                    <a:lnTo>
                      <a:pt x="391" y="969"/>
                    </a:lnTo>
                    <a:lnTo>
                      <a:pt x="434" y="947"/>
                    </a:lnTo>
                    <a:lnTo>
                      <a:pt x="483" y="914"/>
                    </a:lnTo>
                    <a:lnTo>
                      <a:pt x="554" y="876"/>
                    </a:lnTo>
                    <a:lnTo>
                      <a:pt x="635" y="838"/>
                    </a:lnTo>
                    <a:lnTo>
                      <a:pt x="727" y="794"/>
                    </a:lnTo>
                    <a:lnTo>
                      <a:pt x="836" y="745"/>
                    </a:lnTo>
                    <a:lnTo>
                      <a:pt x="961" y="696"/>
                    </a:lnTo>
                    <a:lnTo>
                      <a:pt x="1102" y="642"/>
                    </a:lnTo>
                    <a:lnTo>
                      <a:pt x="1259" y="582"/>
                    </a:lnTo>
                    <a:lnTo>
                      <a:pt x="1433" y="522"/>
                    </a:lnTo>
                    <a:lnTo>
                      <a:pt x="1623" y="462"/>
                    </a:lnTo>
                    <a:lnTo>
                      <a:pt x="1829" y="403"/>
                    </a:lnTo>
                    <a:lnTo>
                      <a:pt x="2057" y="343"/>
                    </a:lnTo>
                    <a:lnTo>
                      <a:pt x="2301" y="283"/>
                    </a:lnTo>
                    <a:lnTo>
                      <a:pt x="2567" y="223"/>
                    </a:lnTo>
                    <a:lnTo>
                      <a:pt x="2849" y="163"/>
                    </a:lnTo>
                    <a:lnTo>
                      <a:pt x="2849" y="0"/>
                    </a:lnTo>
                    <a:lnTo>
                      <a:pt x="2817" y="16"/>
                    </a:lnTo>
                    <a:lnTo>
                      <a:pt x="2773" y="33"/>
                    </a:lnTo>
                    <a:lnTo>
                      <a:pt x="2719" y="54"/>
                    </a:lnTo>
                    <a:lnTo>
                      <a:pt x="2648" y="76"/>
                    </a:lnTo>
                    <a:lnTo>
                      <a:pt x="2572" y="98"/>
                    </a:lnTo>
                    <a:lnTo>
                      <a:pt x="2491" y="120"/>
                    </a:lnTo>
                    <a:lnTo>
                      <a:pt x="2399" y="147"/>
                    </a:lnTo>
                    <a:lnTo>
                      <a:pt x="2301" y="169"/>
                    </a:lnTo>
                    <a:lnTo>
                      <a:pt x="2095" y="223"/>
                    </a:lnTo>
                    <a:lnTo>
                      <a:pt x="1889" y="277"/>
                    </a:lnTo>
                    <a:lnTo>
                      <a:pt x="1688" y="326"/>
                    </a:lnTo>
                    <a:lnTo>
                      <a:pt x="1590" y="354"/>
                    </a:lnTo>
                    <a:lnTo>
                      <a:pt x="1503" y="381"/>
                    </a:lnTo>
                    <a:lnTo>
                      <a:pt x="1107" y="506"/>
                    </a:lnTo>
                    <a:lnTo>
                      <a:pt x="912" y="577"/>
                    </a:lnTo>
                    <a:lnTo>
                      <a:pt x="727" y="647"/>
                    </a:lnTo>
                    <a:lnTo>
                      <a:pt x="548" y="718"/>
                    </a:lnTo>
                    <a:lnTo>
                      <a:pt x="380" y="794"/>
                    </a:lnTo>
                    <a:lnTo>
                      <a:pt x="228" y="876"/>
                    </a:lnTo>
                    <a:lnTo>
                      <a:pt x="92" y="958"/>
                    </a:lnTo>
                    <a:lnTo>
                      <a:pt x="92" y="958"/>
                    </a:lnTo>
                    <a:close/>
                  </a:path>
                </a:pathLst>
              </a:custGeom>
              <a:gradFill rotWithShape="0">
                <a:gsLst>
                  <a:gs pos="0">
                    <a:schemeClr val="bg1">
                      <a:gamma/>
                      <a:shade val="81961"/>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69" name="Freeform 9">
                <a:extLst>
                  <a:ext uri="{FF2B5EF4-FFF2-40B4-BE49-F238E27FC236}">
                    <a16:creationId xmlns:a16="http://schemas.microsoft.com/office/drawing/2014/main" id="{4B329671-7ED5-4D92-9417-4C6E92935EE8}"/>
                  </a:ext>
                </a:extLst>
              </p:cNvPr>
              <p:cNvSpPr>
                <a:spLocks/>
              </p:cNvSpPr>
              <p:nvPr/>
            </p:nvSpPr>
            <p:spPr bwMode="hidden">
              <a:xfrm>
                <a:off x="2748" y="2230"/>
                <a:ext cx="3007" cy="2085"/>
              </a:xfrm>
              <a:custGeom>
                <a:avLst/>
                <a:gdLst>
                  <a:gd name="T0" fmla="*/ 1433 w 3007"/>
                  <a:gd name="T1" fmla="*/ 474 h 2085"/>
                  <a:gd name="T2" fmla="*/ 1460 w 3007"/>
                  <a:gd name="T3" fmla="*/ 528 h 2085"/>
                  <a:gd name="T4" fmla="*/ 1541 w 3007"/>
                  <a:gd name="T5" fmla="*/ 593 h 2085"/>
                  <a:gd name="T6" fmla="*/ 1715 w 3007"/>
                  <a:gd name="T7" fmla="*/ 670 h 2085"/>
                  <a:gd name="T8" fmla="*/ 1927 w 3007"/>
                  <a:gd name="T9" fmla="*/ 735 h 2085"/>
                  <a:gd name="T10" fmla="*/ 2155 w 3007"/>
                  <a:gd name="T11" fmla="*/ 789 h 2085"/>
                  <a:gd name="T12" fmla="*/ 2372 w 3007"/>
                  <a:gd name="T13" fmla="*/ 849 h 2085"/>
                  <a:gd name="T14" fmla="*/ 2551 w 3007"/>
                  <a:gd name="T15" fmla="*/ 920 h 2085"/>
                  <a:gd name="T16" fmla="*/ 2638 w 3007"/>
                  <a:gd name="T17" fmla="*/ 980 h 2085"/>
                  <a:gd name="T18" fmla="*/ 2676 w 3007"/>
                  <a:gd name="T19" fmla="*/ 1029 h 2085"/>
                  <a:gd name="T20" fmla="*/ 2681 w 3007"/>
                  <a:gd name="T21" fmla="*/ 1083 h 2085"/>
                  <a:gd name="T22" fmla="*/ 2665 w 3007"/>
                  <a:gd name="T23" fmla="*/ 1127 h 2085"/>
                  <a:gd name="T24" fmla="*/ 2616 w 3007"/>
                  <a:gd name="T25" fmla="*/ 1170 h 2085"/>
                  <a:gd name="T26" fmla="*/ 2545 w 3007"/>
                  <a:gd name="T27" fmla="*/ 1208 h 2085"/>
                  <a:gd name="T28" fmla="*/ 2448 w 3007"/>
                  <a:gd name="T29" fmla="*/ 1241 h 2085"/>
                  <a:gd name="T30" fmla="*/ 2328 w 3007"/>
                  <a:gd name="T31" fmla="*/ 1274 h 2085"/>
                  <a:gd name="T32" fmla="*/ 2106 w 3007"/>
                  <a:gd name="T33" fmla="*/ 1328 h 2085"/>
                  <a:gd name="T34" fmla="*/ 1742 w 3007"/>
                  <a:gd name="T35" fmla="*/ 1421 h 2085"/>
                  <a:gd name="T36" fmla="*/ 1308 w 3007"/>
                  <a:gd name="T37" fmla="*/ 1540 h 2085"/>
                  <a:gd name="T38" fmla="*/ 820 w 3007"/>
                  <a:gd name="T39" fmla="*/ 1709 h 2085"/>
                  <a:gd name="T40" fmla="*/ 282 w 3007"/>
                  <a:gd name="T41" fmla="*/ 1943 h 2085"/>
                  <a:gd name="T42" fmla="*/ 152 w 3007"/>
                  <a:gd name="T43" fmla="*/ 2085 h 2085"/>
                  <a:gd name="T44" fmla="*/ 386 w 3007"/>
                  <a:gd name="T45" fmla="*/ 1992 h 2085"/>
                  <a:gd name="T46" fmla="*/ 700 w 3007"/>
                  <a:gd name="T47" fmla="*/ 1834 h 2085"/>
                  <a:gd name="T48" fmla="*/ 1064 w 3007"/>
                  <a:gd name="T49" fmla="*/ 1693 h 2085"/>
                  <a:gd name="T50" fmla="*/ 1661 w 3007"/>
                  <a:gd name="T51" fmla="*/ 1497 h 2085"/>
                  <a:gd name="T52" fmla="*/ 1845 w 3007"/>
                  <a:gd name="T53" fmla="*/ 1442 h 2085"/>
                  <a:gd name="T54" fmla="*/ 2252 w 3007"/>
                  <a:gd name="T55" fmla="*/ 1339 h 2085"/>
                  <a:gd name="T56" fmla="*/ 2551 w 3007"/>
                  <a:gd name="T57" fmla="*/ 1263 h 2085"/>
                  <a:gd name="T58" fmla="*/ 2730 w 3007"/>
                  <a:gd name="T59" fmla="*/ 1214 h 2085"/>
                  <a:gd name="T60" fmla="*/ 2876 w 3007"/>
                  <a:gd name="T61" fmla="*/ 1170 h 2085"/>
                  <a:gd name="T62" fmla="*/ 2974 w 3007"/>
                  <a:gd name="T63" fmla="*/ 1132 h 2085"/>
                  <a:gd name="T64" fmla="*/ 3007 w 3007"/>
                  <a:gd name="T65" fmla="*/ 871 h 2085"/>
                  <a:gd name="T66" fmla="*/ 2860 w 3007"/>
                  <a:gd name="T67" fmla="*/ 844 h 2085"/>
                  <a:gd name="T68" fmla="*/ 2670 w 3007"/>
                  <a:gd name="T69" fmla="*/ 806 h 2085"/>
                  <a:gd name="T70" fmla="*/ 2458 w 3007"/>
                  <a:gd name="T71" fmla="*/ 757 h 2085"/>
                  <a:gd name="T72" fmla="*/ 2138 w 3007"/>
                  <a:gd name="T73" fmla="*/ 670 h 2085"/>
                  <a:gd name="T74" fmla="*/ 1959 w 3007"/>
                  <a:gd name="T75" fmla="*/ 604 h 2085"/>
                  <a:gd name="T76" fmla="*/ 1824 w 3007"/>
                  <a:gd name="T77" fmla="*/ 534 h 2085"/>
                  <a:gd name="T78" fmla="*/ 1769 w 3007"/>
                  <a:gd name="T79" fmla="*/ 474 h 2085"/>
                  <a:gd name="T80" fmla="*/ 1753 w 3007"/>
                  <a:gd name="T81" fmla="*/ 436 h 2085"/>
                  <a:gd name="T82" fmla="*/ 1780 w 3007"/>
                  <a:gd name="T83" fmla="*/ 381 h 2085"/>
                  <a:gd name="T84" fmla="*/ 1862 w 3007"/>
                  <a:gd name="T85" fmla="*/ 316 h 2085"/>
                  <a:gd name="T86" fmla="*/ 1986 w 3007"/>
                  <a:gd name="T87" fmla="*/ 267 h 2085"/>
                  <a:gd name="T88" fmla="*/ 2149 w 3007"/>
                  <a:gd name="T89" fmla="*/ 229 h 2085"/>
                  <a:gd name="T90" fmla="*/ 2431 w 3007"/>
                  <a:gd name="T91" fmla="*/ 180 h 2085"/>
                  <a:gd name="T92" fmla="*/ 2827 w 3007"/>
                  <a:gd name="T93" fmla="*/ 125 h 2085"/>
                  <a:gd name="T94" fmla="*/ 3007 w 3007"/>
                  <a:gd name="T95" fmla="*/ 87 h 2085"/>
                  <a:gd name="T96" fmla="*/ 2909 w 3007"/>
                  <a:gd name="T97" fmla="*/ 22 h 2085"/>
                  <a:gd name="T98" fmla="*/ 2676 w 3007"/>
                  <a:gd name="T99" fmla="*/ 66 h 2085"/>
                  <a:gd name="T100" fmla="*/ 2285 w 3007"/>
                  <a:gd name="T101" fmla="*/ 120 h 2085"/>
                  <a:gd name="T102" fmla="*/ 2030 w 3007"/>
                  <a:gd name="T103" fmla="*/ 158 h 2085"/>
                  <a:gd name="T104" fmla="*/ 1791 w 3007"/>
                  <a:gd name="T105" fmla="*/ 202 h 2085"/>
                  <a:gd name="T106" fmla="*/ 1601 w 3007"/>
                  <a:gd name="T107" fmla="*/ 261 h 2085"/>
                  <a:gd name="T108" fmla="*/ 1471 w 3007"/>
                  <a:gd name="T109" fmla="*/ 338 h 2085"/>
                  <a:gd name="T110" fmla="*/ 1438 w 3007"/>
                  <a:gd name="T111" fmla="*/ 387 h 2085"/>
                  <a:gd name="T112" fmla="*/ 1427 w 3007"/>
                  <a:gd name="T113" fmla="*/ 441 h 20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07" h="2085">
                    <a:moveTo>
                      <a:pt x="1427" y="441"/>
                    </a:moveTo>
                    <a:lnTo>
                      <a:pt x="1433" y="474"/>
                    </a:lnTo>
                    <a:lnTo>
                      <a:pt x="1444" y="501"/>
                    </a:lnTo>
                    <a:lnTo>
                      <a:pt x="1460" y="528"/>
                    </a:lnTo>
                    <a:lnTo>
                      <a:pt x="1482" y="550"/>
                    </a:lnTo>
                    <a:lnTo>
                      <a:pt x="1541" y="593"/>
                    </a:lnTo>
                    <a:lnTo>
                      <a:pt x="1623" y="637"/>
                    </a:lnTo>
                    <a:lnTo>
                      <a:pt x="1715" y="670"/>
                    </a:lnTo>
                    <a:lnTo>
                      <a:pt x="1818" y="702"/>
                    </a:lnTo>
                    <a:lnTo>
                      <a:pt x="1927" y="735"/>
                    </a:lnTo>
                    <a:lnTo>
                      <a:pt x="2041" y="762"/>
                    </a:lnTo>
                    <a:lnTo>
                      <a:pt x="2155" y="789"/>
                    </a:lnTo>
                    <a:lnTo>
                      <a:pt x="2269" y="822"/>
                    </a:lnTo>
                    <a:lnTo>
                      <a:pt x="2372" y="849"/>
                    </a:lnTo>
                    <a:lnTo>
                      <a:pt x="2464" y="882"/>
                    </a:lnTo>
                    <a:lnTo>
                      <a:pt x="2551" y="920"/>
                    </a:lnTo>
                    <a:lnTo>
                      <a:pt x="2616" y="958"/>
                    </a:lnTo>
                    <a:lnTo>
                      <a:pt x="2638" y="980"/>
                    </a:lnTo>
                    <a:lnTo>
                      <a:pt x="2659" y="1007"/>
                    </a:lnTo>
                    <a:lnTo>
                      <a:pt x="2676" y="1029"/>
                    </a:lnTo>
                    <a:lnTo>
                      <a:pt x="2681" y="1056"/>
                    </a:lnTo>
                    <a:lnTo>
                      <a:pt x="2681" y="1083"/>
                    </a:lnTo>
                    <a:lnTo>
                      <a:pt x="2676" y="1105"/>
                    </a:lnTo>
                    <a:lnTo>
                      <a:pt x="2665" y="1127"/>
                    </a:lnTo>
                    <a:lnTo>
                      <a:pt x="2643" y="1149"/>
                    </a:lnTo>
                    <a:lnTo>
                      <a:pt x="2616" y="1170"/>
                    </a:lnTo>
                    <a:lnTo>
                      <a:pt x="2583" y="1187"/>
                    </a:lnTo>
                    <a:lnTo>
                      <a:pt x="2545" y="1208"/>
                    </a:lnTo>
                    <a:lnTo>
                      <a:pt x="2502" y="1225"/>
                    </a:lnTo>
                    <a:lnTo>
                      <a:pt x="2448" y="1241"/>
                    </a:lnTo>
                    <a:lnTo>
                      <a:pt x="2388" y="1257"/>
                    </a:lnTo>
                    <a:lnTo>
                      <a:pt x="2328" y="1274"/>
                    </a:lnTo>
                    <a:lnTo>
                      <a:pt x="2258" y="1290"/>
                    </a:lnTo>
                    <a:lnTo>
                      <a:pt x="2106" y="1328"/>
                    </a:lnTo>
                    <a:lnTo>
                      <a:pt x="1932" y="1372"/>
                    </a:lnTo>
                    <a:lnTo>
                      <a:pt x="1742" y="1421"/>
                    </a:lnTo>
                    <a:lnTo>
                      <a:pt x="1531" y="1475"/>
                    </a:lnTo>
                    <a:lnTo>
                      <a:pt x="1308" y="1540"/>
                    </a:lnTo>
                    <a:lnTo>
                      <a:pt x="1069" y="1617"/>
                    </a:lnTo>
                    <a:lnTo>
                      <a:pt x="820" y="1709"/>
                    </a:lnTo>
                    <a:lnTo>
                      <a:pt x="554" y="1818"/>
                    </a:lnTo>
                    <a:lnTo>
                      <a:pt x="282" y="1943"/>
                    </a:lnTo>
                    <a:lnTo>
                      <a:pt x="0" y="2085"/>
                    </a:lnTo>
                    <a:lnTo>
                      <a:pt x="152" y="2085"/>
                    </a:lnTo>
                    <a:lnTo>
                      <a:pt x="244" y="2074"/>
                    </a:lnTo>
                    <a:lnTo>
                      <a:pt x="386" y="1992"/>
                    </a:lnTo>
                    <a:lnTo>
                      <a:pt x="537" y="1910"/>
                    </a:lnTo>
                    <a:lnTo>
                      <a:pt x="700" y="1834"/>
                    </a:lnTo>
                    <a:lnTo>
                      <a:pt x="879" y="1763"/>
                    </a:lnTo>
                    <a:lnTo>
                      <a:pt x="1064" y="1693"/>
                    </a:lnTo>
                    <a:lnTo>
                      <a:pt x="1259" y="1622"/>
                    </a:lnTo>
                    <a:lnTo>
                      <a:pt x="1661" y="1497"/>
                    </a:lnTo>
                    <a:lnTo>
                      <a:pt x="1748" y="1470"/>
                    </a:lnTo>
                    <a:lnTo>
                      <a:pt x="1845" y="1442"/>
                    </a:lnTo>
                    <a:lnTo>
                      <a:pt x="2046" y="1393"/>
                    </a:lnTo>
                    <a:lnTo>
                      <a:pt x="2252" y="1339"/>
                    </a:lnTo>
                    <a:lnTo>
                      <a:pt x="2458" y="1285"/>
                    </a:lnTo>
                    <a:lnTo>
                      <a:pt x="2551" y="1263"/>
                    </a:lnTo>
                    <a:lnTo>
                      <a:pt x="2643" y="1236"/>
                    </a:lnTo>
                    <a:lnTo>
                      <a:pt x="2730" y="1214"/>
                    </a:lnTo>
                    <a:lnTo>
                      <a:pt x="2806" y="1192"/>
                    </a:lnTo>
                    <a:lnTo>
                      <a:pt x="2876" y="1170"/>
                    </a:lnTo>
                    <a:lnTo>
                      <a:pt x="2931" y="1149"/>
                    </a:lnTo>
                    <a:lnTo>
                      <a:pt x="2974" y="1132"/>
                    </a:lnTo>
                    <a:lnTo>
                      <a:pt x="3007" y="1116"/>
                    </a:lnTo>
                    <a:lnTo>
                      <a:pt x="3007" y="871"/>
                    </a:lnTo>
                    <a:lnTo>
                      <a:pt x="2941" y="860"/>
                    </a:lnTo>
                    <a:lnTo>
                      <a:pt x="2860" y="844"/>
                    </a:lnTo>
                    <a:lnTo>
                      <a:pt x="2773" y="827"/>
                    </a:lnTo>
                    <a:lnTo>
                      <a:pt x="2670" y="806"/>
                    </a:lnTo>
                    <a:lnTo>
                      <a:pt x="2567" y="784"/>
                    </a:lnTo>
                    <a:lnTo>
                      <a:pt x="2458" y="757"/>
                    </a:lnTo>
                    <a:lnTo>
                      <a:pt x="2241" y="702"/>
                    </a:lnTo>
                    <a:lnTo>
                      <a:pt x="2138" y="670"/>
                    </a:lnTo>
                    <a:lnTo>
                      <a:pt x="2046" y="637"/>
                    </a:lnTo>
                    <a:lnTo>
                      <a:pt x="1959" y="604"/>
                    </a:lnTo>
                    <a:lnTo>
                      <a:pt x="1883" y="566"/>
                    </a:lnTo>
                    <a:lnTo>
                      <a:pt x="1824" y="534"/>
                    </a:lnTo>
                    <a:lnTo>
                      <a:pt x="1780" y="495"/>
                    </a:lnTo>
                    <a:lnTo>
                      <a:pt x="1769" y="474"/>
                    </a:lnTo>
                    <a:lnTo>
                      <a:pt x="1758" y="457"/>
                    </a:lnTo>
                    <a:lnTo>
                      <a:pt x="1753" y="436"/>
                    </a:lnTo>
                    <a:lnTo>
                      <a:pt x="1758" y="419"/>
                    </a:lnTo>
                    <a:lnTo>
                      <a:pt x="1780" y="381"/>
                    </a:lnTo>
                    <a:lnTo>
                      <a:pt x="1813" y="343"/>
                    </a:lnTo>
                    <a:lnTo>
                      <a:pt x="1862" y="316"/>
                    </a:lnTo>
                    <a:lnTo>
                      <a:pt x="1921" y="289"/>
                    </a:lnTo>
                    <a:lnTo>
                      <a:pt x="1986" y="267"/>
                    </a:lnTo>
                    <a:lnTo>
                      <a:pt x="2062" y="245"/>
                    </a:lnTo>
                    <a:lnTo>
                      <a:pt x="2149" y="229"/>
                    </a:lnTo>
                    <a:lnTo>
                      <a:pt x="2236" y="213"/>
                    </a:lnTo>
                    <a:lnTo>
                      <a:pt x="2431" y="180"/>
                    </a:lnTo>
                    <a:lnTo>
                      <a:pt x="2627" y="158"/>
                    </a:lnTo>
                    <a:lnTo>
                      <a:pt x="2827" y="125"/>
                    </a:lnTo>
                    <a:lnTo>
                      <a:pt x="2920" y="109"/>
                    </a:lnTo>
                    <a:lnTo>
                      <a:pt x="3007" y="87"/>
                    </a:lnTo>
                    <a:lnTo>
                      <a:pt x="3007" y="0"/>
                    </a:lnTo>
                    <a:lnTo>
                      <a:pt x="2909" y="22"/>
                    </a:lnTo>
                    <a:lnTo>
                      <a:pt x="2795" y="44"/>
                    </a:lnTo>
                    <a:lnTo>
                      <a:pt x="2676" y="66"/>
                    </a:lnTo>
                    <a:lnTo>
                      <a:pt x="2551" y="82"/>
                    </a:lnTo>
                    <a:lnTo>
                      <a:pt x="2285" y="120"/>
                    </a:lnTo>
                    <a:lnTo>
                      <a:pt x="2155" y="136"/>
                    </a:lnTo>
                    <a:lnTo>
                      <a:pt x="2030" y="158"/>
                    </a:lnTo>
                    <a:lnTo>
                      <a:pt x="1905" y="174"/>
                    </a:lnTo>
                    <a:lnTo>
                      <a:pt x="1791" y="202"/>
                    </a:lnTo>
                    <a:lnTo>
                      <a:pt x="1688" y="229"/>
                    </a:lnTo>
                    <a:lnTo>
                      <a:pt x="1601" y="261"/>
                    </a:lnTo>
                    <a:lnTo>
                      <a:pt x="1525" y="300"/>
                    </a:lnTo>
                    <a:lnTo>
                      <a:pt x="1471" y="338"/>
                    </a:lnTo>
                    <a:lnTo>
                      <a:pt x="1455" y="359"/>
                    </a:lnTo>
                    <a:lnTo>
                      <a:pt x="1438" y="387"/>
                    </a:lnTo>
                    <a:lnTo>
                      <a:pt x="1427" y="414"/>
                    </a:lnTo>
                    <a:lnTo>
                      <a:pt x="1427" y="441"/>
                    </a:lnTo>
                    <a:lnTo>
                      <a:pt x="1427" y="44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0" name="Freeform 10">
                <a:extLst>
                  <a:ext uri="{FF2B5EF4-FFF2-40B4-BE49-F238E27FC236}">
                    <a16:creationId xmlns:a16="http://schemas.microsoft.com/office/drawing/2014/main" id="{DD0D2252-A605-4948-87E9-023453D526B1}"/>
                  </a:ext>
                </a:extLst>
              </p:cNvPr>
              <p:cNvSpPr>
                <a:spLocks/>
              </p:cNvSpPr>
              <p:nvPr/>
            </p:nvSpPr>
            <p:spPr bwMode="hidden">
              <a:xfrm>
                <a:off x="4501" y="2317"/>
                <a:ext cx="1248" cy="539"/>
              </a:xfrm>
              <a:custGeom>
                <a:avLst/>
                <a:gdLst>
                  <a:gd name="T0" fmla="*/ 0 w 1248"/>
                  <a:gd name="T1" fmla="*/ 332 h 539"/>
                  <a:gd name="T2" fmla="*/ 0 w 1248"/>
                  <a:gd name="T3" fmla="*/ 360 h 539"/>
                  <a:gd name="T4" fmla="*/ 5 w 1248"/>
                  <a:gd name="T5" fmla="*/ 387 h 539"/>
                  <a:gd name="T6" fmla="*/ 27 w 1248"/>
                  <a:gd name="T7" fmla="*/ 414 h 539"/>
                  <a:gd name="T8" fmla="*/ 54 w 1248"/>
                  <a:gd name="T9" fmla="*/ 436 h 539"/>
                  <a:gd name="T10" fmla="*/ 92 w 1248"/>
                  <a:gd name="T11" fmla="*/ 463 h 539"/>
                  <a:gd name="T12" fmla="*/ 141 w 1248"/>
                  <a:gd name="T13" fmla="*/ 490 h 539"/>
                  <a:gd name="T14" fmla="*/ 195 w 1248"/>
                  <a:gd name="T15" fmla="*/ 512 h 539"/>
                  <a:gd name="T16" fmla="*/ 255 w 1248"/>
                  <a:gd name="T17" fmla="*/ 539 h 539"/>
                  <a:gd name="T18" fmla="*/ 212 w 1248"/>
                  <a:gd name="T19" fmla="*/ 517 h 539"/>
                  <a:gd name="T20" fmla="*/ 179 w 1248"/>
                  <a:gd name="T21" fmla="*/ 490 h 539"/>
                  <a:gd name="T22" fmla="*/ 157 w 1248"/>
                  <a:gd name="T23" fmla="*/ 468 h 539"/>
                  <a:gd name="T24" fmla="*/ 141 w 1248"/>
                  <a:gd name="T25" fmla="*/ 447 h 539"/>
                  <a:gd name="T26" fmla="*/ 136 w 1248"/>
                  <a:gd name="T27" fmla="*/ 425 h 539"/>
                  <a:gd name="T28" fmla="*/ 136 w 1248"/>
                  <a:gd name="T29" fmla="*/ 403 h 539"/>
                  <a:gd name="T30" fmla="*/ 141 w 1248"/>
                  <a:gd name="T31" fmla="*/ 381 h 539"/>
                  <a:gd name="T32" fmla="*/ 157 w 1248"/>
                  <a:gd name="T33" fmla="*/ 365 h 539"/>
                  <a:gd name="T34" fmla="*/ 179 w 1248"/>
                  <a:gd name="T35" fmla="*/ 343 h 539"/>
                  <a:gd name="T36" fmla="*/ 201 w 1248"/>
                  <a:gd name="T37" fmla="*/ 327 h 539"/>
                  <a:gd name="T38" fmla="*/ 266 w 1248"/>
                  <a:gd name="T39" fmla="*/ 294 h 539"/>
                  <a:gd name="T40" fmla="*/ 353 w 1248"/>
                  <a:gd name="T41" fmla="*/ 262 h 539"/>
                  <a:gd name="T42" fmla="*/ 445 w 1248"/>
                  <a:gd name="T43" fmla="*/ 234 h 539"/>
                  <a:gd name="T44" fmla="*/ 554 w 1248"/>
                  <a:gd name="T45" fmla="*/ 213 h 539"/>
                  <a:gd name="T46" fmla="*/ 662 w 1248"/>
                  <a:gd name="T47" fmla="*/ 191 h 539"/>
                  <a:gd name="T48" fmla="*/ 890 w 1248"/>
                  <a:gd name="T49" fmla="*/ 153 h 539"/>
                  <a:gd name="T50" fmla="*/ 993 w 1248"/>
                  <a:gd name="T51" fmla="*/ 136 h 539"/>
                  <a:gd name="T52" fmla="*/ 1091 w 1248"/>
                  <a:gd name="T53" fmla="*/ 120 h 539"/>
                  <a:gd name="T54" fmla="*/ 1178 w 1248"/>
                  <a:gd name="T55" fmla="*/ 115 h 539"/>
                  <a:gd name="T56" fmla="*/ 1248 w 1248"/>
                  <a:gd name="T57" fmla="*/ 104 h 539"/>
                  <a:gd name="T58" fmla="*/ 1248 w 1248"/>
                  <a:gd name="T59" fmla="*/ 0 h 539"/>
                  <a:gd name="T60" fmla="*/ 1161 w 1248"/>
                  <a:gd name="T61" fmla="*/ 22 h 539"/>
                  <a:gd name="T62" fmla="*/ 1069 w 1248"/>
                  <a:gd name="T63" fmla="*/ 38 h 539"/>
                  <a:gd name="T64" fmla="*/ 874 w 1248"/>
                  <a:gd name="T65" fmla="*/ 71 h 539"/>
                  <a:gd name="T66" fmla="*/ 673 w 1248"/>
                  <a:gd name="T67" fmla="*/ 93 h 539"/>
                  <a:gd name="T68" fmla="*/ 483 w 1248"/>
                  <a:gd name="T69" fmla="*/ 126 h 539"/>
                  <a:gd name="T70" fmla="*/ 391 w 1248"/>
                  <a:gd name="T71" fmla="*/ 142 h 539"/>
                  <a:gd name="T72" fmla="*/ 309 w 1248"/>
                  <a:gd name="T73" fmla="*/ 158 h 539"/>
                  <a:gd name="T74" fmla="*/ 228 w 1248"/>
                  <a:gd name="T75" fmla="*/ 180 h 539"/>
                  <a:gd name="T76" fmla="*/ 163 w 1248"/>
                  <a:gd name="T77" fmla="*/ 202 h 539"/>
                  <a:gd name="T78" fmla="*/ 103 w 1248"/>
                  <a:gd name="T79" fmla="*/ 229 h 539"/>
                  <a:gd name="T80" fmla="*/ 54 w 1248"/>
                  <a:gd name="T81" fmla="*/ 256 h 539"/>
                  <a:gd name="T82" fmla="*/ 22 w 1248"/>
                  <a:gd name="T83" fmla="*/ 294 h 539"/>
                  <a:gd name="T84" fmla="*/ 0 w 1248"/>
                  <a:gd name="T85" fmla="*/ 332 h 539"/>
                  <a:gd name="T86" fmla="*/ 0 w 1248"/>
                  <a:gd name="T87" fmla="*/ 332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48" h="539">
                    <a:moveTo>
                      <a:pt x="0" y="332"/>
                    </a:moveTo>
                    <a:lnTo>
                      <a:pt x="0" y="360"/>
                    </a:lnTo>
                    <a:lnTo>
                      <a:pt x="5" y="387"/>
                    </a:lnTo>
                    <a:lnTo>
                      <a:pt x="27" y="414"/>
                    </a:lnTo>
                    <a:lnTo>
                      <a:pt x="54" y="436"/>
                    </a:lnTo>
                    <a:lnTo>
                      <a:pt x="92" y="463"/>
                    </a:lnTo>
                    <a:lnTo>
                      <a:pt x="141" y="490"/>
                    </a:lnTo>
                    <a:lnTo>
                      <a:pt x="195" y="512"/>
                    </a:lnTo>
                    <a:lnTo>
                      <a:pt x="255" y="539"/>
                    </a:lnTo>
                    <a:lnTo>
                      <a:pt x="212" y="517"/>
                    </a:lnTo>
                    <a:lnTo>
                      <a:pt x="179" y="490"/>
                    </a:lnTo>
                    <a:lnTo>
                      <a:pt x="157" y="468"/>
                    </a:lnTo>
                    <a:lnTo>
                      <a:pt x="141" y="447"/>
                    </a:lnTo>
                    <a:lnTo>
                      <a:pt x="136" y="425"/>
                    </a:lnTo>
                    <a:lnTo>
                      <a:pt x="136" y="403"/>
                    </a:lnTo>
                    <a:lnTo>
                      <a:pt x="141" y="381"/>
                    </a:lnTo>
                    <a:lnTo>
                      <a:pt x="157" y="365"/>
                    </a:lnTo>
                    <a:lnTo>
                      <a:pt x="179" y="343"/>
                    </a:lnTo>
                    <a:lnTo>
                      <a:pt x="201" y="327"/>
                    </a:lnTo>
                    <a:lnTo>
                      <a:pt x="266" y="294"/>
                    </a:lnTo>
                    <a:lnTo>
                      <a:pt x="353" y="262"/>
                    </a:lnTo>
                    <a:lnTo>
                      <a:pt x="445" y="234"/>
                    </a:lnTo>
                    <a:lnTo>
                      <a:pt x="554" y="213"/>
                    </a:lnTo>
                    <a:lnTo>
                      <a:pt x="662" y="191"/>
                    </a:lnTo>
                    <a:lnTo>
                      <a:pt x="890" y="153"/>
                    </a:lnTo>
                    <a:lnTo>
                      <a:pt x="993" y="136"/>
                    </a:lnTo>
                    <a:lnTo>
                      <a:pt x="1091" y="120"/>
                    </a:lnTo>
                    <a:lnTo>
                      <a:pt x="1178" y="115"/>
                    </a:lnTo>
                    <a:lnTo>
                      <a:pt x="1248" y="104"/>
                    </a:lnTo>
                    <a:lnTo>
                      <a:pt x="1248" y="0"/>
                    </a:lnTo>
                    <a:lnTo>
                      <a:pt x="1161" y="22"/>
                    </a:lnTo>
                    <a:lnTo>
                      <a:pt x="1069" y="38"/>
                    </a:lnTo>
                    <a:lnTo>
                      <a:pt x="874" y="71"/>
                    </a:lnTo>
                    <a:lnTo>
                      <a:pt x="673" y="93"/>
                    </a:lnTo>
                    <a:lnTo>
                      <a:pt x="483" y="126"/>
                    </a:lnTo>
                    <a:lnTo>
                      <a:pt x="391" y="142"/>
                    </a:lnTo>
                    <a:lnTo>
                      <a:pt x="309" y="158"/>
                    </a:lnTo>
                    <a:lnTo>
                      <a:pt x="228" y="180"/>
                    </a:lnTo>
                    <a:lnTo>
                      <a:pt x="163" y="202"/>
                    </a:lnTo>
                    <a:lnTo>
                      <a:pt x="103" y="229"/>
                    </a:lnTo>
                    <a:lnTo>
                      <a:pt x="54" y="256"/>
                    </a:lnTo>
                    <a:lnTo>
                      <a:pt x="22" y="294"/>
                    </a:lnTo>
                    <a:lnTo>
                      <a:pt x="0" y="332"/>
                    </a:lnTo>
                    <a:lnTo>
                      <a:pt x="0" y="332"/>
                    </a:lnTo>
                    <a:close/>
                  </a:path>
                </a:pathLst>
              </a:custGeom>
              <a:gradFill rotWithShape="0">
                <a:gsLst>
                  <a:gs pos="0">
                    <a:schemeClr val="bg1">
                      <a:gamma/>
                      <a:shade val="8784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371" name="Freeform 11">
              <a:extLst>
                <a:ext uri="{FF2B5EF4-FFF2-40B4-BE49-F238E27FC236}">
                  <a16:creationId xmlns:a16="http://schemas.microsoft.com/office/drawing/2014/main" id="{E1522947-6E25-4FDB-933E-F95895716517}"/>
                </a:ext>
              </a:extLst>
            </p:cNvPr>
            <p:cNvSpPr>
              <a:spLocks/>
            </p:cNvSpPr>
            <p:nvPr/>
          </p:nvSpPr>
          <p:spPr bwMode="hidden">
            <a:xfrm>
              <a:off x="3322" y="1341"/>
              <a:ext cx="1825" cy="1537"/>
            </a:xfrm>
            <a:custGeom>
              <a:avLst/>
              <a:gdLst>
                <a:gd name="T0" fmla="*/ 982 w 2296"/>
                <a:gd name="T1" fmla="*/ 1061 h 1469"/>
                <a:gd name="T2" fmla="*/ 1357 w 2296"/>
                <a:gd name="T3" fmla="*/ 1012 h 1469"/>
                <a:gd name="T4" fmla="*/ 1666 w 2296"/>
                <a:gd name="T5" fmla="*/ 957 h 1469"/>
                <a:gd name="T6" fmla="*/ 1916 w 2296"/>
                <a:gd name="T7" fmla="*/ 897 h 1469"/>
                <a:gd name="T8" fmla="*/ 2100 w 2296"/>
                <a:gd name="T9" fmla="*/ 832 h 1469"/>
                <a:gd name="T10" fmla="*/ 2220 w 2296"/>
                <a:gd name="T11" fmla="*/ 756 h 1469"/>
                <a:gd name="T12" fmla="*/ 2285 w 2296"/>
                <a:gd name="T13" fmla="*/ 669 h 1469"/>
                <a:gd name="T14" fmla="*/ 2290 w 2296"/>
                <a:gd name="T15" fmla="*/ 560 h 1469"/>
                <a:gd name="T16" fmla="*/ 2241 w 2296"/>
                <a:gd name="T17" fmla="*/ 457 h 1469"/>
                <a:gd name="T18" fmla="*/ 2144 w 2296"/>
                <a:gd name="T19" fmla="*/ 364 h 1469"/>
                <a:gd name="T20" fmla="*/ 2008 w 2296"/>
                <a:gd name="T21" fmla="*/ 277 h 1469"/>
                <a:gd name="T22" fmla="*/ 1769 w 2296"/>
                <a:gd name="T23" fmla="*/ 157 h 1469"/>
                <a:gd name="T24" fmla="*/ 1612 w 2296"/>
                <a:gd name="T25" fmla="*/ 92 h 1469"/>
                <a:gd name="T26" fmla="*/ 1476 w 2296"/>
                <a:gd name="T27" fmla="*/ 43 h 1469"/>
                <a:gd name="T28" fmla="*/ 1384 w 2296"/>
                <a:gd name="T29" fmla="*/ 10 h 1469"/>
                <a:gd name="T30" fmla="*/ 1346 w 2296"/>
                <a:gd name="T31" fmla="*/ 0 h 1469"/>
                <a:gd name="T32" fmla="*/ 1655 w 2296"/>
                <a:gd name="T33" fmla="*/ 119 h 1469"/>
                <a:gd name="T34" fmla="*/ 1948 w 2296"/>
                <a:gd name="T35" fmla="*/ 255 h 1469"/>
                <a:gd name="T36" fmla="*/ 2068 w 2296"/>
                <a:gd name="T37" fmla="*/ 326 h 1469"/>
                <a:gd name="T38" fmla="*/ 2171 w 2296"/>
                <a:gd name="T39" fmla="*/ 402 h 1469"/>
                <a:gd name="T40" fmla="*/ 2236 w 2296"/>
                <a:gd name="T41" fmla="*/ 478 h 1469"/>
                <a:gd name="T42" fmla="*/ 2263 w 2296"/>
                <a:gd name="T43" fmla="*/ 560 h 1469"/>
                <a:gd name="T44" fmla="*/ 2241 w 2296"/>
                <a:gd name="T45" fmla="*/ 636 h 1469"/>
                <a:gd name="T46" fmla="*/ 2171 w 2296"/>
                <a:gd name="T47" fmla="*/ 702 h 1469"/>
                <a:gd name="T48" fmla="*/ 2062 w 2296"/>
                <a:gd name="T49" fmla="*/ 756 h 1469"/>
                <a:gd name="T50" fmla="*/ 1921 w 2296"/>
                <a:gd name="T51" fmla="*/ 800 h 1469"/>
                <a:gd name="T52" fmla="*/ 1748 w 2296"/>
                <a:gd name="T53" fmla="*/ 843 h 1469"/>
                <a:gd name="T54" fmla="*/ 1351 w 2296"/>
                <a:gd name="T55" fmla="*/ 908 h 1469"/>
                <a:gd name="T56" fmla="*/ 923 w 2296"/>
                <a:gd name="T57" fmla="*/ 968 h 1469"/>
                <a:gd name="T58" fmla="*/ 521 w 2296"/>
                <a:gd name="T59" fmla="*/ 1028 h 1469"/>
                <a:gd name="T60" fmla="*/ 353 w 2296"/>
                <a:gd name="T61" fmla="*/ 1066 h 1469"/>
                <a:gd name="T62" fmla="*/ 206 w 2296"/>
                <a:gd name="T63" fmla="*/ 1104 h 1469"/>
                <a:gd name="T64" fmla="*/ 92 w 2296"/>
                <a:gd name="T65" fmla="*/ 1148 h 1469"/>
                <a:gd name="T66" fmla="*/ 22 w 2296"/>
                <a:gd name="T67" fmla="*/ 1202 h 1469"/>
                <a:gd name="T68" fmla="*/ 0 w 2296"/>
                <a:gd name="T69" fmla="*/ 1262 h 1469"/>
                <a:gd name="T70" fmla="*/ 27 w 2296"/>
                <a:gd name="T71" fmla="*/ 1327 h 1469"/>
                <a:gd name="T72" fmla="*/ 98 w 2296"/>
                <a:gd name="T73" fmla="*/ 1382 h 1469"/>
                <a:gd name="T74" fmla="*/ 196 w 2296"/>
                <a:gd name="T75" fmla="*/ 1425 h 1469"/>
                <a:gd name="T76" fmla="*/ 326 w 2296"/>
                <a:gd name="T77" fmla="*/ 1469 h 1469"/>
                <a:gd name="T78" fmla="*/ 217 w 2296"/>
                <a:gd name="T79" fmla="*/ 1414 h 1469"/>
                <a:gd name="T80" fmla="*/ 147 w 2296"/>
                <a:gd name="T81" fmla="*/ 1360 h 1469"/>
                <a:gd name="T82" fmla="*/ 120 w 2296"/>
                <a:gd name="T83" fmla="*/ 1306 h 1469"/>
                <a:gd name="T84" fmla="*/ 141 w 2296"/>
                <a:gd name="T85" fmla="*/ 1257 h 1469"/>
                <a:gd name="T86" fmla="*/ 212 w 2296"/>
                <a:gd name="T87" fmla="*/ 1208 h 1469"/>
                <a:gd name="T88" fmla="*/ 342 w 2296"/>
                <a:gd name="T89" fmla="*/ 1164 h 1469"/>
                <a:gd name="T90" fmla="*/ 527 w 2296"/>
                <a:gd name="T91" fmla="*/ 1121 h 1469"/>
                <a:gd name="T92" fmla="*/ 771 w 2296"/>
                <a:gd name="T93" fmla="*/ 1088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96" h="1469">
                  <a:moveTo>
                    <a:pt x="771" y="1088"/>
                  </a:moveTo>
                  <a:lnTo>
                    <a:pt x="982" y="1061"/>
                  </a:lnTo>
                  <a:lnTo>
                    <a:pt x="1178" y="1034"/>
                  </a:lnTo>
                  <a:lnTo>
                    <a:pt x="1357" y="1012"/>
                  </a:lnTo>
                  <a:lnTo>
                    <a:pt x="1520" y="985"/>
                  </a:lnTo>
                  <a:lnTo>
                    <a:pt x="1666" y="957"/>
                  </a:lnTo>
                  <a:lnTo>
                    <a:pt x="1796" y="930"/>
                  </a:lnTo>
                  <a:lnTo>
                    <a:pt x="1916" y="897"/>
                  </a:lnTo>
                  <a:lnTo>
                    <a:pt x="2013" y="870"/>
                  </a:lnTo>
                  <a:lnTo>
                    <a:pt x="2100" y="832"/>
                  </a:lnTo>
                  <a:lnTo>
                    <a:pt x="2171" y="800"/>
                  </a:lnTo>
                  <a:lnTo>
                    <a:pt x="2220" y="756"/>
                  </a:lnTo>
                  <a:lnTo>
                    <a:pt x="2263" y="712"/>
                  </a:lnTo>
                  <a:lnTo>
                    <a:pt x="2285" y="669"/>
                  </a:lnTo>
                  <a:lnTo>
                    <a:pt x="2296" y="614"/>
                  </a:lnTo>
                  <a:lnTo>
                    <a:pt x="2290" y="560"/>
                  </a:lnTo>
                  <a:lnTo>
                    <a:pt x="2269" y="500"/>
                  </a:lnTo>
                  <a:lnTo>
                    <a:pt x="2241" y="457"/>
                  </a:lnTo>
                  <a:lnTo>
                    <a:pt x="2198" y="408"/>
                  </a:lnTo>
                  <a:lnTo>
                    <a:pt x="2144" y="364"/>
                  </a:lnTo>
                  <a:lnTo>
                    <a:pt x="2079" y="321"/>
                  </a:lnTo>
                  <a:lnTo>
                    <a:pt x="2008" y="277"/>
                  </a:lnTo>
                  <a:lnTo>
                    <a:pt x="1927" y="234"/>
                  </a:lnTo>
                  <a:lnTo>
                    <a:pt x="1769" y="157"/>
                  </a:lnTo>
                  <a:lnTo>
                    <a:pt x="1688" y="125"/>
                  </a:lnTo>
                  <a:lnTo>
                    <a:pt x="1612" y="92"/>
                  </a:lnTo>
                  <a:lnTo>
                    <a:pt x="1536" y="65"/>
                  </a:lnTo>
                  <a:lnTo>
                    <a:pt x="1476" y="43"/>
                  </a:lnTo>
                  <a:lnTo>
                    <a:pt x="1422" y="27"/>
                  </a:lnTo>
                  <a:lnTo>
                    <a:pt x="1384" y="10"/>
                  </a:lnTo>
                  <a:lnTo>
                    <a:pt x="1357" y="5"/>
                  </a:lnTo>
                  <a:lnTo>
                    <a:pt x="1346" y="0"/>
                  </a:lnTo>
                  <a:lnTo>
                    <a:pt x="1498" y="54"/>
                  </a:lnTo>
                  <a:lnTo>
                    <a:pt x="1655" y="119"/>
                  </a:lnTo>
                  <a:lnTo>
                    <a:pt x="1807" y="185"/>
                  </a:lnTo>
                  <a:lnTo>
                    <a:pt x="1948" y="255"/>
                  </a:lnTo>
                  <a:lnTo>
                    <a:pt x="2013" y="288"/>
                  </a:lnTo>
                  <a:lnTo>
                    <a:pt x="2068" y="326"/>
                  </a:lnTo>
                  <a:lnTo>
                    <a:pt x="2122" y="364"/>
                  </a:lnTo>
                  <a:lnTo>
                    <a:pt x="2171" y="402"/>
                  </a:lnTo>
                  <a:lnTo>
                    <a:pt x="2209" y="440"/>
                  </a:lnTo>
                  <a:lnTo>
                    <a:pt x="2236" y="478"/>
                  </a:lnTo>
                  <a:lnTo>
                    <a:pt x="2252" y="522"/>
                  </a:lnTo>
                  <a:lnTo>
                    <a:pt x="2263" y="560"/>
                  </a:lnTo>
                  <a:lnTo>
                    <a:pt x="2258" y="598"/>
                  </a:lnTo>
                  <a:lnTo>
                    <a:pt x="2241" y="636"/>
                  </a:lnTo>
                  <a:lnTo>
                    <a:pt x="2214" y="669"/>
                  </a:lnTo>
                  <a:lnTo>
                    <a:pt x="2171" y="702"/>
                  </a:lnTo>
                  <a:lnTo>
                    <a:pt x="2122" y="729"/>
                  </a:lnTo>
                  <a:lnTo>
                    <a:pt x="2062" y="756"/>
                  </a:lnTo>
                  <a:lnTo>
                    <a:pt x="1997" y="778"/>
                  </a:lnTo>
                  <a:lnTo>
                    <a:pt x="1921" y="800"/>
                  </a:lnTo>
                  <a:lnTo>
                    <a:pt x="1834" y="821"/>
                  </a:lnTo>
                  <a:lnTo>
                    <a:pt x="1748" y="843"/>
                  </a:lnTo>
                  <a:lnTo>
                    <a:pt x="1552" y="876"/>
                  </a:lnTo>
                  <a:lnTo>
                    <a:pt x="1351" y="908"/>
                  </a:lnTo>
                  <a:lnTo>
                    <a:pt x="1134" y="941"/>
                  </a:lnTo>
                  <a:lnTo>
                    <a:pt x="923" y="968"/>
                  </a:lnTo>
                  <a:lnTo>
                    <a:pt x="716" y="995"/>
                  </a:lnTo>
                  <a:lnTo>
                    <a:pt x="521" y="1028"/>
                  </a:lnTo>
                  <a:lnTo>
                    <a:pt x="434" y="1044"/>
                  </a:lnTo>
                  <a:lnTo>
                    <a:pt x="353" y="1066"/>
                  </a:lnTo>
                  <a:lnTo>
                    <a:pt x="277" y="1082"/>
                  </a:lnTo>
                  <a:lnTo>
                    <a:pt x="206" y="1104"/>
                  </a:lnTo>
                  <a:lnTo>
                    <a:pt x="147" y="1126"/>
                  </a:lnTo>
                  <a:lnTo>
                    <a:pt x="92" y="1148"/>
                  </a:lnTo>
                  <a:lnTo>
                    <a:pt x="54" y="1175"/>
                  </a:lnTo>
                  <a:lnTo>
                    <a:pt x="22" y="1202"/>
                  </a:lnTo>
                  <a:lnTo>
                    <a:pt x="6" y="1229"/>
                  </a:lnTo>
                  <a:lnTo>
                    <a:pt x="0" y="1262"/>
                  </a:lnTo>
                  <a:lnTo>
                    <a:pt x="11" y="1295"/>
                  </a:lnTo>
                  <a:lnTo>
                    <a:pt x="27" y="1327"/>
                  </a:lnTo>
                  <a:lnTo>
                    <a:pt x="54" y="1355"/>
                  </a:lnTo>
                  <a:lnTo>
                    <a:pt x="98" y="1382"/>
                  </a:lnTo>
                  <a:lnTo>
                    <a:pt x="141" y="1404"/>
                  </a:lnTo>
                  <a:lnTo>
                    <a:pt x="196" y="1425"/>
                  </a:lnTo>
                  <a:lnTo>
                    <a:pt x="261" y="1447"/>
                  </a:lnTo>
                  <a:lnTo>
                    <a:pt x="326" y="1469"/>
                  </a:lnTo>
                  <a:lnTo>
                    <a:pt x="266" y="1442"/>
                  </a:lnTo>
                  <a:lnTo>
                    <a:pt x="217" y="1414"/>
                  </a:lnTo>
                  <a:lnTo>
                    <a:pt x="174" y="1387"/>
                  </a:lnTo>
                  <a:lnTo>
                    <a:pt x="147" y="1360"/>
                  </a:lnTo>
                  <a:lnTo>
                    <a:pt x="125" y="1333"/>
                  </a:lnTo>
                  <a:lnTo>
                    <a:pt x="120" y="1306"/>
                  </a:lnTo>
                  <a:lnTo>
                    <a:pt x="125" y="1278"/>
                  </a:lnTo>
                  <a:lnTo>
                    <a:pt x="141" y="1257"/>
                  </a:lnTo>
                  <a:lnTo>
                    <a:pt x="174" y="1229"/>
                  </a:lnTo>
                  <a:lnTo>
                    <a:pt x="212" y="1208"/>
                  </a:lnTo>
                  <a:lnTo>
                    <a:pt x="272" y="1186"/>
                  </a:lnTo>
                  <a:lnTo>
                    <a:pt x="342" y="1164"/>
                  </a:lnTo>
                  <a:lnTo>
                    <a:pt x="423" y="1142"/>
                  </a:lnTo>
                  <a:lnTo>
                    <a:pt x="527" y="1121"/>
                  </a:lnTo>
                  <a:lnTo>
                    <a:pt x="641" y="1104"/>
                  </a:lnTo>
                  <a:lnTo>
                    <a:pt x="771" y="1088"/>
                  </a:lnTo>
                  <a:lnTo>
                    <a:pt x="771" y="1088"/>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2" name="Freeform 12">
              <a:extLst>
                <a:ext uri="{FF2B5EF4-FFF2-40B4-BE49-F238E27FC236}">
                  <a16:creationId xmlns:a16="http://schemas.microsoft.com/office/drawing/2014/main" id="{21035629-433B-4E0D-A847-1310DA82D986}"/>
                </a:ext>
              </a:extLst>
            </p:cNvPr>
            <p:cNvSpPr>
              <a:spLocks/>
            </p:cNvSpPr>
            <p:nvPr/>
          </p:nvSpPr>
          <p:spPr bwMode="hidden">
            <a:xfrm>
              <a:off x="0" y="0"/>
              <a:ext cx="5758" cy="1776"/>
            </a:xfrm>
            <a:custGeom>
              <a:avLst/>
              <a:gdLst>
                <a:gd name="T0" fmla="*/ 0 w 5740"/>
                <a:gd name="T1" fmla="*/ 0 h 1906"/>
                <a:gd name="T2" fmla="*/ 0 w 5740"/>
                <a:gd name="T3" fmla="*/ 1906 h 1906"/>
                <a:gd name="T4" fmla="*/ 5740 w 5740"/>
                <a:gd name="T5" fmla="*/ 1906 h 1906"/>
                <a:gd name="T6" fmla="*/ 5740 w 5740"/>
                <a:gd name="T7" fmla="*/ 0 h 1906"/>
                <a:gd name="T8" fmla="*/ 0 w 5740"/>
                <a:gd name="T9" fmla="*/ 0 h 1906"/>
                <a:gd name="T10" fmla="*/ 0 w 5740"/>
                <a:gd name="T11" fmla="*/ 0 h 1906"/>
              </a:gdLst>
              <a:ahLst/>
              <a:cxnLst>
                <a:cxn ang="0">
                  <a:pos x="T0" y="T1"/>
                </a:cxn>
                <a:cxn ang="0">
                  <a:pos x="T2" y="T3"/>
                </a:cxn>
                <a:cxn ang="0">
                  <a:pos x="T4" y="T5"/>
                </a:cxn>
                <a:cxn ang="0">
                  <a:pos x="T6" y="T7"/>
                </a:cxn>
                <a:cxn ang="0">
                  <a:pos x="T8" y="T9"/>
                </a:cxn>
                <a:cxn ang="0">
                  <a:pos x="T10" y="T11"/>
                </a:cxn>
              </a:cxnLst>
              <a:rect l="0" t="0" r="r" b="b"/>
              <a:pathLst>
                <a:path w="5740" h="1906">
                  <a:moveTo>
                    <a:pt x="0" y="0"/>
                  </a:moveTo>
                  <a:lnTo>
                    <a:pt x="0" y="1906"/>
                  </a:lnTo>
                  <a:lnTo>
                    <a:pt x="5740" y="1906"/>
                  </a:lnTo>
                  <a:lnTo>
                    <a:pt x="5740" y="0"/>
                  </a:lnTo>
                  <a:lnTo>
                    <a:pt x="0" y="0"/>
                  </a:lnTo>
                  <a:lnTo>
                    <a:pt x="0" y="0"/>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373" name="Rectangle 13">
            <a:extLst>
              <a:ext uri="{FF2B5EF4-FFF2-40B4-BE49-F238E27FC236}">
                <a16:creationId xmlns:a16="http://schemas.microsoft.com/office/drawing/2014/main" id="{9AECE679-E583-4E44-A1C2-24DF7C6023B4}"/>
              </a:ext>
            </a:extLst>
          </p:cNvPr>
          <p:cNvSpPr>
            <a:spLocks noGrp="1" noRot="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5374" name="Rectangle 14">
            <a:extLst>
              <a:ext uri="{FF2B5EF4-FFF2-40B4-BE49-F238E27FC236}">
                <a16:creationId xmlns:a16="http://schemas.microsoft.com/office/drawing/2014/main" id="{7C350D43-8523-4584-A834-3898FA639421}"/>
              </a:ext>
            </a:extLst>
          </p:cNvPr>
          <p:cNvSpPr>
            <a:spLocks noGrp="1" noChangeArrowheads="1"/>
          </p:cNvSpPr>
          <p:nvPr>
            <p:ph type="ftr" sz="quarter" idx="3"/>
          </p:nvPr>
        </p:nvSpPr>
        <p:spPr bwMode="auto">
          <a:xfrm>
            <a:off x="3124200" y="62484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lvl1pPr>
          </a:lstStyle>
          <a:p>
            <a:endParaRPr lang="en-US" altLang="en-US"/>
          </a:p>
        </p:txBody>
      </p:sp>
      <p:sp>
        <p:nvSpPr>
          <p:cNvPr id="15375" name="Rectangle 15">
            <a:extLst>
              <a:ext uri="{FF2B5EF4-FFF2-40B4-BE49-F238E27FC236}">
                <a16:creationId xmlns:a16="http://schemas.microsoft.com/office/drawing/2014/main" id="{5B404688-321E-4446-9E59-390A4C62DBD5}"/>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dk2" tx1="lt1" bg2="dk1" tx2="lt2" accent1="accent1" accent2="accent2" accent3="accent3" accent4="accent4" accent5="accent5" accent6="accent6" hlink="hlink" folHlink="folHlink"/>
  <p:sldLayoutIdLst>
    <p:sldLayoutId id="2147483653"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ctr" rtl="0" fontAlgn="base">
        <a:spcBef>
          <a:spcPct val="0"/>
        </a:spcBef>
        <a:spcAft>
          <a:spcPct val="0"/>
        </a:spcAft>
        <a:defRPr sz="4400" b="1"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2pPr>
      <a:lvl3pPr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3pPr>
      <a:lvl4pPr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4pPr>
      <a:lvl5pPr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defRPr>
      </a:lvl9pPr>
    </p:titleStyle>
    <p:bodyStyle>
      <a:lvl1pPr marL="342900" indent="-342900" algn="l" rtl="0" fontAlgn="base">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tx2"/>
        </a:buClr>
        <a:buSzPct val="70000"/>
        <a:buFont typeface="Wingdings" panose="05000000000000000000" pitchFamily="2" charset="2"/>
        <a:buChar char="n"/>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Clr>
          <a:schemeClr val="accent2"/>
        </a:buClr>
        <a:buSzPct val="70000"/>
        <a:buFont typeface="Wingdings" panose="05000000000000000000" pitchFamily="2" charset="2"/>
        <a:buChar char="n"/>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554" name="Group 2">
            <a:extLst>
              <a:ext uri="{FF2B5EF4-FFF2-40B4-BE49-F238E27FC236}">
                <a16:creationId xmlns:a16="http://schemas.microsoft.com/office/drawing/2014/main" id="{428AD5E3-E216-4EFF-9831-DCD8DE0CCA17}"/>
              </a:ext>
            </a:extLst>
          </p:cNvPr>
          <p:cNvGrpSpPr>
            <a:grpSpLocks/>
          </p:cNvGrpSpPr>
          <p:nvPr/>
        </p:nvGrpSpPr>
        <p:grpSpPr bwMode="auto">
          <a:xfrm>
            <a:off x="0" y="0"/>
            <a:ext cx="9159875" cy="6858000"/>
            <a:chOff x="0" y="0"/>
            <a:chExt cx="5770" cy="4320"/>
          </a:xfrm>
        </p:grpSpPr>
        <p:sp>
          <p:nvSpPr>
            <p:cNvPr id="23555" name="Rectangle 3">
              <a:extLst>
                <a:ext uri="{FF2B5EF4-FFF2-40B4-BE49-F238E27FC236}">
                  <a16:creationId xmlns:a16="http://schemas.microsoft.com/office/drawing/2014/main" id="{1ACD994C-7E99-464A-A4D5-1252F229F780}"/>
                </a:ext>
              </a:extLst>
            </p:cNvPr>
            <p:cNvSpPr>
              <a:spLocks noChangeArrowheads="1"/>
            </p:cNvSpPr>
            <p:nvPr userDrawn="1"/>
          </p:nvSpPr>
          <p:spPr bwMode="hidden">
            <a:xfrm>
              <a:off x="5232" y="1"/>
              <a:ext cx="528" cy="4319"/>
            </a:xfrm>
            <a:prstGeom prst="rect">
              <a:avLst/>
            </a:prstGeom>
            <a:gradFill rotWithShape="0">
              <a:gsLst>
                <a:gs pos="0">
                  <a:schemeClr val="accent2"/>
                </a:gs>
                <a:gs pos="100000">
                  <a:schemeClr val="accent2">
                    <a:gamma/>
                    <a:tint val="94118"/>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6" name="Rectangle 4">
              <a:extLst>
                <a:ext uri="{FF2B5EF4-FFF2-40B4-BE49-F238E27FC236}">
                  <a16:creationId xmlns:a16="http://schemas.microsoft.com/office/drawing/2014/main" id="{B5EEDA68-5AEB-4444-93BF-05F4E5131FCA}"/>
                </a:ext>
              </a:extLst>
            </p:cNvPr>
            <p:cNvSpPr>
              <a:spLocks noChangeArrowheads="1"/>
            </p:cNvSpPr>
            <p:nvPr userDrawn="1"/>
          </p:nvSpPr>
          <p:spPr bwMode="hidden">
            <a:xfrm>
              <a:off x="1056" y="0"/>
              <a:ext cx="192"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 name="Rectangle 5">
              <a:extLst>
                <a:ext uri="{FF2B5EF4-FFF2-40B4-BE49-F238E27FC236}">
                  <a16:creationId xmlns:a16="http://schemas.microsoft.com/office/drawing/2014/main" id="{9B4588D6-CBAF-4EAC-93A5-E42187B1BC56}"/>
                </a:ext>
              </a:extLst>
            </p:cNvPr>
            <p:cNvSpPr>
              <a:spLocks noChangeArrowheads="1"/>
            </p:cNvSpPr>
            <p:nvPr userDrawn="1"/>
          </p:nvSpPr>
          <p:spPr bwMode="hidden">
            <a:xfrm>
              <a:off x="1728" y="0"/>
              <a:ext cx="432"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8" name="Rectangle 6">
              <a:extLst>
                <a:ext uri="{FF2B5EF4-FFF2-40B4-BE49-F238E27FC236}">
                  <a16:creationId xmlns:a16="http://schemas.microsoft.com/office/drawing/2014/main" id="{176B9835-5C9E-4DF1-897D-040853F65DAE}"/>
                </a:ext>
              </a:extLst>
            </p:cNvPr>
            <p:cNvSpPr>
              <a:spLocks noChangeArrowheads="1"/>
            </p:cNvSpPr>
            <p:nvPr userDrawn="1"/>
          </p:nvSpPr>
          <p:spPr bwMode="hidden">
            <a:xfrm>
              <a:off x="2256" y="0"/>
              <a:ext cx="240" cy="43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9" name="Rectangle 7">
              <a:extLst>
                <a:ext uri="{FF2B5EF4-FFF2-40B4-BE49-F238E27FC236}">
                  <a16:creationId xmlns:a16="http://schemas.microsoft.com/office/drawing/2014/main" id="{D6802990-3F2A-4445-89A9-038F45CEA621}"/>
                </a:ext>
              </a:extLst>
            </p:cNvPr>
            <p:cNvSpPr>
              <a:spLocks noChangeArrowheads="1"/>
            </p:cNvSpPr>
            <p:nvPr userDrawn="1"/>
          </p:nvSpPr>
          <p:spPr bwMode="hidden">
            <a:xfrm>
              <a:off x="1344" y="0"/>
              <a:ext cx="384"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0" name="Rectangle 8">
              <a:extLst>
                <a:ext uri="{FF2B5EF4-FFF2-40B4-BE49-F238E27FC236}">
                  <a16:creationId xmlns:a16="http://schemas.microsoft.com/office/drawing/2014/main" id="{5FAE749E-2C33-47DF-9CFA-1ED452420C83}"/>
                </a:ext>
              </a:extLst>
            </p:cNvPr>
            <p:cNvSpPr>
              <a:spLocks noChangeArrowheads="1"/>
            </p:cNvSpPr>
            <p:nvPr userDrawn="1"/>
          </p:nvSpPr>
          <p:spPr bwMode="hidden">
            <a:xfrm>
              <a:off x="480" y="0"/>
              <a:ext cx="576"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1" name="Rectangle 9">
              <a:extLst>
                <a:ext uri="{FF2B5EF4-FFF2-40B4-BE49-F238E27FC236}">
                  <a16:creationId xmlns:a16="http://schemas.microsoft.com/office/drawing/2014/main" id="{D3962B7B-3B79-4996-8F5F-B8351434BECC}"/>
                </a:ext>
              </a:extLst>
            </p:cNvPr>
            <p:cNvSpPr>
              <a:spLocks noChangeArrowheads="1"/>
            </p:cNvSpPr>
            <p:nvPr userDrawn="1"/>
          </p:nvSpPr>
          <p:spPr bwMode="hidden">
            <a:xfrm>
              <a:off x="288" y="0"/>
              <a:ext cx="192" cy="4320"/>
            </a:xfrm>
            <a:prstGeom prst="rect">
              <a:avLst/>
            </a:prstGeom>
            <a:gradFill rotWithShape="0">
              <a:gsLst>
                <a:gs pos="0">
                  <a:schemeClr val="bg2"/>
                </a:gs>
                <a:gs pos="50000">
                  <a:schemeClr val="bg2">
                    <a:gamma/>
                    <a:shade val="84706"/>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2" name="Rectangle 10">
              <a:extLst>
                <a:ext uri="{FF2B5EF4-FFF2-40B4-BE49-F238E27FC236}">
                  <a16:creationId xmlns:a16="http://schemas.microsoft.com/office/drawing/2014/main" id="{559306FD-0DF1-45A1-A090-EF74C32EBF0E}"/>
                </a:ext>
              </a:extLst>
            </p:cNvPr>
            <p:cNvSpPr>
              <a:spLocks noChangeArrowheads="1"/>
            </p:cNvSpPr>
            <p:nvPr userDrawn="1"/>
          </p:nvSpPr>
          <p:spPr bwMode="hidden">
            <a:xfrm>
              <a:off x="0" y="0"/>
              <a:ext cx="288" cy="4320"/>
            </a:xfrm>
            <a:prstGeom prst="rect">
              <a:avLst/>
            </a:prstGeom>
            <a:gradFill rotWithShape="0">
              <a:gsLst>
                <a:gs pos="0">
                  <a:schemeClr val="bg2">
                    <a:gamma/>
                    <a:shade val="78824"/>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3" name="Rectangle 11">
              <a:extLst>
                <a:ext uri="{FF2B5EF4-FFF2-40B4-BE49-F238E27FC236}">
                  <a16:creationId xmlns:a16="http://schemas.microsoft.com/office/drawing/2014/main" id="{B716DC82-5007-4A32-A73E-1FF5C1495EF8}"/>
                </a:ext>
              </a:extLst>
            </p:cNvPr>
            <p:cNvSpPr>
              <a:spLocks noChangeArrowheads="1"/>
            </p:cNvSpPr>
            <p:nvPr userDrawn="1"/>
          </p:nvSpPr>
          <p:spPr bwMode="hidden">
            <a:xfrm>
              <a:off x="2160" y="0"/>
              <a:ext cx="240"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4" name="Rectangle 12">
              <a:extLst>
                <a:ext uri="{FF2B5EF4-FFF2-40B4-BE49-F238E27FC236}">
                  <a16:creationId xmlns:a16="http://schemas.microsoft.com/office/drawing/2014/main" id="{A131FD4D-76D8-42E1-9456-E6052706F497}"/>
                </a:ext>
              </a:extLst>
            </p:cNvPr>
            <p:cNvSpPr>
              <a:spLocks noChangeArrowheads="1"/>
            </p:cNvSpPr>
            <p:nvPr userDrawn="1"/>
          </p:nvSpPr>
          <p:spPr bwMode="hidden">
            <a:xfrm>
              <a:off x="2784" y="0"/>
              <a:ext cx="528"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5" name="Rectangle 13">
              <a:extLst>
                <a:ext uri="{FF2B5EF4-FFF2-40B4-BE49-F238E27FC236}">
                  <a16:creationId xmlns:a16="http://schemas.microsoft.com/office/drawing/2014/main" id="{FAF8C321-8327-45F5-BC79-CE13C26DE29C}"/>
                </a:ext>
              </a:extLst>
            </p:cNvPr>
            <p:cNvSpPr>
              <a:spLocks noChangeArrowheads="1"/>
            </p:cNvSpPr>
            <p:nvPr userDrawn="1"/>
          </p:nvSpPr>
          <p:spPr bwMode="hidden">
            <a:xfrm>
              <a:off x="1248" y="0"/>
              <a:ext cx="144" cy="432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6" name="Rectangle 14">
              <a:extLst>
                <a:ext uri="{FF2B5EF4-FFF2-40B4-BE49-F238E27FC236}">
                  <a16:creationId xmlns:a16="http://schemas.microsoft.com/office/drawing/2014/main" id="{90204371-6625-4C38-8321-E045428C128E}"/>
                </a:ext>
              </a:extLst>
            </p:cNvPr>
            <p:cNvSpPr>
              <a:spLocks noChangeArrowheads="1"/>
            </p:cNvSpPr>
            <p:nvPr userDrawn="1"/>
          </p:nvSpPr>
          <p:spPr bwMode="hidden">
            <a:xfrm>
              <a:off x="3300" y="0"/>
              <a:ext cx="252" cy="432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7" name="Rectangle 15">
              <a:extLst>
                <a:ext uri="{FF2B5EF4-FFF2-40B4-BE49-F238E27FC236}">
                  <a16:creationId xmlns:a16="http://schemas.microsoft.com/office/drawing/2014/main" id="{4940D86D-0E44-4ACA-AC39-2AA8E86FD11C}"/>
                </a:ext>
              </a:extLst>
            </p:cNvPr>
            <p:cNvSpPr>
              <a:spLocks noChangeArrowheads="1"/>
            </p:cNvSpPr>
            <p:nvPr userDrawn="1"/>
          </p:nvSpPr>
          <p:spPr bwMode="hidden">
            <a:xfrm>
              <a:off x="4656" y="0"/>
              <a:ext cx="144" cy="4320"/>
            </a:xfrm>
            <a:prstGeom prst="rect">
              <a:avLst/>
            </a:prstGeom>
            <a:gradFill rotWithShape="0">
              <a:gsLst>
                <a:gs pos="0">
                  <a:schemeClr val="bg2"/>
                </a:gs>
                <a:gs pos="50000">
                  <a:schemeClr val="bg2">
                    <a:gamma/>
                    <a:shade val="96863"/>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8" name="Rectangle 16">
              <a:extLst>
                <a:ext uri="{FF2B5EF4-FFF2-40B4-BE49-F238E27FC236}">
                  <a16:creationId xmlns:a16="http://schemas.microsoft.com/office/drawing/2014/main" id="{01B9B044-9274-44CF-B4B4-59B75AE13EF3}"/>
                </a:ext>
              </a:extLst>
            </p:cNvPr>
            <p:cNvSpPr>
              <a:spLocks noChangeArrowheads="1"/>
            </p:cNvSpPr>
            <p:nvPr userDrawn="1"/>
          </p:nvSpPr>
          <p:spPr bwMode="hidden">
            <a:xfrm>
              <a:off x="4608" y="0"/>
              <a:ext cx="672" cy="4320"/>
            </a:xfrm>
            <a:prstGeom prst="rect">
              <a:avLst/>
            </a:prstGeom>
            <a:gradFill rotWithShape="0">
              <a:gsLst>
                <a:gs pos="0">
                  <a:schemeClr val="bg2"/>
                </a:gs>
                <a:gs pos="100000">
                  <a:schemeClr val="accent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69" name="Rectangle 17">
              <a:extLst>
                <a:ext uri="{FF2B5EF4-FFF2-40B4-BE49-F238E27FC236}">
                  <a16:creationId xmlns:a16="http://schemas.microsoft.com/office/drawing/2014/main" id="{5E18E572-0C19-43A5-AA85-FE678CF5F56A}"/>
                </a:ext>
              </a:extLst>
            </p:cNvPr>
            <p:cNvSpPr>
              <a:spLocks noChangeArrowheads="1"/>
            </p:cNvSpPr>
            <p:nvPr userDrawn="1"/>
          </p:nvSpPr>
          <p:spPr bwMode="hidden">
            <a:xfrm>
              <a:off x="3504" y="0"/>
              <a:ext cx="624" cy="4320"/>
            </a:xfrm>
            <a:prstGeom prst="rect">
              <a:avLst/>
            </a:prstGeom>
            <a:gradFill rotWithShape="0">
              <a:gsLst>
                <a:gs pos="0">
                  <a:schemeClr val="bg2"/>
                </a:gs>
                <a:gs pos="5000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0" name="Rectangle 18">
              <a:extLst>
                <a:ext uri="{FF2B5EF4-FFF2-40B4-BE49-F238E27FC236}">
                  <a16:creationId xmlns:a16="http://schemas.microsoft.com/office/drawing/2014/main" id="{591B2F4F-67CA-4862-A237-97719FEC5FCB}"/>
                </a:ext>
              </a:extLst>
            </p:cNvPr>
            <p:cNvSpPr>
              <a:spLocks noChangeArrowheads="1"/>
            </p:cNvSpPr>
            <p:nvPr userDrawn="1"/>
          </p:nvSpPr>
          <p:spPr bwMode="hidden">
            <a:xfrm>
              <a:off x="3840" y="0"/>
              <a:ext cx="528"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1" name="Rectangle 19">
              <a:extLst>
                <a:ext uri="{FF2B5EF4-FFF2-40B4-BE49-F238E27FC236}">
                  <a16:creationId xmlns:a16="http://schemas.microsoft.com/office/drawing/2014/main" id="{4CA728BF-DF03-4B61-8E55-ACF08172A685}"/>
                </a:ext>
              </a:extLst>
            </p:cNvPr>
            <p:cNvSpPr>
              <a:spLocks noChangeArrowheads="1"/>
            </p:cNvSpPr>
            <p:nvPr userDrawn="1"/>
          </p:nvSpPr>
          <p:spPr bwMode="hidden">
            <a:xfrm>
              <a:off x="4368" y="0"/>
              <a:ext cx="240" cy="4320"/>
            </a:xfrm>
            <a:prstGeom prst="rect">
              <a:avLst/>
            </a:prstGeom>
            <a:gradFill rotWithShape="0">
              <a:gsLst>
                <a:gs pos="0">
                  <a:schemeClr val="bg2"/>
                </a:gs>
                <a:gs pos="50000">
                  <a:schemeClr val="bg2">
                    <a:gamma/>
                    <a:shade val="96863"/>
                    <a:invGamma/>
                  </a:schemeClr>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2" name="Rectangle 20">
              <a:extLst>
                <a:ext uri="{FF2B5EF4-FFF2-40B4-BE49-F238E27FC236}">
                  <a16:creationId xmlns:a16="http://schemas.microsoft.com/office/drawing/2014/main" id="{2AE80403-35AA-4B90-A667-B750BD42F5C8}"/>
                </a:ext>
              </a:extLst>
            </p:cNvPr>
            <p:cNvSpPr>
              <a:spLocks noChangeArrowheads="1"/>
            </p:cNvSpPr>
            <p:nvPr userDrawn="1"/>
          </p:nvSpPr>
          <p:spPr bwMode="hidden">
            <a:xfrm>
              <a:off x="2680" y="0"/>
              <a:ext cx="152" cy="43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3" name="Rectangle 21">
              <a:extLst>
                <a:ext uri="{FF2B5EF4-FFF2-40B4-BE49-F238E27FC236}">
                  <a16:creationId xmlns:a16="http://schemas.microsoft.com/office/drawing/2014/main" id="{0884D00F-80D2-411A-A56B-941C46A0808F}"/>
                </a:ext>
              </a:extLst>
            </p:cNvPr>
            <p:cNvSpPr>
              <a:spLocks noChangeArrowheads="1"/>
            </p:cNvSpPr>
            <p:nvPr userDrawn="1"/>
          </p:nvSpPr>
          <p:spPr bwMode="hidden">
            <a:xfrm>
              <a:off x="2366" y="0"/>
              <a:ext cx="336" cy="4320"/>
            </a:xfrm>
            <a:prstGeom prst="rect">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74" name="Freeform 22">
              <a:extLst>
                <a:ext uri="{FF2B5EF4-FFF2-40B4-BE49-F238E27FC236}">
                  <a16:creationId xmlns:a16="http://schemas.microsoft.com/office/drawing/2014/main" id="{FFF0F05F-1D3A-4FE5-B5C3-B3E9F6F13C98}"/>
                </a:ext>
              </a:extLst>
            </p:cNvPr>
            <p:cNvSpPr>
              <a:spLocks/>
            </p:cNvSpPr>
            <p:nvPr userDrawn="1"/>
          </p:nvSpPr>
          <p:spPr bwMode="hidden">
            <a:xfrm>
              <a:off x="1" y="3875"/>
              <a:ext cx="5760" cy="445"/>
            </a:xfrm>
            <a:custGeom>
              <a:avLst/>
              <a:gdLst>
                <a:gd name="T0" fmla="*/ 5700 w 5760"/>
                <a:gd name="T1" fmla="*/ 86 h 445"/>
                <a:gd name="T2" fmla="*/ 5508 w 5760"/>
                <a:gd name="T3" fmla="*/ 86 h 445"/>
                <a:gd name="T4" fmla="*/ 5454 w 5760"/>
                <a:gd name="T5" fmla="*/ 76 h 445"/>
                <a:gd name="T6" fmla="*/ 5448 w 5760"/>
                <a:gd name="T7" fmla="*/ 65 h 445"/>
                <a:gd name="T8" fmla="*/ 5442 w 5760"/>
                <a:gd name="T9" fmla="*/ 44 h 445"/>
                <a:gd name="T10" fmla="*/ 5414 w 5760"/>
                <a:gd name="T11" fmla="*/ 18 h 445"/>
                <a:gd name="T12" fmla="*/ 5332 w 5760"/>
                <a:gd name="T13" fmla="*/ 7 h 445"/>
                <a:gd name="T14" fmla="*/ 5051 w 5760"/>
                <a:gd name="T15" fmla="*/ 22 h 445"/>
                <a:gd name="T16" fmla="*/ 4986 w 5760"/>
                <a:gd name="T17" fmla="*/ 55 h 445"/>
                <a:gd name="T18" fmla="*/ 4854 w 5760"/>
                <a:gd name="T19" fmla="*/ 102 h 445"/>
                <a:gd name="T20" fmla="*/ 4740 w 5760"/>
                <a:gd name="T21" fmla="*/ 112 h 445"/>
                <a:gd name="T22" fmla="*/ 4662 w 5760"/>
                <a:gd name="T23" fmla="*/ 91 h 445"/>
                <a:gd name="T24" fmla="*/ 4598 w 5760"/>
                <a:gd name="T25" fmla="*/ 25 h 445"/>
                <a:gd name="T26" fmla="*/ 4514 w 5760"/>
                <a:gd name="T27" fmla="*/ 9 h 445"/>
                <a:gd name="T28" fmla="*/ 4410 w 5760"/>
                <a:gd name="T29" fmla="*/ 39 h 445"/>
                <a:gd name="T30" fmla="*/ 4236 w 5760"/>
                <a:gd name="T31" fmla="*/ 81 h 445"/>
                <a:gd name="T32" fmla="*/ 4020 w 5760"/>
                <a:gd name="T33" fmla="*/ 102 h 445"/>
                <a:gd name="T34" fmla="*/ 3810 w 5760"/>
                <a:gd name="T35" fmla="*/ 102 h 445"/>
                <a:gd name="T36" fmla="*/ 3654 w 5760"/>
                <a:gd name="T37" fmla="*/ 76 h 445"/>
                <a:gd name="T38" fmla="*/ 3594 w 5760"/>
                <a:gd name="T39" fmla="*/ 50 h 445"/>
                <a:gd name="T40" fmla="*/ 3528 w 5760"/>
                <a:gd name="T41" fmla="*/ 44 h 445"/>
                <a:gd name="T42" fmla="*/ 3480 w 5760"/>
                <a:gd name="T43" fmla="*/ 55 h 445"/>
                <a:gd name="T44" fmla="*/ 3420 w 5760"/>
                <a:gd name="T45" fmla="*/ 76 h 445"/>
                <a:gd name="T46" fmla="*/ 3048 w 5760"/>
                <a:gd name="T47" fmla="*/ 112 h 445"/>
                <a:gd name="T48" fmla="*/ 2844 w 5760"/>
                <a:gd name="T49" fmla="*/ 128 h 445"/>
                <a:gd name="T50" fmla="*/ 2742 w 5760"/>
                <a:gd name="T51" fmla="*/ 117 h 445"/>
                <a:gd name="T52" fmla="*/ 2710 w 5760"/>
                <a:gd name="T53" fmla="*/ 56 h 445"/>
                <a:gd name="T54" fmla="*/ 2658 w 5760"/>
                <a:gd name="T55" fmla="*/ 50 h 445"/>
                <a:gd name="T56" fmla="*/ 2558 w 5760"/>
                <a:gd name="T57" fmla="*/ 95 h 445"/>
                <a:gd name="T58" fmla="*/ 2444 w 5760"/>
                <a:gd name="T59" fmla="*/ 109 h 445"/>
                <a:gd name="T60" fmla="*/ 2322 w 5760"/>
                <a:gd name="T61" fmla="*/ 91 h 445"/>
                <a:gd name="T62" fmla="*/ 2274 w 5760"/>
                <a:gd name="T63" fmla="*/ 70 h 445"/>
                <a:gd name="T64" fmla="*/ 2185 w 5760"/>
                <a:gd name="T65" fmla="*/ 3 h 445"/>
                <a:gd name="T66" fmla="*/ 2048 w 5760"/>
                <a:gd name="T67" fmla="*/ 64 h 445"/>
                <a:gd name="T68" fmla="*/ 1794 w 5760"/>
                <a:gd name="T69" fmla="*/ 102 h 445"/>
                <a:gd name="T70" fmla="*/ 1560 w 5760"/>
                <a:gd name="T71" fmla="*/ 91 h 445"/>
                <a:gd name="T72" fmla="*/ 1482 w 5760"/>
                <a:gd name="T73" fmla="*/ 76 h 445"/>
                <a:gd name="T74" fmla="*/ 1428 w 5760"/>
                <a:gd name="T75" fmla="*/ 50 h 445"/>
                <a:gd name="T76" fmla="*/ 1374 w 5760"/>
                <a:gd name="T77" fmla="*/ 44 h 445"/>
                <a:gd name="T78" fmla="*/ 1308 w 5760"/>
                <a:gd name="T79" fmla="*/ 55 h 445"/>
                <a:gd name="T80" fmla="*/ 1140 w 5760"/>
                <a:gd name="T81" fmla="*/ 107 h 445"/>
                <a:gd name="T82" fmla="*/ 948 w 5760"/>
                <a:gd name="T83" fmla="*/ 143 h 445"/>
                <a:gd name="T84" fmla="*/ 708 w 5760"/>
                <a:gd name="T85" fmla="*/ 138 h 445"/>
                <a:gd name="T86" fmla="*/ 534 w 5760"/>
                <a:gd name="T87" fmla="*/ 96 h 445"/>
                <a:gd name="T88" fmla="*/ 444 w 5760"/>
                <a:gd name="T89" fmla="*/ 55 h 445"/>
                <a:gd name="T90" fmla="*/ 396 w 5760"/>
                <a:gd name="T91" fmla="*/ 34 h 445"/>
                <a:gd name="T92" fmla="*/ 378 w 5760"/>
                <a:gd name="T93" fmla="*/ 39 h 445"/>
                <a:gd name="T94" fmla="*/ 342 w 5760"/>
                <a:gd name="T95" fmla="*/ 70 h 445"/>
                <a:gd name="T96" fmla="*/ 288 w 5760"/>
                <a:gd name="T97" fmla="*/ 96 h 445"/>
                <a:gd name="T98" fmla="*/ 192 w 5760"/>
                <a:gd name="T99" fmla="*/ 112 h 445"/>
                <a:gd name="T100" fmla="*/ 90 w 5760"/>
                <a:gd name="T101" fmla="*/ 112 h 445"/>
                <a:gd name="T102" fmla="*/ 0 w 5760"/>
                <a:gd name="T103" fmla="*/ 96 h 445"/>
                <a:gd name="T104" fmla="*/ 5760 w 5760"/>
                <a:gd name="T105"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760" h="445">
                  <a:moveTo>
                    <a:pt x="5760" y="445"/>
                  </a:moveTo>
                  <a:lnTo>
                    <a:pt x="5760" y="76"/>
                  </a:lnTo>
                  <a:lnTo>
                    <a:pt x="5730" y="81"/>
                  </a:lnTo>
                  <a:lnTo>
                    <a:pt x="5700" y="86"/>
                  </a:lnTo>
                  <a:lnTo>
                    <a:pt x="5646" y="91"/>
                  </a:lnTo>
                  <a:lnTo>
                    <a:pt x="5592" y="91"/>
                  </a:lnTo>
                  <a:lnTo>
                    <a:pt x="5544" y="91"/>
                  </a:lnTo>
                  <a:lnTo>
                    <a:pt x="5508" y="86"/>
                  </a:lnTo>
                  <a:lnTo>
                    <a:pt x="5490" y="86"/>
                  </a:lnTo>
                  <a:lnTo>
                    <a:pt x="5478" y="81"/>
                  </a:lnTo>
                  <a:lnTo>
                    <a:pt x="5466" y="76"/>
                  </a:lnTo>
                  <a:lnTo>
                    <a:pt x="5454" y="76"/>
                  </a:lnTo>
                  <a:lnTo>
                    <a:pt x="5454" y="70"/>
                  </a:lnTo>
                  <a:lnTo>
                    <a:pt x="5454" y="70"/>
                  </a:lnTo>
                  <a:lnTo>
                    <a:pt x="5448" y="70"/>
                  </a:lnTo>
                  <a:lnTo>
                    <a:pt x="5448" y="65"/>
                  </a:lnTo>
                  <a:lnTo>
                    <a:pt x="5448" y="60"/>
                  </a:lnTo>
                  <a:lnTo>
                    <a:pt x="5448" y="55"/>
                  </a:lnTo>
                  <a:lnTo>
                    <a:pt x="5442" y="50"/>
                  </a:lnTo>
                  <a:lnTo>
                    <a:pt x="5442" y="44"/>
                  </a:lnTo>
                  <a:lnTo>
                    <a:pt x="5436" y="39"/>
                  </a:lnTo>
                  <a:lnTo>
                    <a:pt x="5424" y="34"/>
                  </a:lnTo>
                  <a:lnTo>
                    <a:pt x="5418" y="29"/>
                  </a:lnTo>
                  <a:lnTo>
                    <a:pt x="5414" y="18"/>
                  </a:lnTo>
                  <a:lnTo>
                    <a:pt x="5401" y="16"/>
                  </a:lnTo>
                  <a:lnTo>
                    <a:pt x="5386" y="10"/>
                  </a:lnTo>
                  <a:lnTo>
                    <a:pt x="5368" y="7"/>
                  </a:lnTo>
                  <a:lnTo>
                    <a:pt x="5332" y="7"/>
                  </a:lnTo>
                  <a:lnTo>
                    <a:pt x="5246" y="10"/>
                  </a:lnTo>
                  <a:lnTo>
                    <a:pt x="5144" y="7"/>
                  </a:lnTo>
                  <a:lnTo>
                    <a:pt x="5090" y="16"/>
                  </a:lnTo>
                  <a:lnTo>
                    <a:pt x="5051" y="22"/>
                  </a:lnTo>
                  <a:lnTo>
                    <a:pt x="5036" y="30"/>
                  </a:lnTo>
                  <a:lnTo>
                    <a:pt x="5022" y="39"/>
                  </a:lnTo>
                  <a:lnTo>
                    <a:pt x="5010" y="44"/>
                  </a:lnTo>
                  <a:lnTo>
                    <a:pt x="4986" y="55"/>
                  </a:lnTo>
                  <a:lnTo>
                    <a:pt x="4950" y="70"/>
                  </a:lnTo>
                  <a:lnTo>
                    <a:pt x="4920" y="86"/>
                  </a:lnTo>
                  <a:lnTo>
                    <a:pt x="4884" y="96"/>
                  </a:lnTo>
                  <a:lnTo>
                    <a:pt x="4854" y="102"/>
                  </a:lnTo>
                  <a:lnTo>
                    <a:pt x="4824" y="107"/>
                  </a:lnTo>
                  <a:lnTo>
                    <a:pt x="4794" y="112"/>
                  </a:lnTo>
                  <a:lnTo>
                    <a:pt x="4764" y="112"/>
                  </a:lnTo>
                  <a:lnTo>
                    <a:pt x="4740" y="112"/>
                  </a:lnTo>
                  <a:lnTo>
                    <a:pt x="4716" y="107"/>
                  </a:lnTo>
                  <a:lnTo>
                    <a:pt x="4698" y="102"/>
                  </a:lnTo>
                  <a:lnTo>
                    <a:pt x="4674" y="96"/>
                  </a:lnTo>
                  <a:lnTo>
                    <a:pt x="4662" y="91"/>
                  </a:lnTo>
                  <a:lnTo>
                    <a:pt x="4644" y="86"/>
                  </a:lnTo>
                  <a:lnTo>
                    <a:pt x="4631" y="66"/>
                  </a:lnTo>
                  <a:lnTo>
                    <a:pt x="4617" y="42"/>
                  </a:lnTo>
                  <a:lnTo>
                    <a:pt x="4598" y="25"/>
                  </a:lnTo>
                  <a:lnTo>
                    <a:pt x="4584" y="13"/>
                  </a:lnTo>
                  <a:lnTo>
                    <a:pt x="4565" y="4"/>
                  </a:lnTo>
                  <a:lnTo>
                    <a:pt x="4535" y="3"/>
                  </a:lnTo>
                  <a:lnTo>
                    <a:pt x="4514" y="9"/>
                  </a:lnTo>
                  <a:lnTo>
                    <a:pt x="4494" y="18"/>
                  </a:lnTo>
                  <a:lnTo>
                    <a:pt x="4471" y="23"/>
                  </a:lnTo>
                  <a:lnTo>
                    <a:pt x="4440" y="29"/>
                  </a:lnTo>
                  <a:lnTo>
                    <a:pt x="4410" y="39"/>
                  </a:lnTo>
                  <a:lnTo>
                    <a:pt x="4374" y="50"/>
                  </a:lnTo>
                  <a:lnTo>
                    <a:pt x="4332" y="60"/>
                  </a:lnTo>
                  <a:lnTo>
                    <a:pt x="4284" y="76"/>
                  </a:lnTo>
                  <a:lnTo>
                    <a:pt x="4236" y="81"/>
                  </a:lnTo>
                  <a:lnTo>
                    <a:pt x="4183" y="91"/>
                  </a:lnTo>
                  <a:lnTo>
                    <a:pt x="4128" y="96"/>
                  </a:lnTo>
                  <a:lnTo>
                    <a:pt x="4074" y="102"/>
                  </a:lnTo>
                  <a:lnTo>
                    <a:pt x="4020" y="102"/>
                  </a:lnTo>
                  <a:lnTo>
                    <a:pt x="3966" y="102"/>
                  </a:lnTo>
                  <a:lnTo>
                    <a:pt x="3912" y="102"/>
                  </a:lnTo>
                  <a:lnTo>
                    <a:pt x="3858" y="102"/>
                  </a:lnTo>
                  <a:lnTo>
                    <a:pt x="3810" y="102"/>
                  </a:lnTo>
                  <a:lnTo>
                    <a:pt x="3762" y="96"/>
                  </a:lnTo>
                  <a:lnTo>
                    <a:pt x="3726" y="91"/>
                  </a:lnTo>
                  <a:lnTo>
                    <a:pt x="3684" y="81"/>
                  </a:lnTo>
                  <a:lnTo>
                    <a:pt x="3654" y="76"/>
                  </a:lnTo>
                  <a:lnTo>
                    <a:pt x="3642" y="70"/>
                  </a:lnTo>
                  <a:lnTo>
                    <a:pt x="3630" y="65"/>
                  </a:lnTo>
                  <a:lnTo>
                    <a:pt x="3612" y="60"/>
                  </a:lnTo>
                  <a:lnTo>
                    <a:pt x="3594" y="50"/>
                  </a:lnTo>
                  <a:lnTo>
                    <a:pt x="3576" y="50"/>
                  </a:lnTo>
                  <a:lnTo>
                    <a:pt x="3558" y="44"/>
                  </a:lnTo>
                  <a:lnTo>
                    <a:pt x="3540" y="44"/>
                  </a:lnTo>
                  <a:lnTo>
                    <a:pt x="3528" y="44"/>
                  </a:lnTo>
                  <a:lnTo>
                    <a:pt x="3516" y="50"/>
                  </a:lnTo>
                  <a:lnTo>
                    <a:pt x="3504" y="50"/>
                  </a:lnTo>
                  <a:lnTo>
                    <a:pt x="3492" y="55"/>
                  </a:lnTo>
                  <a:lnTo>
                    <a:pt x="3480" y="55"/>
                  </a:lnTo>
                  <a:lnTo>
                    <a:pt x="3468" y="65"/>
                  </a:lnTo>
                  <a:lnTo>
                    <a:pt x="3456" y="70"/>
                  </a:lnTo>
                  <a:lnTo>
                    <a:pt x="3450" y="70"/>
                  </a:lnTo>
                  <a:lnTo>
                    <a:pt x="3420" y="76"/>
                  </a:lnTo>
                  <a:lnTo>
                    <a:pt x="3330" y="81"/>
                  </a:lnTo>
                  <a:lnTo>
                    <a:pt x="3204" y="91"/>
                  </a:lnTo>
                  <a:lnTo>
                    <a:pt x="3126" y="102"/>
                  </a:lnTo>
                  <a:lnTo>
                    <a:pt x="3048" y="112"/>
                  </a:lnTo>
                  <a:lnTo>
                    <a:pt x="2970" y="123"/>
                  </a:lnTo>
                  <a:lnTo>
                    <a:pt x="2904" y="128"/>
                  </a:lnTo>
                  <a:lnTo>
                    <a:pt x="2868" y="128"/>
                  </a:lnTo>
                  <a:lnTo>
                    <a:pt x="2844" y="128"/>
                  </a:lnTo>
                  <a:lnTo>
                    <a:pt x="2814" y="128"/>
                  </a:lnTo>
                  <a:lnTo>
                    <a:pt x="2790" y="128"/>
                  </a:lnTo>
                  <a:lnTo>
                    <a:pt x="2766" y="123"/>
                  </a:lnTo>
                  <a:lnTo>
                    <a:pt x="2742" y="117"/>
                  </a:lnTo>
                  <a:lnTo>
                    <a:pt x="2724" y="112"/>
                  </a:lnTo>
                  <a:lnTo>
                    <a:pt x="2706" y="107"/>
                  </a:lnTo>
                  <a:lnTo>
                    <a:pt x="2704" y="83"/>
                  </a:lnTo>
                  <a:lnTo>
                    <a:pt x="2710" y="56"/>
                  </a:lnTo>
                  <a:lnTo>
                    <a:pt x="2710" y="36"/>
                  </a:lnTo>
                  <a:lnTo>
                    <a:pt x="2696" y="25"/>
                  </a:lnTo>
                  <a:lnTo>
                    <a:pt x="2672" y="36"/>
                  </a:lnTo>
                  <a:lnTo>
                    <a:pt x="2658" y="50"/>
                  </a:lnTo>
                  <a:lnTo>
                    <a:pt x="2638" y="60"/>
                  </a:lnTo>
                  <a:lnTo>
                    <a:pt x="2614" y="76"/>
                  </a:lnTo>
                  <a:lnTo>
                    <a:pt x="2590" y="84"/>
                  </a:lnTo>
                  <a:lnTo>
                    <a:pt x="2558" y="95"/>
                  </a:lnTo>
                  <a:lnTo>
                    <a:pt x="2536" y="98"/>
                  </a:lnTo>
                  <a:lnTo>
                    <a:pt x="2508" y="102"/>
                  </a:lnTo>
                  <a:lnTo>
                    <a:pt x="2478" y="105"/>
                  </a:lnTo>
                  <a:lnTo>
                    <a:pt x="2444" y="109"/>
                  </a:lnTo>
                  <a:lnTo>
                    <a:pt x="2410" y="110"/>
                  </a:lnTo>
                  <a:lnTo>
                    <a:pt x="2374" y="107"/>
                  </a:lnTo>
                  <a:lnTo>
                    <a:pt x="2348" y="103"/>
                  </a:lnTo>
                  <a:lnTo>
                    <a:pt x="2322" y="91"/>
                  </a:lnTo>
                  <a:lnTo>
                    <a:pt x="2304" y="86"/>
                  </a:lnTo>
                  <a:lnTo>
                    <a:pt x="2292" y="81"/>
                  </a:lnTo>
                  <a:lnTo>
                    <a:pt x="2286" y="76"/>
                  </a:lnTo>
                  <a:lnTo>
                    <a:pt x="2274" y="70"/>
                  </a:lnTo>
                  <a:lnTo>
                    <a:pt x="2268" y="65"/>
                  </a:lnTo>
                  <a:lnTo>
                    <a:pt x="2246" y="18"/>
                  </a:lnTo>
                  <a:lnTo>
                    <a:pt x="2224" y="0"/>
                  </a:lnTo>
                  <a:lnTo>
                    <a:pt x="2185" y="3"/>
                  </a:lnTo>
                  <a:lnTo>
                    <a:pt x="2156" y="16"/>
                  </a:lnTo>
                  <a:lnTo>
                    <a:pt x="2126" y="22"/>
                  </a:lnTo>
                  <a:lnTo>
                    <a:pt x="2081" y="49"/>
                  </a:lnTo>
                  <a:lnTo>
                    <a:pt x="2048" y="64"/>
                  </a:lnTo>
                  <a:lnTo>
                    <a:pt x="2018" y="76"/>
                  </a:lnTo>
                  <a:lnTo>
                    <a:pt x="1986" y="96"/>
                  </a:lnTo>
                  <a:lnTo>
                    <a:pt x="1896" y="102"/>
                  </a:lnTo>
                  <a:lnTo>
                    <a:pt x="1794" y="102"/>
                  </a:lnTo>
                  <a:lnTo>
                    <a:pt x="1692" y="102"/>
                  </a:lnTo>
                  <a:lnTo>
                    <a:pt x="1644" y="102"/>
                  </a:lnTo>
                  <a:lnTo>
                    <a:pt x="1602" y="96"/>
                  </a:lnTo>
                  <a:lnTo>
                    <a:pt x="1560" y="91"/>
                  </a:lnTo>
                  <a:lnTo>
                    <a:pt x="1524" y="86"/>
                  </a:lnTo>
                  <a:lnTo>
                    <a:pt x="1506" y="86"/>
                  </a:lnTo>
                  <a:lnTo>
                    <a:pt x="1494" y="81"/>
                  </a:lnTo>
                  <a:lnTo>
                    <a:pt x="1482" y="76"/>
                  </a:lnTo>
                  <a:lnTo>
                    <a:pt x="1476" y="70"/>
                  </a:lnTo>
                  <a:lnTo>
                    <a:pt x="1458" y="65"/>
                  </a:lnTo>
                  <a:lnTo>
                    <a:pt x="1440" y="55"/>
                  </a:lnTo>
                  <a:lnTo>
                    <a:pt x="1428" y="50"/>
                  </a:lnTo>
                  <a:lnTo>
                    <a:pt x="1410" y="50"/>
                  </a:lnTo>
                  <a:lnTo>
                    <a:pt x="1398" y="44"/>
                  </a:lnTo>
                  <a:lnTo>
                    <a:pt x="1386" y="44"/>
                  </a:lnTo>
                  <a:lnTo>
                    <a:pt x="1374" y="44"/>
                  </a:lnTo>
                  <a:lnTo>
                    <a:pt x="1356" y="44"/>
                  </a:lnTo>
                  <a:lnTo>
                    <a:pt x="1344" y="44"/>
                  </a:lnTo>
                  <a:lnTo>
                    <a:pt x="1332" y="50"/>
                  </a:lnTo>
                  <a:lnTo>
                    <a:pt x="1308" y="55"/>
                  </a:lnTo>
                  <a:lnTo>
                    <a:pt x="1260" y="70"/>
                  </a:lnTo>
                  <a:lnTo>
                    <a:pt x="1218" y="86"/>
                  </a:lnTo>
                  <a:lnTo>
                    <a:pt x="1176" y="96"/>
                  </a:lnTo>
                  <a:lnTo>
                    <a:pt x="1140" y="107"/>
                  </a:lnTo>
                  <a:lnTo>
                    <a:pt x="1098" y="117"/>
                  </a:lnTo>
                  <a:lnTo>
                    <a:pt x="1062" y="128"/>
                  </a:lnTo>
                  <a:lnTo>
                    <a:pt x="1020" y="133"/>
                  </a:lnTo>
                  <a:lnTo>
                    <a:pt x="948" y="143"/>
                  </a:lnTo>
                  <a:lnTo>
                    <a:pt x="882" y="149"/>
                  </a:lnTo>
                  <a:lnTo>
                    <a:pt x="822" y="149"/>
                  </a:lnTo>
                  <a:lnTo>
                    <a:pt x="762" y="143"/>
                  </a:lnTo>
                  <a:lnTo>
                    <a:pt x="708" y="138"/>
                  </a:lnTo>
                  <a:lnTo>
                    <a:pt x="654" y="128"/>
                  </a:lnTo>
                  <a:lnTo>
                    <a:pt x="612" y="117"/>
                  </a:lnTo>
                  <a:lnTo>
                    <a:pt x="570" y="107"/>
                  </a:lnTo>
                  <a:lnTo>
                    <a:pt x="534" y="96"/>
                  </a:lnTo>
                  <a:lnTo>
                    <a:pt x="504" y="86"/>
                  </a:lnTo>
                  <a:lnTo>
                    <a:pt x="480" y="76"/>
                  </a:lnTo>
                  <a:lnTo>
                    <a:pt x="462" y="65"/>
                  </a:lnTo>
                  <a:lnTo>
                    <a:pt x="444" y="55"/>
                  </a:lnTo>
                  <a:lnTo>
                    <a:pt x="426" y="44"/>
                  </a:lnTo>
                  <a:lnTo>
                    <a:pt x="408" y="34"/>
                  </a:lnTo>
                  <a:lnTo>
                    <a:pt x="402" y="34"/>
                  </a:lnTo>
                  <a:lnTo>
                    <a:pt x="396" y="34"/>
                  </a:lnTo>
                  <a:lnTo>
                    <a:pt x="390" y="34"/>
                  </a:lnTo>
                  <a:lnTo>
                    <a:pt x="390" y="34"/>
                  </a:lnTo>
                  <a:lnTo>
                    <a:pt x="384" y="34"/>
                  </a:lnTo>
                  <a:lnTo>
                    <a:pt x="378" y="39"/>
                  </a:lnTo>
                  <a:lnTo>
                    <a:pt x="372" y="44"/>
                  </a:lnTo>
                  <a:lnTo>
                    <a:pt x="360" y="55"/>
                  </a:lnTo>
                  <a:lnTo>
                    <a:pt x="348" y="65"/>
                  </a:lnTo>
                  <a:lnTo>
                    <a:pt x="342" y="70"/>
                  </a:lnTo>
                  <a:lnTo>
                    <a:pt x="336" y="76"/>
                  </a:lnTo>
                  <a:lnTo>
                    <a:pt x="324" y="86"/>
                  </a:lnTo>
                  <a:lnTo>
                    <a:pt x="306" y="91"/>
                  </a:lnTo>
                  <a:lnTo>
                    <a:pt x="288" y="96"/>
                  </a:lnTo>
                  <a:lnTo>
                    <a:pt x="264" y="102"/>
                  </a:lnTo>
                  <a:lnTo>
                    <a:pt x="240" y="107"/>
                  </a:lnTo>
                  <a:lnTo>
                    <a:pt x="216" y="112"/>
                  </a:lnTo>
                  <a:lnTo>
                    <a:pt x="192" y="112"/>
                  </a:lnTo>
                  <a:lnTo>
                    <a:pt x="168" y="117"/>
                  </a:lnTo>
                  <a:lnTo>
                    <a:pt x="145" y="117"/>
                  </a:lnTo>
                  <a:lnTo>
                    <a:pt x="120" y="117"/>
                  </a:lnTo>
                  <a:lnTo>
                    <a:pt x="90" y="112"/>
                  </a:lnTo>
                  <a:lnTo>
                    <a:pt x="66" y="112"/>
                  </a:lnTo>
                  <a:lnTo>
                    <a:pt x="42" y="107"/>
                  </a:lnTo>
                  <a:lnTo>
                    <a:pt x="24" y="102"/>
                  </a:lnTo>
                  <a:lnTo>
                    <a:pt x="0" y="96"/>
                  </a:lnTo>
                  <a:lnTo>
                    <a:pt x="0" y="445"/>
                  </a:lnTo>
                  <a:lnTo>
                    <a:pt x="5760" y="445"/>
                  </a:lnTo>
                  <a:lnTo>
                    <a:pt x="5760" y="445"/>
                  </a:lnTo>
                  <a:lnTo>
                    <a:pt x="5760" y="445"/>
                  </a:lnTo>
                </a:path>
              </a:pathLst>
            </a:custGeom>
            <a:solidFill>
              <a:schemeClr val="accent2">
                <a:alpha val="50000"/>
              </a:schemeClr>
            </a:solidFill>
            <a:ln>
              <a:noFill/>
            </a:ln>
            <a:extLst>
              <a:ext uri="{91240B29-F687-4F45-9708-019B960494DF}">
                <a14:hiddenLine xmlns:a14="http://schemas.microsoft.com/office/drawing/2010/main" w="9525">
                  <a:solidFill>
                    <a:srgbClr val="F11E8C"/>
                  </a:solidFill>
                  <a:prstDash val="solid"/>
                  <a:round/>
                  <a:headEnd/>
                  <a:tailEnd/>
                </a14:hiddenLine>
              </a:ext>
            </a:extLst>
          </p:spPr>
          <p:txBody>
            <a:bodyPr/>
            <a:lstStyle/>
            <a:p>
              <a:endParaRPr lang="en-US"/>
            </a:p>
          </p:txBody>
        </p:sp>
        <p:sp>
          <p:nvSpPr>
            <p:cNvPr id="23575" name="Freeform 23">
              <a:extLst>
                <a:ext uri="{FF2B5EF4-FFF2-40B4-BE49-F238E27FC236}">
                  <a16:creationId xmlns:a16="http://schemas.microsoft.com/office/drawing/2014/main" id="{7C8CB0A4-AF28-4E75-BBB1-1E0DAA15F9D0}"/>
                </a:ext>
              </a:extLst>
            </p:cNvPr>
            <p:cNvSpPr>
              <a:spLocks/>
            </p:cNvSpPr>
            <p:nvPr userDrawn="1"/>
          </p:nvSpPr>
          <p:spPr bwMode="hidden">
            <a:xfrm>
              <a:off x="0" y="3867"/>
              <a:ext cx="5770" cy="174"/>
            </a:xfrm>
            <a:custGeom>
              <a:avLst/>
              <a:gdLst>
                <a:gd name="T0" fmla="*/ 4993 w 5770"/>
                <a:gd name="T1" fmla="*/ 66 h 174"/>
                <a:gd name="T2" fmla="*/ 4771 w 5770"/>
                <a:gd name="T3" fmla="*/ 132 h 174"/>
                <a:gd name="T4" fmla="*/ 4640 w 5770"/>
                <a:gd name="T5" fmla="*/ 96 h 174"/>
                <a:gd name="T6" fmla="*/ 4598 w 5770"/>
                <a:gd name="T7" fmla="*/ 36 h 174"/>
                <a:gd name="T8" fmla="*/ 4478 w 5770"/>
                <a:gd name="T9" fmla="*/ 30 h 174"/>
                <a:gd name="T10" fmla="*/ 4186 w 5770"/>
                <a:gd name="T11" fmla="*/ 108 h 174"/>
                <a:gd name="T12" fmla="*/ 3815 w 5770"/>
                <a:gd name="T13" fmla="*/ 120 h 174"/>
                <a:gd name="T14" fmla="*/ 3617 w 5770"/>
                <a:gd name="T15" fmla="*/ 72 h 174"/>
                <a:gd name="T16" fmla="*/ 3510 w 5770"/>
                <a:gd name="T17" fmla="*/ 60 h 174"/>
                <a:gd name="T18" fmla="*/ 3336 w 5770"/>
                <a:gd name="T19" fmla="*/ 96 h 174"/>
                <a:gd name="T20" fmla="*/ 2846 w 5770"/>
                <a:gd name="T21" fmla="*/ 150 h 174"/>
                <a:gd name="T22" fmla="*/ 2703 w 5770"/>
                <a:gd name="T23" fmla="*/ 96 h 174"/>
                <a:gd name="T24" fmla="*/ 2619 w 5770"/>
                <a:gd name="T25" fmla="*/ 90 h 174"/>
                <a:gd name="T26" fmla="*/ 2416 w 5770"/>
                <a:gd name="T27" fmla="*/ 132 h 174"/>
                <a:gd name="T28" fmla="*/ 2278 w 5770"/>
                <a:gd name="T29" fmla="*/ 84 h 174"/>
                <a:gd name="T30" fmla="*/ 2151 w 5770"/>
                <a:gd name="T31" fmla="*/ 36 h 174"/>
                <a:gd name="T32" fmla="*/ 1947 w 5770"/>
                <a:gd name="T33" fmla="*/ 120 h 174"/>
                <a:gd name="T34" fmla="*/ 1525 w 5770"/>
                <a:gd name="T35" fmla="*/ 102 h 174"/>
                <a:gd name="T36" fmla="*/ 1429 w 5770"/>
                <a:gd name="T37" fmla="*/ 60 h 174"/>
                <a:gd name="T38" fmla="*/ 1333 w 5770"/>
                <a:gd name="T39" fmla="*/ 60 h 174"/>
                <a:gd name="T40" fmla="*/ 1058 w 5770"/>
                <a:gd name="T41" fmla="*/ 150 h 174"/>
                <a:gd name="T42" fmla="*/ 652 w 5770"/>
                <a:gd name="T43" fmla="*/ 150 h 174"/>
                <a:gd name="T44" fmla="*/ 442 w 5770"/>
                <a:gd name="T45" fmla="*/ 66 h 174"/>
                <a:gd name="T46" fmla="*/ 377 w 5770"/>
                <a:gd name="T47" fmla="*/ 48 h 174"/>
                <a:gd name="T48" fmla="*/ 305 w 5770"/>
                <a:gd name="T49" fmla="*/ 108 h 174"/>
                <a:gd name="T50" fmla="*/ 144 w 5770"/>
                <a:gd name="T51" fmla="*/ 138 h 174"/>
                <a:gd name="T52" fmla="*/ 0 w 5770"/>
                <a:gd name="T53" fmla="*/ 96 h 174"/>
                <a:gd name="T54" fmla="*/ 167 w 5770"/>
                <a:gd name="T55" fmla="*/ 120 h 174"/>
                <a:gd name="T56" fmla="*/ 323 w 5770"/>
                <a:gd name="T57" fmla="*/ 84 h 174"/>
                <a:gd name="T58" fmla="*/ 383 w 5770"/>
                <a:gd name="T59" fmla="*/ 24 h 174"/>
                <a:gd name="T60" fmla="*/ 460 w 5770"/>
                <a:gd name="T61" fmla="*/ 60 h 174"/>
                <a:gd name="T62" fmla="*/ 706 w 5770"/>
                <a:gd name="T63" fmla="*/ 144 h 174"/>
                <a:gd name="T64" fmla="*/ 1100 w 5770"/>
                <a:gd name="T65" fmla="*/ 120 h 174"/>
                <a:gd name="T66" fmla="*/ 1345 w 5770"/>
                <a:gd name="T67" fmla="*/ 36 h 174"/>
                <a:gd name="T68" fmla="*/ 1441 w 5770"/>
                <a:gd name="T69" fmla="*/ 48 h 174"/>
                <a:gd name="T70" fmla="*/ 1561 w 5770"/>
                <a:gd name="T71" fmla="*/ 90 h 174"/>
                <a:gd name="T72" fmla="*/ 1971 w 5770"/>
                <a:gd name="T73" fmla="*/ 96 h 174"/>
                <a:gd name="T74" fmla="*/ 2235 w 5770"/>
                <a:gd name="T75" fmla="*/ 3 h 174"/>
                <a:gd name="T76" fmla="*/ 2350 w 5770"/>
                <a:gd name="T77" fmla="*/ 102 h 174"/>
                <a:gd name="T78" fmla="*/ 2559 w 5770"/>
                <a:gd name="T79" fmla="*/ 96 h 174"/>
                <a:gd name="T80" fmla="*/ 2715 w 5770"/>
                <a:gd name="T81" fmla="*/ 24 h 174"/>
                <a:gd name="T82" fmla="*/ 2792 w 5770"/>
                <a:gd name="T83" fmla="*/ 132 h 174"/>
                <a:gd name="T84" fmla="*/ 3127 w 5770"/>
                <a:gd name="T85" fmla="*/ 102 h 174"/>
                <a:gd name="T86" fmla="*/ 3486 w 5770"/>
                <a:gd name="T87" fmla="*/ 48 h 174"/>
                <a:gd name="T88" fmla="*/ 3582 w 5770"/>
                <a:gd name="T89" fmla="*/ 42 h 174"/>
                <a:gd name="T90" fmla="*/ 3731 w 5770"/>
                <a:gd name="T91" fmla="*/ 90 h 174"/>
                <a:gd name="T92" fmla="*/ 4078 w 5770"/>
                <a:gd name="T93" fmla="*/ 102 h 174"/>
                <a:gd name="T94" fmla="*/ 4419 w 5770"/>
                <a:gd name="T95" fmla="*/ 30 h 174"/>
                <a:gd name="T96" fmla="*/ 4574 w 5770"/>
                <a:gd name="T97" fmla="*/ 6 h 174"/>
                <a:gd name="T98" fmla="*/ 4628 w 5770"/>
                <a:gd name="T99" fmla="*/ 60 h 174"/>
                <a:gd name="T100" fmla="*/ 4724 w 5770"/>
                <a:gd name="T101" fmla="*/ 108 h 174"/>
                <a:gd name="T102" fmla="*/ 4927 w 5770"/>
                <a:gd name="T103" fmla="*/ 84 h 174"/>
                <a:gd name="T104" fmla="*/ 5118 w 5770"/>
                <a:gd name="T105" fmla="*/ 14 h 174"/>
                <a:gd name="T106" fmla="*/ 5280 w 5770"/>
                <a:gd name="T107" fmla="*/ 9 h 174"/>
                <a:gd name="T108" fmla="*/ 5453 w 5770"/>
                <a:gd name="T109" fmla="*/ 36 h 174"/>
                <a:gd name="T110" fmla="*/ 5465 w 5770"/>
                <a:gd name="T111" fmla="*/ 72 h 174"/>
                <a:gd name="T112" fmla="*/ 5656 w 5770"/>
                <a:gd name="T113" fmla="*/ 90 h 174"/>
                <a:gd name="T114" fmla="*/ 5710 w 5770"/>
                <a:gd name="T115" fmla="*/ 102 h 174"/>
                <a:gd name="T116" fmla="*/ 5477 w 5770"/>
                <a:gd name="T117" fmla="*/ 90 h 174"/>
                <a:gd name="T118" fmla="*/ 5453 w 5770"/>
                <a:gd name="T119" fmla="*/ 60 h 174"/>
                <a:gd name="T120" fmla="*/ 5393 w 5770"/>
                <a:gd name="T121" fmla="*/ 30 h 174"/>
                <a:gd name="T122" fmla="*/ 5219 w 5770"/>
                <a:gd name="T123" fmla="*/ 2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770" h="174">
                  <a:moveTo>
                    <a:pt x="5151" y="24"/>
                  </a:moveTo>
                  <a:lnTo>
                    <a:pt x="5127" y="26"/>
                  </a:lnTo>
                  <a:lnTo>
                    <a:pt x="5082" y="30"/>
                  </a:lnTo>
                  <a:lnTo>
                    <a:pt x="5049" y="38"/>
                  </a:lnTo>
                  <a:lnTo>
                    <a:pt x="5029" y="48"/>
                  </a:lnTo>
                  <a:lnTo>
                    <a:pt x="5017" y="54"/>
                  </a:lnTo>
                  <a:lnTo>
                    <a:pt x="4993" y="66"/>
                  </a:lnTo>
                  <a:lnTo>
                    <a:pt x="4957" y="84"/>
                  </a:lnTo>
                  <a:lnTo>
                    <a:pt x="4927" y="102"/>
                  </a:lnTo>
                  <a:lnTo>
                    <a:pt x="4891" y="114"/>
                  </a:lnTo>
                  <a:lnTo>
                    <a:pt x="4861" y="120"/>
                  </a:lnTo>
                  <a:lnTo>
                    <a:pt x="4831" y="126"/>
                  </a:lnTo>
                  <a:lnTo>
                    <a:pt x="4801" y="132"/>
                  </a:lnTo>
                  <a:lnTo>
                    <a:pt x="4771" y="132"/>
                  </a:lnTo>
                  <a:lnTo>
                    <a:pt x="4748" y="132"/>
                  </a:lnTo>
                  <a:lnTo>
                    <a:pt x="4724" y="126"/>
                  </a:lnTo>
                  <a:lnTo>
                    <a:pt x="4706" y="120"/>
                  </a:lnTo>
                  <a:lnTo>
                    <a:pt x="4682" y="114"/>
                  </a:lnTo>
                  <a:lnTo>
                    <a:pt x="4670" y="108"/>
                  </a:lnTo>
                  <a:lnTo>
                    <a:pt x="4652" y="102"/>
                  </a:lnTo>
                  <a:lnTo>
                    <a:pt x="4640" y="96"/>
                  </a:lnTo>
                  <a:lnTo>
                    <a:pt x="4634" y="84"/>
                  </a:lnTo>
                  <a:lnTo>
                    <a:pt x="4628" y="78"/>
                  </a:lnTo>
                  <a:lnTo>
                    <a:pt x="4622" y="66"/>
                  </a:lnTo>
                  <a:lnTo>
                    <a:pt x="4616" y="54"/>
                  </a:lnTo>
                  <a:lnTo>
                    <a:pt x="4610" y="48"/>
                  </a:lnTo>
                  <a:lnTo>
                    <a:pt x="4604" y="42"/>
                  </a:lnTo>
                  <a:lnTo>
                    <a:pt x="4598" y="36"/>
                  </a:lnTo>
                  <a:lnTo>
                    <a:pt x="4586" y="30"/>
                  </a:lnTo>
                  <a:lnTo>
                    <a:pt x="4574" y="24"/>
                  </a:lnTo>
                  <a:lnTo>
                    <a:pt x="4562" y="18"/>
                  </a:lnTo>
                  <a:lnTo>
                    <a:pt x="4544" y="18"/>
                  </a:lnTo>
                  <a:lnTo>
                    <a:pt x="4526" y="18"/>
                  </a:lnTo>
                  <a:lnTo>
                    <a:pt x="4502" y="24"/>
                  </a:lnTo>
                  <a:lnTo>
                    <a:pt x="4478" y="30"/>
                  </a:lnTo>
                  <a:lnTo>
                    <a:pt x="4449" y="36"/>
                  </a:lnTo>
                  <a:lnTo>
                    <a:pt x="4419" y="48"/>
                  </a:lnTo>
                  <a:lnTo>
                    <a:pt x="4383" y="60"/>
                  </a:lnTo>
                  <a:lnTo>
                    <a:pt x="4341" y="72"/>
                  </a:lnTo>
                  <a:lnTo>
                    <a:pt x="4287" y="90"/>
                  </a:lnTo>
                  <a:lnTo>
                    <a:pt x="4239" y="96"/>
                  </a:lnTo>
                  <a:lnTo>
                    <a:pt x="4186" y="108"/>
                  </a:lnTo>
                  <a:lnTo>
                    <a:pt x="4132" y="114"/>
                  </a:lnTo>
                  <a:lnTo>
                    <a:pt x="4078" y="120"/>
                  </a:lnTo>
                  <a:lnTo>
                    <a:pt x="4024" y="120"/>
                  </a:lnTo>
                  <a:lnTo>
                    <a:pt x="3970" y="120"/>
                  </a:lnTo>
                  <a:lnTo>
                    <a:pt x="3916" y="120"/>
                  </a:lnTo>
                  <a:lnTo>
                    <a:pt x="3863" y="120"/>
                  </a:lnTo>
                  <a:lnTo>
                    <a:pt x="3815" y="120"/>
                  </a:lnTo>
                  <a:lnTo>
                    <a:pt x="3767" y="114"/>
                  </a:lnTo>
                  <a:lnTo>
                    <a:pt x="3731" y="108"/>
                  </a:lnTo>
                  <a:lnTo>
                    <a:pt x="3689" y="96"/>
                  </a:lnTo>
                  <a:lnTo>
                    <a:pt x="3659" y="90"/>
                  </a:lnTo>
                  <a:lnTo>
                    <a:pt x="3647" y="84"/>
                  </a:lnTo>
                  <a:lnTo>
                    <a:pt x="3635" y="78"/>
                  </a:lnTo>
                  <a:lnTo>
                    <a:pt x="3617" y="72"/>
                  </a:lnTo>
                  <a:lnTo>
                    <a:pt x="3600" y="60"/>
                  </a:lnTo>
                  <a:lnTo>
                    <a:pt x="3582" y="60"/>
                  </a:lnTo>
                  <a:lnTo>
                    <a:pt x="3564" y="54"/>
                  </a:lnTo>
                  <a:lnTo>
                    <a:pt x="3546" y="54"/>
                  </a:lnTo>
                  <a:lnTo>
                    <a:pt x="3534" y="54"/>
                  </a:lnTo>
                  <a:lnTo>
                    <a:pt x="3522" y="60"/>
                  </a:lnTo>
                  <a:lnTo>
                    <a:pt x="3510" y="60"/>
                  </a:lnTo>
                  <a:lnTo>
                    <a:pt x="3498" y="66"/>
                  </a:lnTo>
                  <a:lnTo>
                    <a:pt x="3486" y="66"/>
                  </a:lnTo>
                  <a:lnTo>
                    <a:pt x="3474" y="78"/>
                  </a:lnTo>
                  <a:lnTo>
                    <a:pt x="3462" y="84"/>
                  </a:lnTo>
                  <a:lnTo>
                    <a:pt x="3456" y="84"/>
                  </a:lnTo>
                  <a:lnTo>
                    <a:pt x="3426" y="90"/>
                  </a:lnTo>
                  <a:lnTo>
                    <a:pt x="3336" y="96"/>
                  </a:lnTo>
                  <a:lnTo>
                    <a:pt x="3205" y="108"/>
                  </a:lnTo>
                  <a:lnTo>
                    <a:pt x="3127" y="120"/>
                  </a:lnTo>
                  <a:lnTo>
                    <a:pt x="3049" y="132"/>
                  </a:lnTo>
                  <a:lnTo>
                    <a:pt x="2972" y="144"/>
                  </a:lnTo>
                  <a:lnTo>
                    <a:pt x="2906" y="150"/>
                  </a:lnTo>
                  <a:lnTo>
                    <a:pt x="2870" y="150"/>
                  </a:lnTo>
                  <a:lnTo>
                    <a:pt x="2846" y="150"/>
                  </a:lnTo>
                  <a:lnTo>
                    <a:pt x="2816" y="150"/>
                  </a:lnTo>
                  <a:lnTo>
                    <a:pt x="2792" y="150"/>
                  </a:lnTo>
                  <a:lnTo>
                    <a:pt x="2768" y="144"/>
                  </a:lnTo>
                  <a:lnTo>
                    <a:pt x="2744" y="138"/>
                  </a:lnTo>
                  <a:lnTo>
                    <a:pt x="2727" y="132"/>
                  </a:lnTo>
                  <a:lnTo>
                    <a:pt x="2709" y="126"/>
                  </a:lnTo>
                  <a:lnTo>
                    <a:pt x="2703" y="96"/>
                  </a:lnTo>
                  <a:lnTo>
                    <a:pt x="2703" y="78"/>
                  </a:lnTo>
                  <a:lnTo>
                    <a:pt x="2709" y="42"/>
                  </a:lnTo>
                  <a:lnTo>
                    <a:pt x="2697" y="36"/>
                  </a:lnTo>
                  <a:lnTo>
                    <a:pt x="2673" y="42"/>
                  </a:lnTo>
                  <a:lnTo>
                    <a:pt x="2661" y="60"/>
                  </a:lnTo>
                  <a:lnTo>
                    <a:pt x="2643" y="72"/>
                  </a:lnTo>
                  <a:lnTo>
                    <a:pt x="2619" y="90"/>
                  </a:lnTo>
                  <a:lnTo>
                    <a:pt x="2595" y="102"/>
                  </a:lnTo>
                  <a:lnTo>
                    <a:pt x="2559" y="114"/>
                  </a:lnTo>
                  <a:lnTo>
                    <a:pt x="2541" y="114"/>
                  </a:lnTo>
                  <a:lnTo>
                    <a:pt x="2511" y="120"/>
                  </a:lnTo>
                  <a:lnTo>
                    <a:pt x="2481" y="126"/>
                  </a:lnTo>
                  <a:lnTo>
                    <a:pt x="2446" y="126"/>
                  </a:lnTo>
                  <a:lnTo>
                    <a:pt x="2416" y="132"/>
                  </a:lnTo>
                  <a:lnTo>
                    <a:pt x="2380" y="126"/>
                  </a:lnTo>
                  <a:lnTo>
                    <a:pt x="2350" y="120"/>
                  </a:lnTo>
                  <a:lnTo>
                    <a:pt x="2326" y="108"/>
                  </a:lnTo>
                  <a:lnTo>
                    <a:pt x="2308" y="102"/>
                  </a:lnTo>
                  <a:lnTo>
                    <a:pt x="2296" y="96"/>
                  </a:lnTo>
                  <a:lnTo>
                    <a:pt x="2290" y="90"/>
                  </a:lnTo>
                  <a:lnTo>
                    <a:pt x="2278" y="84"/>
                  </a:lnTo>
                  <a:lnTo>
                    <a:pt x="2272" y="78"/>
                  </a:lnTo>
                  <a:lnTo>
                    <a:pt x="2250" y="57"/>
                  </a:lnTo>
                  <a:lnTo>
                    <a:pt x="2243" y="35"/>
                  </a:lnTo>
                  <a:lnTo>
                    <a:pt x="2228" y="18"/>
                  </a:lnTo>
                  <a:lnTo>
                    <a:pt x="2208" y="18"/>
                  </a:lnTo>
                  <a:lnTo>
                    <a:pt x="2172" y="24"/>
                  </a:lnTo>
                  <a:lnTo>
                    <a:pt x="2151" y="36"/>
                  </a:lnTo>
                  <a:lnTo>
                    <a:pt x="2127" y="51"/>
                  </a:lnTo>
                  <a:lnTo>
                    <a:pt x="2097" y="60"/>
                  </a:lnTo>
                  <a:lnTo>
                    <a:pt x="2073" y="72"/>
                  </a:lnTo>
                  <a:lnTo>
                    <a:pt x="2046" y="87"/>
                  </a:lnTo>
                  <a:lnTo>
                    <a:pt x="2007" y="102"/>
                  </a:lnTo>
                  <a:lnTo>
                    <a:pt x="1977" y="114"/>
                  </a:lnTo>
                  <a:lnTo>
                    <a:pt x="1947" y="120"/>
                  </a:lnTo>
                  <a:lnTo>
                    <a:pt x="1895" y="120"/>
                  </a:lnTo>
                  <a:lnTo>
                    <a:pt x="1794" y="120"/>
                  </a:lnTo>
                  <a:lnTo>
                    <a:pt x="1692" y="120"/>
                  </a:lnTo>
                  <a:lnTo>
                    <a:pt x="1644" y="120"/>
                  </a:lnTo>
                  <a:lnTo>
                    <a:pt x="1602" y="114"/>
                  </a:lnTo>
                  <a:lnTo>
                    <a:pt x="1561" y="108"/>
                  </a:lnTo>
                  <a:lnTo>
                    <a:pt x="1525" y="102"/>
                  </a:lnTo>
                  <a:lnTo>
                    <a:pt x="1507" y="102"/>
                  </a:lnTo>
                  <a:lnTo>
                    <a:pt x="1495" y="96"/>
                  </a:lnTo>
                  <a:lnTo>
                    <a:pt x="1483" y="90"/>
                  </a:lnTo>
                  <a:lnTo>
                    <a:pt x="1477" y="84"/>
                  </a:lnTo>
                  <a:lnTo>
                    <a:pt x="1459" y="78"/>
                  </a:lnTo>
                  <a:lnTo>
                    <a:pt x="1441" y="66"/>
                  </a:lnTo>
                  <a:lnTo>
                    <a:pt x="1429" y="60"/>
                  </a:lnTo>
                  <a:lnTo>
                    <a:pt x="1411" y="60"/>
                  </a:lnTo>
                  <a:lnTo>
                    <a:pt x="1399" y="54"/>
                  </a:lnTo>
                  <a:lnTo>
                    <a:pt x="1387" y="54"/>
                  </a:lnTo>
                  <a:lnTo>
                    <a:pt x="1375" y="54"/>
                  </a:lnTo>
                  <a:lnTo>
                    <a:pt x="1357" y="54"/>
                  </a:lnTo>
                  <a:lnTo>
                    <a:pt x="1345" y="54"/>
                  </a:lnTo>
                  <a:lnTo>
                    <a:pt x="1333" y="60"/>
                  </a:lnTo>
                  <a:lnTo>
                    <a:pt x="1309" y="66"/>
                  </a:lnTo>
                  <a:lnTo>
                    <a:pt x="1262" y="84"/>
                  </a:lnTo>
                  <a:lnTo>
                    <a:pt x="1220" y="102"/>
                  </a:lnTo>
                  <a:lnTo>
                    <a:pt x="1178" y="114"/>
                  </a:lnTo>
                  <a:lnTo>
                    <a:pt x="1142" y="126"/>
                  </a:lnTo>
                  <a:lnTo>
                    <a:pt x="1100" y="138"/>
                  </a:lnTo>
                  <a:lnTo>
                    <a:pt x="1058" y="150"/>
                  </a:lnTo>
                  <a:lnTo>
                    <a:pt x="1016" y="156"/>
                  </a:lnTo>
                  <a:lnTo>
                    <a:pt x="945" y="168"/>
                  </a:lnTo>
                  <a:lnTo>
                    <a:pt x="879" y="174"/>
                  </a:lnTo>
                  <a:lnTo>
                    <a:pt x="819" y="174"/>
                  </a:lnTo>
                  <a:lnTo>
                    <a:pt x="759" y="168"/>
                  </a:lnTo>
                  <a:lnTo>
                    <a:pt x="706" y="162"/>
                  </a:lnTo>
                  <a:lnTo>
                    <a:pt x="652" y="150"/>
                  </a:lnTo>
                  <a:lnTo>
                    <a:pt x="610" y="138"/>
                  </a:lnTo>
                  <a:lnTo>
                    <a:pt x="568" y="126"/>
                  </a:lnTo>
                  <a:lnTo>
                    <a:pt x="532" y="114"/>
                  </a:lnTo>
                  <a:lnTo>
                    <a:pt x="502" y="102"/>
                  </a:lnTo>
                  <a:lnTo>
                    <a:pt x="478" y="90"/>
                  </a:lnTo>
                  <a:lnTo>
                    <a:pt x="460" y="78"/>
                  </a:lnTo>
                  <a:lnTo>
                    <a:pt x="442" y="66"/>
                  </a:lnTo>
                  <a:lnTo>
                    <a:pt x="425" y="54"/>
                  </a:lnTo>
                  <a:lnTo>
                    <a:pt x="407" y="42"/>
                  </a:lnTo>
                  <a:lnTo>
                    <a:pt x="401" y="42"/>
                  </a:lnTo>
                  <a:lnTo>
                    <a:pt x="395" y="42"/>
                  </a:lnTo>
                  <a:lnTo>
                    <a:pt x="389" y="42"/>
                  </a:lnTo>
                  <a:lnTo>
                    <a:pt x="383" y="42"/>
                  </a:lnTo>
                  <a:lnTo>
                    <a:pt x="377" y="48"/>
                  </a:lnTo>
                  <a:lnTo>
                    <a:pt x="371" y="54"/>
                  </a:lnTo>
                  <a:lnTo>
                    <a:pt x="359" y="66"/>
                  </a:lnTo>
                  <a:lnTo>
                    <a:pt x="347" y="78"/>
                  </a:lnTo>
                  <a:lnTo>
                    <a:pt x="341" y="84"/>
                  </a:lnTo>
                  <a:lnTo>
                    <a:pt x="335" y="90"/>
                  </a:lnTo>
                  <a:lnTo>
                    <a:pt x="323" y="102"/>
                  </a:lnTo>
                  <a:lnTo>
                    <a:pt x="305" y="108"/>
                  </a:lnTo>
                  <a:lnTo>
                    <a:pt x="287" y="114"/>
                  </a:lnTo>
                  <a:lnTo>
                    <a:pt x="263" y="120"/>
                  </a:lnTo>
                  <a:lnTo>
                    <a:pt x="239" y="126"/>
                  </a:lnTo>
                  <a:lnTo>
                    <a:pt x="215" y="132"/>
                  </a:lnTo>
                  <a:lnTo>
                    <a:pt x="191" y="132"/>
                  </a:lnTo>
                  <a:lnTo>
                    <a:pt x="167" y="138"/>
                  </a:lnTo>
                  <a:lnTo>
                    <a:pt x="144" y="138"/>
                  </a:lnTo>
                  <a:lnTo>
                    <a:pt x="120" y="138"/>
                  </a:lnTo>
                  <a:lnTo>
                    <a:pt x="90" y="132"/>
                  </a:lnTo>
                  <a:lnTo>
                    <a:pt x="66" y="132"/>
                  </a:lnTo>
                  <a:lnTo>
                    <a:pt x="42" y="126"/>
                  </a:lnTo>
                  <a:lnTo>
                    <a:pt x="24" y="120"/>
                  </a:lnTo>
                  <a:lnTo>
                    <a:pt x="0" y="114"/>
                  </a:lnTo>
                  <a:lnTo>
                    <a:pt x="0" y="96"/>
                  </a:lnTo>
                  <a:lnTo>
                    <a:pt x="24" y="102"/>
                  </a:lnTo>
                  <a:lnTo>
                    <a:pt x="42" y="108"/>
                  </a:lnTo>
                  <a:lnTo>
                    <a:pt x="66" y="114"/>
                  </a:lnTo>
                  <a:lnTo>
                    <a:pt x="90" y="114"/>
                  </a:lnTo>
                  <a:lnTo>
                    <a:pt x="120" y="120"/>
                  </a:lnTo>
                  <a:lnTo>
                    <a:pt x="144" y="120"/>
                  </a:lnTo>
                  <a:lnTo>
                    <a:pt x="167" y="120"/>
                  </a:lnTo>
                  <a:lnTo>
                    <a:pt x="191" y="114"/>
                  </a:lnTo>
                  <a:lnTo>
                    <a:pt x="215" y="114"/>
                  </a:lnTo>
                  <a:lnTo>
                    <a:pt x="239" y="108"/>
                  </a:lnTo>
                  <a:lnTo>
                    <a:pt x="263" y="102"/>
                  </a:lnTo>
                  <a:lnTo>
                    <a:pt x="287" y="96"/>
                  </a:lnTo>
                  <a:lnTo>
                    <a:pt x="305" y="90"/>
                  </a:lnTo>
                  <a:lnTo>
                    <a:pt x="323" y="84"/>
                  </a:lnTo>
                  <a:lnTo>
                    <a:pt x="335" y="72"/>
                  </a:lnTo>
                  <a:lnTo>
                    <a:pt x="341" y="66"/>
                  </a:lnTo>
                  <a:lnTo>
                    <a:pt x="347" y="60"/>
                  </a:lnTo>
                  <a:lnTo>
                    <a:pt x="359" y="48"/>
                  </a:lnTo>
                  <a:lnTo>
                    <a:pt x="371" y="36"/>
                  </a:lnTo>
                  <a:lnTo>
                    <a:pt x="377" y="30"/>
                  </a:lnTo>
                  <a:lnTo>
                    <a:pt x="383" y="24"/>
                  </a:lnTo>
                  <a:lnTo>
                    <a:pt x="389" y="24"/>
                  </a:lnTo>
                  <a:lnTo>
                    <a:pt x="395" y="24"/>
                  </a:lnTo>
                  <a:lnTo>
                    <a:pt x="401" y="24"/>
                  </a:lnTo>
                  <a:lnTo>
                    <a:pt x="407" y="24"/>
                  </a:lnTo>
                  <a:lnTo>
                    <a:pt x="425" y="36"/>
                  </a:lnTo>
                  <a:lnTo>
                    <a:pt x="442" y="48"/>
                  </a:lnTo>
                  <a:lnTo>
                    <a:pt x="460" y="60"/>
                  </a:lnTo>
                  <a:lnTo>
                    <a:pt x="478" y="72"/>
                  </a:lnTo>
                  <a:lnTo>
                    <a:pt x="502" y="84"/>
                  </a:lnTo>
                  <a:lnTo>
                    <a:pt x="532" y="96"/>
                  </a:lnTo>
                  <a:lnTo>
                    <a:pt x="568" y="108"/>
                  </a:lnTo>
                  <a:lnTo>
                    <a:pt x="610" y="120"/>
                  </a:lnTo>
                  <a:lnTo>
                    <a:pt x="652" y="132"/>
                  </a:lnTo>
                  <a:lnTo>
                    <a:pt x="706" y="144"/>
                  </a:lnTo>
                  <a:lnTo>
                    <a:pt x="759" y="150"/>
                  </a:lnTo>
                  <a:lnTo>
                    <a:pt x="819" y="156"/>
                  </a:lnTo>
                  <a:lnTo>
                    <a:pt x="879" y="156"/>
                  </a:lnTo>
                  <a:lnTo>
                    <a:pt x="945" y="150"/>
                  </a:lnTo>
                  <a:lnTo>
                    <a:pt x="1016" y="138"/>
                  </a:lnTo>
                  <a:lnTo>
                    <a:pt x="1058" y="132"/>
                  </a:lnTo>
                  <a:lnTo>
                    <a:pt x="1100" y="120"/>
                  </a:lnTo>
                  <a:lnTo>
                    <a:pt x="1142" y="108"/>
                  </a:lnTo>
                  <a:lnTo>
                    <a:pt x="1178" y="96"/>
                  </a:lnTo>
                  <a:lnTo>
                    <a:pt x="1220" y="84"/>
                  </a:lnTo>
                  <a:lnTo>
                    <a:pt x="1262" y="66"/>
                  </a:lnTo>
                  <a:lnTo>
                    <a:pt x="1309" y="48"/>
                  </a:lnTo>
                  <a:lnTo>
                    <a:pt x="1333" y="42"/>
                  </a:lnTo>
                  <a:lnTo>
                    <a:pt x="1345" y="36"/>
                  </a:lnTo>
                  <a:lnTo>
                    <a:pt x="1357" y="36"/>
                  </a:lnTo>
                  <a:lnTo>
                    <a:pt x="1375" y="36"/>
                  </a:lnTo>
                  <a:lnTo>
                    <a:pt x="1387" y="36"/>
                  </a:lnTo>
                  <a:lnTo>
                    <a:pt x="1399" y="36"/>
                  </a:lnTo>
                  <a:lnTo>
                    <a:pt x="1411" y="42"/>
                  </a:lnTo>
                  <a:lnTo>
                    <a:pt x="1429" y="42"/>
                  </a:lnTo>
                  <a:lnTo>
                    <a:pt x="1441" y="48"/>
                  </a:lnTo>
                  <a:lnTo>
                    <a:pt x="1459" y="60"/>
                  </a:lnTo>
                  <a:lnTo>
                    <a:pt x="1477" y="66"/>
                  </a:lnTo>
                  <a:lnTo>
                    <a:pt x="1483" y="72"/>
                  </a:lnTo>
                  <a:lnTo>
                    <a:pt x="1495" y="78"/>
                  </a:lnTo>
                  <a:lnTo>
                    <a:pt x="1507" y="84"/>
                  </a:lnTo>
                  <a:lnTo>
                    <a:pt x="1525" y="84"/>
                  </a:lnTo>
                  <a:lnTo>
                    <a:pt x="1561" y="90"/>
                  </a:lnTo>
                  <a:lnTo>
                    <a:pt x="1602" y="96"/>
                  </a:lnTo>
                  <a:lnTo>
                    <a:pt x="1644" y="102"/>
                  </a:lnTo>
                  <a:lnTo>
                    <a:pt x="1692" y="102"/>
                  </a:lnTo>
                  <a:lnTo>
                    <a:pt x="1794" y="102"/>
                  </a:lnTo>
                  <a:lnTo>
                    <a:pt x="1895" y="102"/>
                  </a:lnTo>
                  <a:lnTo>
                    <a:pt x="1938" y="102"/>
                  </a:lnTo>
                  <a:lnTo>
                    <a:pt x="1971" y="96"/>
                  </a:lnTo>
                  <a:lnTo>
                    <a:pt x="2019" y="77"/>
                  </a:lnTo>
                  <a:lnTo>
                    <a:pt x="2063" y="57"/>
                  </a:lnTo>
                  <a:lnTo>
                    <a:pt x="2111" y="38"/>
                  </a:lnTo>
                  <a:lnTo>
                    <a:pt x="2145" y="18"/>
                  </a:lnTo>
                  <a:lnTo>
                    <a:pt x="2172" y="9"/>
                  </a:lnTo>
                  <a:lnTo>
                    <a:pt x="2202" y="0"/>
                  </a:lnTo>
                  <a:lnTo>
                    <a:pt x="2235" y="3"/>
                  </a:lnTo>
                  <a:lnTo>
                    <a:pt x="2250" y="24"/>
                  </a:lnTo>
                  <a:lnTo>
                    <a:pt x="2262" y="51"/>
                  </a:lnTo>
                  <a:lnTo>
                    <a:pt x="2290" y="72"/>
                  </a:lnTo>
                  <a:lnTo>
                    <a:pt x="2296" y="78"/>
                  </a:lnTo>
                  <a:lnTo>
                    <a:pt x="2308" y="84"/>
                  </a:lnTo>
                  <a:lnTo>
                    <a:pt x="2326" y="90"/>
                  </a:lnTo>
                  <a:lnTo>
                    <a:pt x="2350" y="102"/>
                  </a:lnTo>
                  <a:lnTo>
                    <a:pt x="2380" y="108"/>
                  </a:lnTo>
                  <a:lnTo>
                    <a:pt x="2416" y="114"/>
                  </a:lnTo>
                  <a:lnTo>
                    <a:pt x="2446" y="108"/>
                  </a:lnTo>
                  <a:lnTo>
                    <a:pt x="2481" y="108"/>
                  </a:lnTo>
                  <a:lnTo>
                    <a:pt x="2511" y="102"/>
                  </a:lnTo>
                  <a:lnTo>
                    <a:pt x="2541" y="96"/>
                  </a:lnTo>
                  <a:lnTo>
                    <a:pt x="2559" y="96"/>
                  </a:lnTo>
                  <a:lnTo>
                    <a:pt x="2595" y="84"/>
                  </a:lnTo>
                  <a:lnTo>
                    <a:pt x="2619" y="72"/>
                  </a:lnTo>
                  <a:lnTo>
                    <a:pt x="2643" y="54"/>
                  </a:lnTo>
                  <a:lnTo>
                    <a:pt x="2661" y="42"/>
                  </a:lnTo>
                  <a:lnTo>
                    <a:pt x="2673" y="24"/>
                  </a:lnTo>
                  <a:lnTo>
                    <a:pt x="2697" y="18"/>
                  </a:lnTo>
                  <a:lnTo>
                    <a:pt x="2715" y="24"/>
                  </a:lnTo>
                  <a:lnTo>
                    <a:pt x="2715" y="48"/>
                  </a:lnTo>
                  <a:lnTo>
                    <a:pt x="2709" y="78"/>
                  </a:lnTo>
                  <a:lnTo>
                    <a:pt x="2709" y="108"/>
                  </a:lnTo>
                  <a:lnTo>
                    <a:pt x="2727" y="114"/>
                  </a:lnTo>
                  <a:lnTo>
                    <a:pt x="2744" y="120"/>
                  </a:lnTo>
                  <a:lnTo>
                    <a:pt x="2768" y="126"/>
                  </a:lnTo>
                  <a:lnTo>
                    <a:pt x="2792" y="132"/>
                  </a:lnTo>
                  <a:lnTo>
                    <a:pt x="2816" y="132"/>
                  </a:lnTo>
                  <a:lnTo>
                    <a:pt x="2846" y="132"/>
                  </a:lnTo>
                  <a:lnTo>
                    <a:pt x="2870" y="132"/>
                  </a:lnTo>
                  <a:lnTo>
                    <a:pt x="2906" y="132"/>
                  </a:lnTo>
                  <a:lnTo>
                    <a:pt x="2972" y="126"/>
                  </a:lnTo>
                  <a:lnTo>
                    <a:pt x="3049" y="114"/>
                  </a:lnTo>
                  <a:lnTo>
                    <a:pt x="3127" y="102"/>
                  </a:lnTo>
                  <a:lnTo>
                    <a:pt x="3205" y="90"/>
                  </a:lnTo>
                  <a:lnTo>
                    <a:pt x="3336" y="78"/>
                  </a:lnTo>
                  <a:lnTo>
                    <a:pt x="3426" y="72"/>
                  </a:lnTo>
                  <a:lnTo>
                    <a:pt x="3456" y="66"/>
                  </a:lnTo>
                  <a:lnTo>
                    <a:pt x="3462" y="66"/>
                  </a:lnTo>
                  <a:lnTo>
                    <a:pt x="3474" y="60"/>
                  </a:lnTo>
                  <a:lnTo>
                    <a:pt x="3486" y="48"/>
                  </a:lnTo>
                  <a:lnTo>
                    <a:pt x="3498" y="48"/>
                  </a:lnTo>
                  <a:lnTo>
                    <a:pt x="3510" y="42"/>
                  </a:lnTo>
                  <a:lnTo>
                    <a:pt x="3522" y="42"/>
                  </a:lnTo>
                  <a:lnTo>
                    <a:pt x="3534" y="36"/>
                  </a:lnTo>
                  <a:lnTo>
                    <a:pt x="3546" y="36"/>
                  </a:lnTo>
                  <a:lnTo>
                    <a:pt x="3564" y="36"/>
                  </a:lnTo>
                  <a:lnTo>
                    <a:pt x="3582" y="42"/>
                  </a:lnTo>
                  <a:lnTo>
                    <a:pt x="3600" y="42"/>
                  </a:lnTo>
                  <a:lnTo>
                    <a:pt x="3617" y="54"/>
                  </a:lnTo>
                  <a:lnTo>
                    <a:pt x="3635" y="60"/>
                  </a:lnTo>
                  <a:lnTo>
                    <a:pt x="3647" y="66"/>
                  </a:lnTo>
                  <a:lnTo>
                    <a:pt x="3659" y="72"/>
                  </a:lnTo>
                  <a:lnTo>
                    <a:pt x="3689" y="78"/>
                  </a:lnTo>
                  <a:lnTo>
                    <a:pt x="3731" y="90"/>
                  </a:lnTo>
                  <a:lnTo>
                    <a:pt x="3767" y="96"/>
                  </a:lnTo>
                  <a:lnTo>
                    <a:pt x="3815" y="102"/>
                  </a:lnTo>
                  <a:lnTo>
                    <a:pt x="3863" y="102"/>
                  </a:lnTo>
                  <a:lnTo>
                    <a:pt x="3916" y="102"/>
                  </a:lnTo>
                  <a:lnTo>
                    <a:pt x="3970" y="102"/>
                  </a:lnTo>
                  <a:lnTo>
                    <a:pt x="4024" y="102"/>
                  </a:lnTo>
                  <a:lnTo>
                    <a:pt x="4078" y="102"/>
                  </a:lnTo>
                  <a:lnTo>
                    <a:pt x="4132" y="96"/>
                  </a:lnTo>
                  <a:lnTo>
                    <a:pt x="4186" y="90"/>
                  </a:lnTo>
                  <a:lnTo>
                    <a:pt x="4239" y="78"/>
                  </a:lnTo>
                  <a:lnTo>
                    <a:pt x="4287" y="72"/>
                  </a:lnTo>
                  <a:lnTo>
                    <a:pt x="4341" y="54"/>
                  </a:lnTo>
                  <a:lnTo>
                    <a:pt x="4383" y="42"/>
                  </a:lnTo>
                  <a:lnTo>
                    <a:pt x="4419" y="30"/>
                  </a:lnTo>
                  <a:lnTo>
                    <a:pt x="4449" y="18"/>
                  </a:lnTo>
                  <a:lnTo>
                    <a:pt x="4478" y="12"/>
                  </a:lnTo>
                  <a:lnTo>
                    <a:pt x="4502" y="6"/>
                  </a:lnTo>
                  <a:lnTo>
                    <a:pt x="4526" y="0"/>
                  </a:lnTo>
                  <a:lnTo>
                    <a:pt x="4544" y="0"/>
                  </a:lnTo>
                  <a:lnTo>
                    <a:pt x="4562" y="0"/>
                  </a:lnTo>
                  <a:lnTo>
                    <a:pt x="4574" y="6"/>
                  </a:lnTo>
                  <a:lnTo>
                    <a:pt x="4586" y="12"/>
                  </a:lnTo>
                  <a:lnTo>
                    <a:pt x="4598" y="18"/>
                  </a:lnTo>
                  <a:lnTo>
                    <a:pt x="4604" y="24"/>
                  </a:lnTo>
                  <a:lnTo>
                    <a:pt x="4610" y="30"/>
                  </a:lnTo>
                  <a:lnTo>
                    <a:pt x="4616" y="36"/>
                  </a:lnTo>
                  <a:lnTo>
                    <a:pt x="4622" y="48"/>
                  </a:lnTo>
                  <a:lnTo>
                    <a:pt x="4628" y="60"/>
                  </a:lnTo>
                  <a:lnTo>
                    <a:pt x="4634" y="66"/>
                  </a:lnTo>
                  <a:lnTo>
                    <a:pt x="4640" y="78"/>
                  </a:lnTo>
                  <a:lnTo>
                    <a:pt x="4652" y="84"/>
                  </a:lnTo>
                  <a:lnTo>
                    <a:pt x="4670" y="90"/>
                  </a:lnTo>
                  <a:lnTo>
                    <a:pt x="4682" y="96"/>
                  </a:lnTo>
                  <a:lnTo>
                    <a:pt x="4706" y="102"/>
                  </a:lnTo>
                  <a:lnTo>
                    <a:pt x="4724" y="108"/>
                  </a:lnTo>
                  <a:lnTo>
                    <a:pt x="4748" y="114"/>
                  </a:lnTo>
                  <a:lnTo>
                    <a:pt x="4771" y="114"/>
                  </a:lnTo>
                  <a:lnTo>
                    <a:pt x="4801" y="114"/>
                  </a:lnTo>
                  <a:lnTo>
                    <a:pt x="4831" y="108"/>
                  </a:lnTo>
                  <a:lnTo>
                    <a:pt x="4861" y="102"/>
                  </a:lnTo>
                  <a:lnTo>
                    <a:pt x="4891" y="96"/>
                  </a:lnTo>
                  <a:lnTo>
                    <a:pt x="4927" y="84"/>
                  </a:lnTo>
                  <a:lnTo>
                    <a:pt x="4957" y="66"/>
                  </a:lnTo>
                  <a:lnTo>
                    <a:pt x="4993" y="48"/>
                  </a:lnTo>
                  <a:lnTo>
                    <a:pt x="5017" y="36"/>
                  </a:lnTo>
                  <a:lnTo>
                    <a:pt x="5029" y="30"/>
                  </a:lnTo>
                  <a:lnTo>
                    <a:pt x="5061" y="24"/>
                  </a:lnTo>
                  <a:lnTo>
                    <a:pt x="5091" y="17"/>
                  </a:lnTo>
                  <a:lnTo>
                    <a:pt x="5118" y="14"/>
                  </a:lnTo>
                  <a:lnTo>
                    <a:pt x="5145" y="9"/>
                  </a:lnTo>
                  <a:lnTo>
                    <a:pt x="5175" y="9"/>
                  </a:lnTo>
                  <a:lnTo>
                    <a:pt x="5199" y="8"/>
                  </a:lnTo>
                  <a:lnTo>
                    <a:pt x="5219" y="9"/>
                  </a:lnTo>
                  <a:lnTo>
                    <a:pt x="5238" y="9"/>
                  </a:lnTo>
                  <a:lnTo>
                    <a:pt x="5258" y="11"/>
                  </a:lnTo>
                  <a:lnTo>
                    <a:pt x="5280" y="9"/>
                  </a:lnTo>
                  <a:lnTo>
                    <a:pt x="5304" y="11"/>
                  </a:lnTo>
                  <a:lnTo>
                    <a:pt x="5327" y="8"/>
                  </a:lnTo>
                  <a:lnTo>
                    <a:pt x="5351" y="8"/>
                  </a:lnTo>
                  <a:lnTo>
                    <a:pt x="5390" y="9"/>
                  </a:lnTo>
                  <a:lnTo>
                    <a:pt x="5435" y="24"/>
                  </a:lnTo>
                  <a:lnTo>
                    <a:pt x="5447" y="30"/>
                  </a:lnTo>
                  <a:lnTo>
                    <a:pt x="5453" y="36"/>
                  </a:lnTo>
                  <a:lnTo>
                    <a:pt x="5453" y="42"/>
                  </a:lnTo>
                  <a:lnTo>
                    <a:pt x="5459" y="48"/>
                  </a:lnTo>
                  <a:lnTo>
                    <a:pt x="5459" y="54"/>
                  </a:lnTo>
                  <a:lnTo>
                    <a:pt x="5459" y="60"/>
                  </a:lnTo>
                  <a:lnTo>
                    <a:pt x="5459" y="66"/>
                  </a:lnTo>
                  <a:lnTo>
                    <a:pt x="5465" y="66"/>
                  </a:lnTo>
                  <a:lnTo>
                    <a:pt x="5465" y="72"/>
                  </a:lnTo>
                  <a:lnTo>
                    <a:pt x="5477" y="72"/>
                  </a:lnTo>
                  <a:lnTo>
                    <a:pt x="5489" y="78"/>
                  </a:lnTo>
                  <a:lnTo>
                    <a:pt x="5501" y="84"/>
                  </a:lnTo>
                  <a:lnTo>
                    <a:pt x="5519" y="84"/>
                  </a:lnTo>
                  <a:lnTo>
                    <a:pt x="5555" y="90"/>
                  </a:lnTo>
                  <a:lnTo>
                    <a:pt x="5603" y="90"/>
                  </a:lnTo>
                  <a:lnTo>
                    <a:pt x="5656" y="90"/>
                  </a:lnTo>
                  <a:lnTo>
                    <a:pt x="5710" y="84"/>
                  </a:lnTo>
                  <a:lnTo>
                    <a:pt x="5740" y="78"/>
                  </a:lnTo>
                  <a:lnTo>
                    <a:pt x="5770" y="72"/>
                  </a:lnTo>
                  <a:lnTo>
                    <a:pt x="5770" y="90"/>
                  </a:lnTo>
                  <a:lnTo>
                    <a:pt x="5770" y="90"/>
                  </a:lnTo>
                  <a:lnTo>
                    <a:pt x="5740" y="96"/>
                  </a:lnTo>
                  <a:lnTo>
                    <a:pt x="5710" y="102"/>
                  </a:lnTo>
                  <a:lnTo>
                    <a:pt x="5656" y="108"/>
                  </a:lnTo>
                  <a:lnTo>
                    <a:pt x="5603" y="108"/>
                  </a:lnTo>
                  <a:lnTo>
                    <a:pt x="5555" y="108"/>
                  </a:lnTo>
                  <a:lnTo>
                    <a:pt x="5519" y="102"/>
                  </a:lnTo>
                  <a:lnTo>
                    <a:pt x="5501" y="102"/>
                  </a:lnTo>
                  <a:lnTo>
                    <a:pt x="5489" y="96"/>
                  </a:lnTo>
                  <a:lnTo>
                    <a:pt x="5477" y="90"/>
                  </a:lnTo>
                  <a:lnTo>
                    <a:pt x="5465" y="90"/>
                  </a:lnTo>
                  <a:lnTo>
                    <a:pt x="5465" y="84"/>
                  </a:lnTo>
                  <a:lnTo>
                    <a:pt x="5459" y="84"/>
                  </a:lnTo>
                  <a:lnTo>
                    <a:pt x="5459" y="78"/>
                  </a:lnTo>
                  <a:lnTo>
                    <a:pt x="5459" y="72"/>
                  </a:lnTo>
                  <a:lnTo>
                    <a:pt x="5459" y="66"/>
                  </a:lnTo>
                  <a:lnTo>
                    <a:pt x="5453" y="60"/>
                  </a:lnTo>
                  <a:lnTo>
                    <a:pt x="5453" y="54"/>
                  </a:lnTo>
                  <a:lnTo>
                    <a:pt x="5447" y="48"/>
                  </a:lnTo>
                  <a:lnTo>
                    <a:pt x="5435" y="42"/>
                  </a:lnTo>
                  <a:lnTo>
                    <a:pt x="5429" y="36"/>
                  </a:lnTo>
                  <a:lnTo>
                    <a:pt x="5423" y="36"/>
                  </a:lnTo>
                  <a:lnTo>
                    <a:pt x="5405" y="30"/>
                  </a:lnTo>
                  <a:lnTo>
                    <a:pt x="5393" y="30"/>
                  </a:lnTo>
                  <a:lnTo>
                    <a:pt x="5370" y="23"/>
                  </a:lnTo>
                  <a:lnTo>
                    <a:pt x="5346" y="24"/>
                  </a:lnTo>
                  <a:lnTo>
                    <a:pt x="5325" y="27"/>
                  </a:lnTo>
                  <a:lnTo>
                    <a:pt x="5298" y="29"/>
                  </a:lnTo>
                  <a:lnTo>
                    <a:pt x="5270" y="29"/>
                  </a:lnTo>
                  <a:lnTo>
                    <a:pt x="5247" y="26"/>
                  </a:lnTo>
                  <a:lnTo>
                    <a:pt x="5219" y="24"/>
                  </a:lnTo>
                  <a:lnTo>
                    <a:pt x="5199" y="21"/>
                  </a:lnTo>
                  <a:lnTo>
                    <a:pt x="5174" y="24"/>
                  </a:lnTo>
                </a:path>
              </a:pathLst>
            </a:custGeom>
            <a:gradFill rotWithShape="0">
              <a:gsLst>
                <a:gs pos="0">
                  <a:schemeClr val="accent2"/>
                </a:gs>
                <a:gs pos="50000">
                  <a:schemeClr val="accent2">
                    <a:gamma/>
                    <a:tint val="96863"/>
                    <a:invGamma/>
                  </a:schemeClr>
                </a:gs>
                <a:gs pos="100000">
                  <a:schemeClr val="accent2"/>
                </a:gs>
              </a:gsLst>
              <a:lin ang="0" scaled="1"/>
            </a:gradFill>
            <a:ln>
              <a:noFill/>
            </a:ln>
            <a:extLst>
              <a:ext uri="{91240B29-F687-4F45-9708-019B960494DF}">
                <a14:hiddenLine xmlns:a14="http://schemas.microsoft.com/office/drawing/2010/main" w="9525">
                  <a:solidFill>
                    <a:schemeClr val="tx1"/>
                  </a:solidFill>
                  <a:round/>
                  <a:headEnd/>
                  <a:tailEnd/>
                </a14:hiddenLine>
              </a:ext>
            </a:extLst>
          </p:spPr>
          <p:txBody>
            <a:bodyPr/>
            <a:lstStyle/>
            <a:p>
              <a:endParaRPr lang="en-US"/>
            </a:p>
          </p:txBody>
        </p:sp>
      </p:grpSp>
      <p:sp>
        <p:nvSpPr>
          <p:cNvPr id="23576" name="Rectangle 24">
            <a:extLst>
              <a:ext uri="{FF2B5EF4-FFF2-40B4-BE49-F238E27FC236}">
                <a16:creationId xmlns:a16="http://schemas.microsoft.com/office/drawing/2014/main" id="{53058791-D8BB-4011-B66E-F54312DDCDDB}"/>
              </a:ext>
            </a:extLst>
          </p:cNvPr>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en-US" altLang="en-US"/>
              <a:t>Click to edit Master title style</a:t>
            </a:r>
          </a:p>
        </p:txBody>
      </p:sp>
      <p:sp>
        <p:nvSpPr>
          <p:cNvPr id="23577" name="Rectangle 25">
            <a:extLst>
              <a:ext uri="{FF2B5EF4-FFF2-40B4-BE49-F238E27FC236}">
                <a16:creationId xmlns:a16="http://schemas.microsoft.com/office/drawing/2014/main" id="{5AE3285F-4F86-4172-807E-86402F89350C}"/>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3578" name="Rectangle 26">
            <a:extLst>
              <a:ext uri="{FF2B5EF4-FFF2-40B4-BE49-F238E27FC236}">
                <a16:creationId xmlns:a16="http://schemas.microsoft.com/office/drawing/2014/main" id="{74C7AF0E-F723-41A8-A507-11B1104B6B59}"/>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mn-lt"/>
              </a:defRPr>
            </a:lvl1pPr>
          </a:lstStyle>
          <a:p>
            <a:endParaRPr lang="en-US" altLang="en-US"/>
          </a:p>
        </p:txBody>
      </p:sp>
      <p:sp>
        <p:nvSpPr>
          <p:cNvPr id="23579" name="Rectangle 27">
            <a:extLst>
              <a:ext uri="{FF2B5EF4-FFF2-40B4-BE49-F238E27FC236}">
                <a16:creationId xmlns:a16="http://schemas.microsoft.com/office/drawing/2014/main" id="{0E132434-E54F-44CA-83FA-72B07C419266}"/>
              </a:ext>
            </a:extLst>
          </p:cNvPr>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mn-lt"/>
              </a:defRPr>
            </a:lvl1pPr>
          </a:lstStyle>
          <a:p>
            <a:fld id="{68867E3D-6861-45F4-AA5B-F16A93030A3C}" type="slidenum">
              <a:rPr lang="en-US" altLang="en-US"/>
              <a:pPr/>
              <a:t>‹#›</a:t>
            </a:fld>
            <a:endParaRPr lang="en-US" altLang="en-US"/>
          </a:p>
        </p:txBody>
      </p:sp>
      <p:sp>
        <p:nvSpPr>
          <p:cNvPr id="23580" name="Rectangle 28">
            <a:extLst>
              <a:ext uri="{FF2B5EF4-FFF2-40B4-BE49-F238E27FC236}">
                <a16:creationId xmlns:a16="http://schemas.microsoft.com/office/drawing/2014/main" id="{40E1A16A-3E81-4AEB-8B48-CCCEDB25E91F}"/>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mn-lt"/>
              </a:defRPr>
            </a:lvl1pPr>
          </a:lstStyle>
          <a:p>
            <a:endParaRPr lang="en-US" altLang="en-US"/>
          </a:p>
        </p:txBody>
      </p:sp>
    </p:spTree>
  </p:cSld>
  <p:clrMap bg1="dk2" tx1="lt1" bg2="dk1" tx2="lt2" accent1="accent1" accent2="accent2" accent3="accent3" accent4="accent4" accent5="accent5" accent6="accent6" hlink="hlink" folHlink="folHlink"/>
  <p:sldLayoutIdLst>
    <p:sldLayoutId id="214748365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rtl="0" fontAlgn="base">
        <a:spcBef>
          <a:spcPct val="0"/>
        </a:spcBef>
        <a:spcAft>
          <a:spcPct val="0"/>
        </a:spcAft>
        <a:defRPr sz="42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2pPr>
      <a:lvl3pPr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3pPr>
      <a:lvl4pPr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4pPr>
      <a:lvl5pPr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5pPr>
      <a:lvl6pPr marL="457200"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6pPr>
      <a:lvl7pPr marL="914400"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7pPr>
      <a:lvl8pPr marL="1371600"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8pPr>
      <a:lvl9pPr marL="1828800" algn="ctr" rtl="0" fontAlgn="base">
        <a:spcBef>
          <a:spcPct val="0"/>
        </a:spcBef>
        <a:spcAft>
          <a:spcPct val="0"/>
        </a:spcAft>
        <a:defRPr sz="4200">
          <a:solidFill>
            <a:schemeClr val="tx2"/>
          </a:solidFill>
          <a:effectLst>
            <a:outerShdw blurRad="38100" dist="38100" dir="2700000" algn="tl">
              <a:srgbClr val="000000"/>
            </a:outerShdw>
          </a:effectLst>
          <a:latin typeface="Tahoma" panose="020B0604030504040204" pitchFamily="34" charset="0"/>
        </a:defRPr>
      </a:lvl9pPr>
    </p:titleStyle>
    <p:bodyStyle>
      <a:lvl1pPr marL="342900" indent="-342900" algn="l" rtl="0" fontAlgn="base">
        <a:spcBef>
          <a:spcPct val="20000"/>
        </a:spcBef>
        <a:spcAft>
          <a:spcPct val="0"/>
        </a:spcAft>
        <a:buClr>
          <a:schemeClr val="hlink"/>
        </a:buClr>
        <a:buSzPct val="80000"/>
        <a:buFont typeface="Wingdings" panose="05000000000000000000" pitchFamily="2" charset="2"/>
        <a:buChar char="l"/>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folHlink"/>
        </a:buClr>
        <a:buSzPct val="80000"/>
        <a:buFont typeface="Wingdings" panose="05000000000000000000" pitchFamily="2" charset="2"/>
        <a:buChar char="l"/>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tx2"/>
        </a:buClr>
        <a:buSzPct val="80000"/>
        <a:buFont typeface="Wingdings" panose="05000000000000000000" pitchFamily="2" charset="2"/>
        <a:buChar char="l"/>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Clr>
          <a:schemeClr val="hlink"/>
        </a:buClr>
        <a:buSzPct val="80000"/>
        <a:buFont typeface="Wingdings" panose="05000000000000000000" pitchFamily="2" charset="2"/>
        <a:buChar char="l"/>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tx1"/>
        </a:buClr>
        <a:buSzPct val="80000"/>
        <a:buFont typeface="Wingdings" panose="05000000000000000000" pitchFamily="2" charset="2"/>
        <a:buChar char="l"/>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07FBC333-D7A5-4D47-A574-DB64E2D3279E}"/>
              </a:ext>
            </a:extLst>
          </p:cNvPr>
          <p:cNvSpPr>
            <a:spLocks noGrp="1" noChangeArrowheads="1"/>
          </p:cNvSpPr>
          <p:nvPr>
            <p:ph type="title"/>
          </p:nvPr>
        </p:nvSpPr>
        <p:spPr bwMode="auto">
          <a:xfrm>
            <a:off x="457200" y="3810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2947" name="Rectangle 3">
            <a:extLst>
              <a:ext uri="{FF2B5EF4-FFF2-40B4-BE49-F238E27FC236}">
                <a16:creationId xmlns:a16="http://schemas.microsoft.com/office/drawing/2014/main" id="{F9CDA4AB-E89F-4920-A981-9B0A2F24D6EB}"/>
              </a:ext>
            </a:extLst>
          </p:cNvPr>
          <p:cNvSpPr>
            <a:spLocks noGrp="1" noChangeArrowheads="1"/>
          </p:cNvSpPr>
          <p:nvPr>
            <p:ph type="body" idx="1"/>
          </p:nvPr>
        </p:nvSpPr>
        <p:spPr bwMode="auto">
          <a:xfrm>
            <a:off x="457200" y="1981200"/>
            <a:ext cx="8229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2948" name="Rectangle 4">
            <a:extLst>
              <a:ext uri="{FF2B5EF4-FFF2-40B4-BE49-F238E27FC236}">
                <a16:creationId xmlns:a16="http://schemas.microsoft.com/office/drawing/2014/main" id="{C4479A8C-699D-4B63-A3EE-0B6081B1AAB9}"/>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defRPr>
            </a:lvl1pPr>
          </a:lstStyle>
          <a:p>
            <a:endParaRPr lang="en-US" altLang="en-US"/>
          </a:p>
        </p:txBody>
      </p:sp>
      <p:sp>
        <p:nvSpPr>
          <p:cNvPr id="82949" name="Rectangle 5">
            <a:extLst>
              <a:ext uri="{FF2B5EF4-FFF2-40B4-BE49-F238E27FC236}">
                <a16:creationId xmlns:a16="http://schemas.microsoft.com/office/drawing/2014/main" id="{601A8AB5-B351-4E6E-B9E2-B9260E5DFDF9}"/>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defRPr>
            </a:lvl1pPr>
          </a:lstStyle>
          <a:p>
            <a:endParaRPr lang="en-US" altLang="en-US"/>
          </a:p>
        </p:txBody>
      </p:sp>
      <p:sp>
        <p:nvSpPr>
          <p:cNvPr id="82950" name="Rectangle 6">
            <a:extLst>
              <a:ext uri="{FF2B5EF4-FFF2-40B4-BE49-F238E27FC236}">
                <a16:creationId xmlns:a16="http://schemas.microsoft.com/office/drawing/2014/main" id="{2DB60223-0F65-4D4E-A870-0A0CF754D838}"/>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defRPr>
            </a:lvl1pPr>
          </a:lstStyle>
          <a:p>
            <a:fld id="{F9E12C97-C972-433A-B6B0-0C2A1286F9AE}"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63"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anose="020B0604030504040204" pitchFamily="34" charset="0"/>
        </a:defRPr>
      </a:lvl9pPr>
    </p:titleStyle>
    <p:bodyStyle>
      <a:lvl1pPr marL="342900" indent="-342900" algn="l" rtl="0" fontAlgn="base">
        <a:spcBef>
          <a:spcPct val="20000"/>
        </a:spcBef>
        <a:spcAft>
          <a:spcPct val="0"/>
        </a:spcAft>
        <a:buClr>
          <a:schemeClr val="hlink"/>
        </a:buClr>
        <a:buSzPct val="65000"/>
        <a:buFont typeface="Wingdings" panose="05000000000000000000" pitchFamily="2" charset="2"/>
        <a:buChar char="n"/>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folHlink"/>
        </a:buClr>
        <a:buSzPct val="65000"/>
        <a:buFont typeface="Wingdings" panose="05000000000000000000" pitchFamily="2" charset="2"/>
        <a:buChar char="n"/>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hlink"/>
        </a:buClr>
        <a:buSzPct val="65000"/>
        <a:buFont typeface="Wingdings" panose="05000000000000000000" pitchFamily="2" charset="2"/>
        <a:buChar char="n"/>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Clr>
          <a:schemeClr val="folHlink"/>
        </a:buClr>
        <a:buSzPct val="65000"/>
        <a:buFont typeface="Wingdings" panose="05000000000000000000" pitchFamily="2" charset="2"/>
        <a:buChar char="n"/>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hlink"/>
        </a:buClr>
        <a:buSzPct val="65000"/>
        <a:buFont typeface="Wingdings" panose="05000000000000000000" pitchFamily="2" charset="2"/>
        <a:buChar char="n"/>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7522" name="Group 2">
            <a:extLst>
              <a:ext uri="{FF2B5EF4-FFF2-40B4-BE49-F238E27FC236}">
                <a16:creationId xmlns:a16="http://schemas.microsoft.com/office/drawing/2014/main" id="{C36CBC09-45AA-4B46-B1E3-399063A37272}"/>
              </a:ext>
            </a:extLst>
          </p:cNvPr>
          <p:cNvGrpSpPr>
            <a:grpSpLocks/>
          </p:cNvGrpSpPr>
          <p:nvPr/>
        </p:nvGrpSpPr>
        <p:grpSpPr bwMode="auto">
          <a:xfrm>
            <a:off x="0" y="3902075"/>
            <a:ext cx="3400425" cy="2949575"/>
            <a:chOff x="0" y="2458"/>
            <a:chExt cx="2142" cy="1858"/>
          </a:xfrm>
        </p:grpSpPr>
        <p:sp>
          <p:nvSpPr>
            <p:cNvPr id="107523" name="Freeform 3">
              <a:extLst>
                <a:ext uri="{FF2B5EF4-FFF2-40B4-BE49-F238E27FC236}">
                  <a16:creationId xmlns:a16="http://schemas.microsoft.com/office/drawing/2014/main" id="{6C2E0E3D-B252-4C2E-88E1-9F86C307FC3B}"/>
                </a:ext>
              </a:extLst>
            </p:cNvPr>
            <p:cNvSpPr>
              <a:spLocks/>
            </p:cNvSpPr>
            <p:nvPr/>
          </p:nvSpPr>
          <p:spPr bwMode="ltGray">
            <a:xfrm>
              <a:off x="0" y="2508"/>
              <a:ext cx="2142" cy="1804"/>
            </a:xfrm>
            <a:custGeom>
              <a:avLst/>
              <a:gdLst>
                <a:gd name="T0" fmla="*/ 329 w 2135"/>
                <a:gd name="T1" fmla="*/ 66 h 1804"/>
                <a:gd name="T2" fmla="*/ 161 w 2135"/>
                <a:gd name="T3" fmla="*/ 30 h 1804"/>
                <a:gd name="T4" fmla="*/ 0 w 2135"/>
                <a:gd name="T5" fmla="*/ 0 h 1804"/>
                <a:gd name="T6" fmla="*/ 0 w 2135"/>
                <a:gd name="T7" fmla="*/ 12 h 1804"/>
                <a:gd name="T8" fmla="*/ 161 w 2135"/>
                <a:gd name="T9" fmla="*/ 42 h 1804"/>
                <a:gd name="T10" fmla="*/ 323 w 2135"/>
                <a:gd name="T11" fmla="*/ 78 h 1804"/>
                <a:gd name="T12" fmla="*/ 556 w 2135"/>
                <a:gd name="T13" fmla="*/ 150 h 1804"/>
                <a:gd name="T14" fmla="*/ 777 w 2135"/>
                <a:gd name="T15" fmla="*/ 245 h 1804"/>
                <a:gd name="T16" fmla="*/ 993 w 2135"/>
                <a:gd name="T17" fmla="*/ 365 h 1804"/>
                <a:gd name="T18" fmla="*/ 1196 w 2135"/>
                <a:gd name="T19" fmla="*/ 503 h 1804"/>
                <a:gd name="T20" fmla="*/ 1381 w 2135"/>
                <a:gd name="T21" fmla="*/ 653 h 1804"/>
                <a:gd name="T22" fmla="*/ 1555 w 2135"/>
                <a:gd name="T23" fmla="*/ 827 h 1804"/>
                <a:gd name="T24" fmla="*/ 1710 w 2135"/>
                <a:gd name="T25" fmla="*/ 1019 h 1804"/>
                <a:gd name="T26" fmla="*/ 1854 w 2135"/>
                <a:gd name="T27" fmla="*/ 1229 h 1804"/>
                <a:gd name="T28" fmla="*/ 1937 w 2135"/>
                <a:gd name="T29" fmla="*/ 1366 h 1804"/>
                <a:gd name="T30" fmla="*/ 2009 w 2135"/>
                <a:gd name="T31" fmla="*/ 1510 h 1804"/>
                <a:gd name="T32" fmla="*/ 2069 w 2135"/>
                <a:gd name="T33" fmla="*/ 1654 h 1804"/>
                <a:gd name="T34" fmla="*/ 2123 w 2135"/>
                <a:gd name="T35" fmla="*/ 1804 h 1804"/>
                <a:gd name="T36" fmla="*/ 2135 w 2135"/>
                <a:gd name="T37" fmla="*/ 1804 h 1804"/>
                <a:gd name="T38" fmla="*/ 2081 w 2135"/>
                <a:gd name="T39" fmla="*/ 1654 h 1804"/>
                <a:gd name="T40" fmla="*/ 2021 w 2135"/>
                <a:gd name="T41" fmla="*/ 1510 h 1804"/>
                <a:gd name="T42" fmla="*/ 1949 w 2135"/>
                <a:gd name="T43" fmla="*/ 1366 h 1804"/>
                <a:gd name="T44" fmla="*/ 1866 w 2135"/>
                <a:gd name="T45" fmla="*/ 1223 h 1804"/>
                <a:gd name="T46" fmla="*/ 1722 w 2135"/>
                <a:gd name="T47" fmla="*/ 1013 h 1804"/>
                <a:gd name="T48" fmla="*/ 1561 w 2135"/>
                <a:gd name="T49" fmla="*/ 821 h 1804"/>
                <a:gd name="T50" fmla="*/ 1387 w 2135"/>
                <a:gd name="T51" fmla="*/ 647 h 1804"/>
                <a:gd name="T52" fmla="*/ 1202 w 2135"/>
                <a:gd name="T53" fmla="*/ 491 h 1804"/>
                <a:gd name="T54" fmla="*/ 999 w 2135"/>
                <a:gd name="T55" fmla="*/ 353 h 1804"/>
                <a:gd name="T56" fmla="*/ 783 w 2135"/>
                <a:gd name="T57" fmla="*/ 239 h 1804"/>
                <a:gd name="T58" fmla="*/ 562 w 2135"/>
                <a:gd name="T59" fmla="*/ 138 h 1804"/>
                <a:gd name="T60" fmla="*/ 329 w 2135"/>
                <a:gd name="T61" fmla="*/ 66 h 1804"/>
                <a:gd name="T62" fmla="*/ 329 w 2135"/>
                <a:gd name="T63" fmla="*/ 6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524" name="Freeform 4">
              <a:extLst>
                <a:ext uri="{FF2B5EF4-FFF2-40B4-BE49-F238E27FC236}">
                  <a16:creationId xmlns:a16="http://schemas.microsoft.com/office/drawing/2014/main" id="{73589E33-F6C8-48C4-BCAF-9F38FB9D3A85}"/>
                </a:ext>
              </a:extLst>
            </p:cNvPr>
            <p:cNvSpPr>
              <a:spLocks/>
            </p:cNvSpPr>
            <p:nvPr/>
          </p:nvSpPr>
          <p:spPr bwMode="hidden">
            <a:xfrm>
              <a:off x="0" y="2458"/>
              <a:ext cx="1854" cy="1858"/>
            </a:xfrm>
            <a:custGeom>
              <a:avLst/>
              <a:gdLst>
                <a:gd name="T0" fmla="*/ 1854 w 1854"/>
                <a:gd name="T1" fmla="*/ 1858 h 1858"/>
                <a:gd name="T2" fmla="*/ 0 w 1854"/>
                <a:gd name="T3" fmla="*/ 1858 h 1858"/>
                <a:gd name="T4" fmla="*/ 0 w 1854"/>
                <a:gd name="T5" fmla="*/ 0 h 1858"/>
                <a:gd name="T6" fmla="*/ 1854 w 1854"/>
                <a:gd name="T7" fmla="*/ 1858 h 1858"/>
                <a:gd name="T8" fmla="*/ 1854 w 1854"/>
                <a:gd name="T9" fmla="*/ 1858 h 1858"/>
              </a:gdLst>
              <a:ahLst/>
              <a:cxnLst>
                <a:cxn ang="0">
                  <a:pos x="T0" y="T1"/>
                </a:cxn>
                <a:cxn ang="0">
                  <a:pos x="T2" y="T3"/>
                </a:cxn>
                <a:cxn ang="0">
                  <a:pos x="T4" y="T5"/>
                </a:cxn>
                <a:cxn ang="0">
                  <a:pos x="T6" y="T7"/>
                </a:cxn>
                <a:cxn ang="0">
                  <a:pos x="T8" y="T9"/>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525" name="Freeform 5">
              <a:extLst>
                <a:ext uri="{FF2B5EF4-FFF2-40B4-BE49-F238E27FC236}">
                  <a16:creationId xmlns:a16="http://schemas.microsoft.com/office/drawing/2014/main" id="{AD5B44D7-1D34-47BD-BC58-6DD2F6302FB9}"/>
                </a:ext>
              </a:extLst>
            </p:cNvPr>
            <p:cNvSpPr>
              <a:spLocks/>
            </p:cNvSpPr>
            <p:nvPr/>
          </p:nvSpPr>
          <p:spPr bwMode="ltGray">
            <a:xfrm>
              <a:off x="0" y="2735"/>
              <a:ext cx="1745" cy="1577"/>
            </a:xfrm>
            <a:custGeom>
              <a:avLst/>
              <a:gdLst>
                <a:gd name="T0" fmla="*/ 1640 w 1745"/>
                <a:gd name="T1" fmla="*/ 1377 h 1577"/>
                <a:gd name="T2" fmla="*/ 1692 w 1745"/>
                <a:gd name="T3" fmla="*/ 1479 h 1577"/>
                <a:gd name="T4" fmla="*/ 1732 w 1745"/>
                <a:gd name="T5" fmla="*/ 1577 h 1577"/>
                <a:gd name="T6" fmla="*/ 1745 w 1745"/>
                <a:gd name="T7" fmla="*/ 1577 h 1577"/>
                <a:gd name="T8" fmla="*/ 1703 w 1745"/>
                <a:gd name="T9" fmla="*/ 1469 h 1577"/>
                <a:gd name="T10" fmla="*/ 1649 w 1745"/>
                <a:gd name="T11" fmla="*/ 1367 h 1577"/>
                <a:gd name="T12" fmla="*/ 1535 w 1745"/>
                <a:gd name="T13" fmla="*/ 1157 h 1577"/>
                <a:gd name="T14" fmla="*/ 1395 w 1745"/>
                <a:gd name="T15" fmla="*/ 951 h 1577"/>
                <a:gd name="T16" fmla="*/ 1236 w 1745"/>
                <a:gd name="T17" fmla="*/ 756 h 1577"/>
                <a:gd name="T18" fmla="*/ 1061 w 1745"/>
                <a:gd name="T19" fmla="*/ 582 h 1577"/>
                <a:gd name="T20" fmla="*/ 876 w 1745"/>
                <a:gd name="T21" fmla="*/ 426 h 1577"/>
                <a:gd name="T22" fmla="*/ 672 w 1745"/>
                <a:gd name="T23" fmla="*/ 294 h 1577"/>
                <a:gd name="T24" fmla="*/ 455 w 1745"/>
                <a:gd name="T25" fmla="*/ 174 h 1577"/>
                <a:gd name="T26" fmla="*/ 234 w 1745"/>
                <a:gd name="T27" fmla="*/ 78 h 1577"/>
                <a:gd name="T28" fmla="*/ 0 w 1745"/>
                <a:gd name="T29" fmla="*/ 0 h 1577"/>
                <a:gd name="T30" fmla="*/ 0 w 1745"/>
                <a:gd name="T31" fmla="*/ 12 h 1577"/>
                <a:gd name="T32" fmla="*/ 222 w 1745"/>
                <a:gd name="T33" fmla="*/ 89 h 1577"/>
                <a:gd name="T34" fmla="*/ 446 w 1745"/>
                <a:gd name="T35" fmla="*/ 185 h 1577"/>
                <a:gd name="T36" fmla="*/ 662 w 1745"/>
                <a:gd name="T37" fmla="*/ 305 h 1577"/>
                <a:gd name="T38" fmla="*/ 866 w 1745"/>
                <a:gd name="T39" fmla="*/ 437 h 1577"/>
                <a:gd name="T40" fmla="*/ 1052 w 1745"/>
                <a:gd name="T41" fmla="*/ 593 h 1577"/>
                <a:gd name="T42" fmla="*/ 1226 w 1745"/>
                <a:gd name="T43" fmla="*/ 767 h 1577"/>
                <a:gd name="T44" fmla="*/ 1385 w 1745"/>
                <a:gd name="T45" fmla="*/ 960 h 1577"/>
                <a:gd name="T46" fmla="*/ 1526 w 1745"/>
                <a:gd name="T47" fmla="*/ 1167 h 1577"/>
                <a:gd name="T48" fmla="*/ 1640 w 1745"/>
                <a:gd name="T49" fmla="*/ 1377 h 1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526" name="Freeform 6">
              <a:extLst>
                <a:ext uri="{FF2B5EF4-FFF2-40B4-BE49-F238E27FC236}">
                  <a16:creationId xmlns:a16="http://schemas.microsoft.com/office/drawing/2014/main" id="{87A0C362-8A41-44C4-B156-D82974F2473F}"/>
                </a:ext>
              </a:extLst>
            </p:cNvPr>
            <p:cNvSpPr>
              <a:spLocks/>
            </p:cNvSpPr>
            <p:nvPr/>
          </p:nvSpPr>
          <p:spPr bwMode="ltGray">
            <a:xfrm>
              <a:off x="0" y="2544"/>
              <a:ext cx="1745" cy="1768"/>
            </a:xfrm>
            <a:custGeom>
              <a:avLst/>
              <a:gdLst>
                <a:gd name="T0" fmla="*/ 0 w 1745"/>
                <a:gd name="T1" fmla="*/ 0 h 1768"/>
                <a:gd name="T2" fmla="*/ 0 w 1745"/>
                <a:gd name="T3" fmla="*/ 12 h 1768"/>
                <a:gd name="T4" fmla="*/ 210 w 1745"/>
                <a:gd name="T5" fmla="*/ 88 h 1768"/>
                <a:gd name="T6" fmla="*/ 426 w 1745"/>
                <a:gd name="T7" fmla="*/ 190 h 1768"/>
                <a:gd name="T8" fmla="*/ 630 w 1745"/>
                <a:gd name="T9" fmla="*/ 304 h 1768"/>
                <a:gd name="T10" fmla="*/ 818 w 1745"/>
                <a:gd name="T11" fmla="*/ 442 h 1768"/>
                <a:gd name="T12" fmla="*/ 998 w 1745"/>
                <a:gd name="T13" fmla="*/ 592 h 1768"/>
                <a:gd name="T14" fmla="*/ 1164 w 1745"/>
                <a:gd name="T15" fmla="*/ 766 h 1768"/>
                <a:gd name="T16" fmla="*/ 1310 w 1745"/>
                <a:gd name="T17" fmla="*/ 942 h 1768"/>
                <a:gd name="T18" fmla="*/ 1454 w 1745"/>
                <a:gd name="T19" fmla="*/ 1146 h 1768"/>
                <a:gd name="T20" fmla="*/ 1536 w 1745"/>
                <a:gd name="T21" fmla="*/ 1298 h 1768"/>
                <a:gd name="T22" fmla="*/ 1614 w 1745"/>
                <a:gd name="T23" fmla="*/ 1456 h 1768"/>
                <a:gd name="T24" fmla="*/ 1682 w 1745"/>
                <a:gd name="T25" fmla="*/ 1616 h 1768"/>
                <a:gd name="T26" fmla="*/ 1733 w 1745"/>
                <a:gd name="T27" fmla="*/ 1768 h 1768"/>
                <a:gd name="T28" fmla="*/ 1745 w 1745"/>
                <a:gd name="T29" fmla="*/ 1768 h 1768"/>
                <a:gd name="T30" fmla="*/ 1691 w 1745"/>
                <a:gd name="T31" fmla="*/ 1606 h 1768"/>
                <a:gd name="T32" fmla="*/ 1623 w 1745"/>
                <a:gd name="T33" fmla="*/ 1445 h 1768"/>
                <a:gd name="T34" fmla="*/ 1547 w 1745"/>
                <a:gd name="T35" fmla="*/ 1288 h 1768"/>
                <a:gd name="T36" fmla="*/ 1463 w 1745"/>
                <a:gd name="T37" fmla="*/ 1136 h 1768"/>
                <a:gd name="T38" fmla="*/ 1320 w 1745"/>
                <a:gd name="T39" fmla="*/ 932 h 1768"/>
                <a:gd name="T40" fmla="*/ 1173 w 1745"/>
                <a:gd name="T41" fmla="*/ 755 h 1768"/>
                <a:gd name="T42" fmla="*/ 1008 w 1745"/>
                <a:gd name="T43" fmla="*/ 581 h 1768"/>
                <a:gd name="T44" fmla="*/ 827 w 1745"/>
                <a:gd name="T45" fmla="*/ 431 h 1768"/>
                <a:gd name="T46" fmla="*/ 642 w 1745"/>
                <a:gd name="T47" fmla="*/ 293 h 1768"/>
                <a:gd name="T48" fmla="*/ 437 w 1745"/>
                <a:gd name="T49" fmla="*/ 179 h 1768"/>
                <a:gd name="T50" fmla="*/ 222 w 1745"/>
                <a:gd name="T51" fmla="*/ 78 h 1768"/>
                <a:gd name="T52" fmla="*/ 0 w 1745"/>
                <a:gd name="T53" fmla="*/ 0 h 1768"/>
                <a:gd name="T54" fmla="*/ 0 w 1745"/>
                <a:gd name="T55" fmla="*/ 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527" name="Oval 7">
              <a:extLst>
                <a:ext uri="{FF2B5EF4-FFF2-40B4-BE49-F238E27FC236}">
                  <a16:creationId xmlns:a16="http://schemas.microsoft.com/office/drawing/2014/main" id="{1117980A-581D-452E-BE70-CCB384049CFD}"/>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7528" name="Oval 8">
              <a:extLst>
                <a:ext uri="{FF2B5EF4-FFF2-40B4-BE49-F238E27FC236}">
                  <a16:creationId xmlns:a16="http://schemas.microsoft.com/office/drawing/2014/main" id="{116AEF31-4344-445F-8BC6-37D72696CE65}"/>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7529" name="Oval 9">
              <a:extLst>
                <a:ext uri="{FF2B5EF4-FFF2-40B4-BE49-F238E27FC236}">
                  <a16:creationId xmlns:a16="http://schemas.microsoft.com/office/drawing/2014/main" id="{6560AE83-2BCC-43FE-9E4A-947413492E91}"/>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7530" name="Rectangle 10">
            <a:extLst>
              <a:ext uri="{FF2B5EF4-FFF2-40B4-BE49-F238E27FC236}">
                <a16:creationId xmlns:a16="http://schemas.microsoft.com/office/drawing/2014/main" id="{317B1E48-7E1A-4ABB-BB9A-D79B2251CD54}"/>
              </a:ext>
            </a:extLst>
          </p:cNvPr>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p>
            <a:pPr lvl="0"/>
            <a:r>
              <a:rPr lang="en-US" altLang="en-US"/>
              <a:t>Click to edit Master title style</a:t>
            </a:r>
          </a:p>
        </p:txBody>
      </p:sp>
      <p:sp>
        <p:nvSpPr>
          <p:cNvPr id="107531" name="Rectangle 11">
            <a:extLst>
              <a:ext uri="{FF2B5EF4-FFF2-40B4-BE49-F238E27FC236}">
                <a16:creationId xmlns:a16="http://schemas.microsoft.com/office/drawing/2014/main" id="{CC336D76-1326-4DA8-8DD7-94E6121AFAA7}"/>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7532" name="Rectangle 12">
            <a:extLst>
              <a:ext uri="{FF2B5EF4-FFF2-40B4-BE49-F238E27FC236}">
                <a16:creationId xmlns:a16="http://schemas.microsoft.com/office/drawing/2014/main" id="{297E78B6-8056-4A8D-BE52-EC2576C81D4F}"/>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10199"/>
                  </a:outerShdw>
                </a:effectLst>
              </a:defRPr>
            </a:lvl1pPr>
          </a:lstStyle>
          <a:p>
            <a:endParaRPr lang="en-US" altLang="en-US"/>
          </a:p>
        </p:txBody>
      </p:sp>
      <p:sp>
        <p:nvSpPr>
          <p:cNvPr id="107533" name="Rectangle 13">
            <a:extLst>
              <a:ext uri="{FF2B5EF4-FFF2-40B4-BE49-F238E27FC236}">
                <a16:creationId xmlns:a16="http://schemas.microsoft.com/office/drawing/2014/main" id="{C4ABD3BA-DBE5-4C19-8B3A-1D7680F77481}"/>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10199"/>
                  </a:outerShdw>
                </a:effectLst>
              </a:defRPr>
            </a:lvl1pPr>
          </a:lstStyle>
          <a:p>
            <a:endParaRPr lang="en-US" altLang="en-US"/>
          </a:p>
        </p:txBody>
      </p:sp>
      <p:sp>
        <p:nvSpPr>
          <p:cNvPr id="107534" name="Rectangle 14">
            <a:extLst>
              <a:ext uri="{FF2B5EF4-FFF2-40B4-BE49-F238E27FC236}">
                <a16:creationId xmlns:a16="http://schemas.microsoft.com/office/drawing/2014/main" id="{28A7308F-3C23-4B52-A739-C0D99F4DA323}"/>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10199"/>
                  </a:outerShdw>
                </a:effectLst>
              </a:defRPr>
            </a:lvl1pPr>
          </a:lstStyle>
          <a:p>
            <a:fld id="{75D3549B-700C-4F32-840F-60EEFCC6A0EC}"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6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ctr" rtl="0" fontAlgn="base">
        <a:spcBef>
          <a:spcPct val="0"/>
        </a:spcBef>
        <a:spcAft>
          <a:spcPct val="0"/>
        </a:spcAft>
        <a:defRPr sz="4400" kern="1200">
          <a:solidFill>
            <a:schemeClr val="tx2"/>
          </a:solidFill>
          <a:effectLst>
            <a:outerShdw blurRad="38100" dist="38100" dir="2700000" algn="tl">
              <a:srgbClr val="FFFFFF"/>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2pPr>
      <a:lvl3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3pPr>
      <a:lvl4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4pPr>
      <a:lvl5pPr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panose="020B0604020202020204" pitchFamily="34" charset="0"/>
        </a:defRPr>
      </a:lvl9pPr>
    </p:titleStyle>
    <p:bodyStyle>
      <a:lvl1pPr marL="342900" indent="-342900" algn="l" rtl="0" fontAlgn="base">
        <a:spcBef>
          <a:spcPct val="20000"/>
        </a:spcBef>
        <a:spcAft>
          <a:spcPct val="0"/>
        </a:spcAft>
        <a:buClr>
          <a:schemeClr val="hlink"/>
        </a:buClr>
        <a:buSzPct val="75000"/>
        <a:buFont typeface="Wingdings" panose="05000000000000000000" pitchFamily="2" charset="2"/>
        <a:buChar char="l"/>
        <a:defRPr sz="3200" kern="1200">
          <a:solidFill>
            <a:schemeClr val="tx1"/>
          </a:solidFill>
          <a:effectLst>
            <a:outerShdw blurRad="38100" dist="38100" dir="2700000" algn="tl">
              <a:srgbClr val="010199"/>
            </a:outerShdw>
          </a:effectLst>
          <a:latin typeface="+mn-lt"/>
          <a:ea typeface="+mn-ea"/>
          <a:cs typeface="+mn-cs"/>
        </a:defRPr>
      </a:lvl1pPr>
      <a:lvl2pPr marL="742950" indent="-285750" algn="l" rtl="0" fontAlgn="base">
        <a:spcBef>
          <a:spcPct val="20000"/>
        </a:spcBef>
        <a:spcAft>
          <a:spcPct val="0"/>
        </a:spcAft>
        <a:buClr>
          <a:schemeClr val="tx2"/>
        </a:buClr>
        <a:buSzPct val="75000"/>
        <a:buFont typeface="Wingdings" panose="05000000000000000000" pitchFamily="2" charset="2"/>
        <a:buChar char="l"/>
        <a:defRPr sz="2800" kern="1200">
          <a:solidFill>
            <a:schemeClr val="tx1"/>
          </a:solidFill>
          <a:effectLst>
            <a:outerShdw blurRad="38100" dist="38100" dir="2700000" algn="tl">
              <a:srgbClr val="010199"/>
            </a:outerShdw>
          </a:effectLst>
          <a:latin typeface="+mn-lt"/>
          <a:ea typeface="+mn-ea"/>
          <a:cs typeface="+mn-cs"/>
        </a:defRPr>
      </a:lvl2pPr>
      <a:lvl3pPr marL="1143000" indent="-228600" algn="l" rtl="0" fontAlgn="base">
        <a:spcBef>
          <a:spcPct val="20000"/>
        </a:spcBef>
        <a:spcAft>
          <a:spcPct val="0"/>
        </a:spcAft>
        <a:buClr>
          <a:schemeClr val="accent2"/>
        </a:buClr>
        <a:buSzPct val="75000"/>
        <a:buFont typeface="Wingdings" panose="05000000000000000000" pitchFamily="2" charset="2"/>
        <a:buChar char="l"/>
        <a:defRPr sz="2400" kern="1200">
          <a:solidFill>
            <a:schemeClr val="tx1"/>
          </a:solidFill>
          <a:effectLst>
            <a:outerShdw blurRad="38100" dist="38100" dir="2700000" algn="tl">
              <a:srgbClr val="010199"/>
            </a:outerShdw>
          </a:effectLst>
          <a:latin typeface="+mn-lt"/>
          <a:ea typeface="+mn-ea"/>
          <a:cs typeface="+mn-cs"/>
        </a:defRPr>
      </a:lvl3pPr>
      <a:lvl4pPr marL="1600200" indent="-228600" algn="l" rtl="0" fontAlgn="base">
        <a:spcBef>
          <a:spcPct val="20000"/>
        </a:spcBef>
        <a:spcAft>
          <a:spcPct val="0"/>
        </a:spcAft>
        <a:buClr>
          <a:schemeClr val="folHlink"/>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4pPr>
      <a:lvl5pPr marL="2057400" indent="-228600" algn="l" rtl="0" fontAlgn="base">
        <a:spcBef>
          <a:spcPct val="20000"/>
        </a:spcBef>
        <a:spcAft>
          <a:spcPct val="0"/>
        </a:spcAft>
        <a:buClr>
          <a:schemeClr val="tx1"/>
        </a:buClr>
        <a:buSzPct val="75000"/>
        <a:buFont typeface="Wingdings" panose="05000000000000000000" pitchFamily="2" charset="2"/>
        <a:buChar char="l"/>
        <a:defRPr sz="2000" kern="1200">
          <a:solidFill>
            <a:schemeClr val="tx1"/>
          </a:solidFill>
          <a:effectLst>
            <a:outerShdw blurRad="38100" dist="38100" dir="2700000" algn="tl">
              <a:srgbClr val="010199"/>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8963729-26BD-438B-B020-12F150C3097C}"/>
              </a:ext>
            </a:extLst>
          </p:cNvPr>
          <p:cNvSpPr>
            <a:spLocks noGrp="1" noChangeArrowheads="1"/>
          </p:cNvSpPr>
          <p:nvPr>
            <p:ph type="ctrTitle"/>
          </p:nvPr>
        </p:nvSpPr>
        <p:spPr/>
        <p:txBody>
          <a:bodyPr/>
          <a:lstStyle/>
          <a:p>
            <a:r>
              <a:rPr lang="en-US" altLang="en-US"/>
              <a:t>The Christian’s Rest</a:t>
            </a:r>
          </a:p>
        </p:txBody>
      </p:sp>
      <p:sp>
        <p:nvSpPr>
          <p:cNvPr id="2051" name="Rectangle 3">
            <a:extLst>
              <a:ext uri="{FF2B5EF4-FFF2-40B4-BE49-F238E27FC236}">
                <a16:creationId xmlns:a16="http://schemas.microsoft.com/office/drawing/2014/main" id="{069F6577-63CC-44C3-9980-F41B3970DC62}"/>
              </a:ext>
            </a:extLst>
          </p:cNvPr>
          <p:cNvSpPr>
            <a:spLocks noGrp="1" noChangeArrowheads="1"/>
          </p:cNvSpPr>
          <p:nvPr>
            <p:ph type="subTitle" idx="1"/>
          </p:nvPr>
        </p:nvSpPr>
        <p:spPr/>
        <p:txBody>
          <a:bodyPr/>
          <a:lstStyle/>
          <a:p>
            <a:r>
              <a:rPr lang="en-US" altLang="en-US"/>
              <a:t>Hebrews Chapter Four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58C155D-6A2F-43E9-846B-6398EBFA40FD}"/>
              </a:ext>
            </a:extLst>
          </p:cNvPr>
          <p:cNvSpPr>
            <a:spLocks noGrp="1" noChangeArrowheads="1"/>
          </p:cNvSpPr>
          <p:nvPr>
            <p:ph type="title"/>
          </p:nvPr>
        </p:nvSpPr>
        <p:spPr/>
        <p:txBody>
          <a:bodyPr/>
          <a:lstStyle/>
          <a:p>
            <a:r>
              <a:rPr lang="en-US" altLang="en-US" sz="6000"/>
              <a:t>The Christian’s Rest</a:t>
            </a:r>
          </a:p>
        </p:txBody>
      </p:sp>
      <p:sp>
        <p:nvSpPr>
          <p:cNvPr id="8195" name="Rectangle 3">
            <a:extLst>
              <a:ext uri="{FF2B5EF4-FFF2-40B4-BE49-F238E27FC236}">
                <a16:creationId xmlns:a16="http://schemas.microsoft.com/office/drawing/2014/main" id="{B5665E0C-B50A-4751-9723-31E7DD5D13FC}"/>
              </a:ext>
            </a:extLst>
          </p:cNvPr>
          <p:cNvSpPr>
            <a:spLocks noGrp="1" noChangeArrowheads="1"/>
          </p:cNvSpPr>
          <p:nvPr>
            <p:ph type="body" idx="1"/>
          </p:nvPr>
        </p:nvSpPr>
        <p:spPr/>
        <p:txBody>
          <a:bodyPr/>
          <a:lstStyle/>
          <a:p>
            <a:pPr algn="ctr">
              <a:buFont typeface="Wingdings" panose="05000000000000000000" pitchFamily="2" charset="2"/>
              <a:buNone/>
            </a:pPr>
            <a:endParaRPr lang="en-US" altLang="en-US" sz="5400"/>
          </a:p>
          <a:p>
            <a:pPr algn="ctr">
              <a:buFont typeface="Wingdings" panose="05000000000000000000" pitchFamily="2" charset="2"/>
              <a:buNone/>
            </a:pPr>
            <a:r>
              <a:rPr lang="en-US" altLang="en-US" sz="5400"/>
              <a:t>The Prize </a:t>
            </a:r>
          </a:p>
          <a:p>
            <a:pPr algn="ctr">
              <a:buFont typeface="Wingdings" panose="05000000000000000000" pitchFamily="2" charset="2"/>
              <a:buNone/>
            </a:pPr>
            <a:r>
              <a:rPr lang="en-US" altLang="en-US"/>
              <a:t>Verses 1-11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5">
                                            <p:txEl>
                                              <p:pRg st="1" end="1"/>
                                            </p:txEl>
                                          </p:spTgt>
                                        </p:tgtEl>
                                        <p:attrNameLst>
                                          <p:attrName>style.visibility</p:attrName>
                                        </p:attrNameLst>
                                      </p:cBhvr>
                                      <p:to>
                                        <p:strVal val="visible"/>
                                      </p:to>
                                    </p:set>
                                    <p:animEffect transition="in" filter="dissolve">
                                      <p:cBhvr>
                                        <p:cTn id="7" dur="500"/>
                                        <p:tgtEl>
                                          <p:spTgt spid="81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195">
                                            <p:txEl>
                                              <p:pRg st="2" end="2"/>
                                            </p:txEl>
                                          </p:spTgt>
                                        </p:tgtEl>
                                        <p:attrNameLst>
                                          <p:attrName>style.visibility</p:attrName>
                                        </p:attrNameLst>
                                      </p:cBhvr>
                                      <p:to>
                                        <p:strVal val="visible"/>
                                      </p:to>
                                    </p:set>
                                    <p:animEffect transition="in" filter="dissolve">
                                      <p:cBhvr>
                                        <p:cTn id="12"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4662848-3569-45C6-A5BB-6862FE2CF0B0}"/>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61443" name="Rectangle 3">
            <a:extLst>
              <a:ext uri="{FF2B5EF4-FFF2-40B4-BE49-F238E27FC236}">
                <a16:creationId xmlns:a16="http://schemas.microsoft.com/office/drawing/2014/main" id="{776D7930-7B2A-4F2D-B5B9-E127BFBDD54A}"/>
              </a:ext>
            </a:extLst>
          </p:cNvPr>
          <p:cNvSpPr>
            <a:spLocks noGrp="1" noChangeArrowheads="1"/>
          </p:cNvSpPr>
          <p:nvPr>
            <p:ph type="body" idx="1"/>
          </p:nvPr>
        </p:nvSpPr>
        <p:spPr/>
        <p:txBody>
          <a:bodyPr/>
          <a:lstStyle/>
          <a:p>
            <a:pPr marL="660400" indent="-660400"/>
            <a:r>
              <a:rPr lang="en-US" altLang="en-US"/>
              <a:t>They are told to fear.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dissolve">
                                      <p:cBhvr>
                                        <p:cTn id="7" dur="500"/>
                                        <p:tgtEl>
                                          <p:spTgt spid="614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B22D7D6B-D140-4380-B882-A5A35EA48113}"/>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32771" name="Rectangle 3">
            <a:extLst>
              <a:ext uri="{FF2B5EF4-FFF2-40B4-BE49-F238E27FC236}">
                <a16:creationId xmlns:a16="http://schemas.microsoft.com/office/drawing/2014/main" id="{F8C74A02-4B54-4CDD-A26C-D2AAABEC62CC}"/>
              </a:ext>
            </a:extLst>
          </p:cNvPr>
          <p:cNvSpPr>
            <a:spLocks noGrp="1" noChangeArrowheads="1"/>
          </p:cNvSpPr>
          <p:nvPr>
            <p:ph type="body" idx="1"/>
          </p:nvPr>
        </p:nvSpPr>
        <p:spPr>
          <a:xfrm>
            <a:off x="533400" y="1295400"/>
            <a:ext cx="8229600" cy="5257800"/>
          </a:xfrm>
        </p:spPr>
        <p:txBody>
          <a:bodyPr/>
          <a:lstStyle/>
          <a:p>
            <a:pPr marL="609600" indent="-609600"/>
            <a:r>
              <a:rPr lang="en-US" altLang="en-US" sz="3600"/>
              <a:t>“let us therefore fear”</a:t>
            </a:r>
          </a:p>
          <a:p>
            <a:pPr marL="990600" lvl="1" indent="-533400"/>
            <a:r>
              <a:rPr lang="en-US" altLang="en-US" sz="3200"/>
              <a:t>A proper fear of God is one of awe and reverence.</a:t>
            </a:r>
          </a:p>
          <a:p>
            <a:pPr marL="990600" lvl="1" indent="-533400"/>
            <a:r>
              <a:rPr lang="en-US" altLang="en-US" sz="3200"/>
              <a:t>The Christian doesn’t need to fear anyone but God.</a:t>
            </a:r>
          </a:p>
          <a:p>
            <a:pPr marL="990600" lvl="1" indent="-533400"/>
            <a:r>
              <a:rPr lang="en-US" altLang="en-US" sz="3200"/>
              <a:t>Paul is reminding these Hebrew Christians of the consequences of apostasy.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dissolve">
                                      <p:cBhvr>
                                        <p:cTn id="7" dur="500"/>
                                        <p:tgtEl>
                                          <p:spTgt spid="327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dissolve">
                                      <p:cBhvr>
                                        <p:cTn id="12" dur="500"/>
                                        <p:tgtEl>
                                          <p:spTgt spid="327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71">
                                            <p:txEl>
                                              <p:pRg st="2" end="2"/>
                                            </p:txEl>
                                          </p:spTgt>
                                        </p:tgtEl>
                                        <p:attrNameLst>
                                          <p:attrName>style.visibility</p:attrName>
                                        </p:attrNameLst>
                                      </p:cBhvr>
                                      <p:to>
                                        <p:strVal val="visible"/>
                                      </p:to>
                                    </p:set>
                                    <p:animEffect transition="in" filter="dissolve">
                                      <p:cBhvr>
                                        <p:cTn id="17" dur="500"/>
                                        <p:tgtEl>
                                          <p:spTgt spid="327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771">
                                            <p:txEl>
                                              <p:pRg st="3" end="3"/>
                                            </p:txEl>
                                          </p:spTgt>
                                        </p:tgtEl>
                                        <p:attrNameLst>
                                          <p:attrName>style.visibility</p:attrName>
                                        </p:attrNameLst>
                                      </p:cBhvr>
                                      <p:to>
                                        <p:strVal val="visible"/>
                                      </p:to>
                                    </p:set>
                                    <p:animEffect transition="in" filter="dissolve">
                                      <p:cBhvr>
                                        <p:cTn id="22" dur="500"/>
                                        <p:tgtEl>
                                          <p:spTgt spid="32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F679707-CB58-4F97-8348-6B2C3797FF3B}"/>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55299" name="Rectangle 3">
            <a:extLst>
              <a:ext uri="{FF2B5EF4-FFF2-40B4-BE49-F238E27FC236}">
                <a16:creationId xmlns:a16="http://schemas.microsoft.com/office/drawing/2014/main" id="{CEEC08B2-6D3A-4CBB-AAE6-FBC1CA8000D7}"/>
              </a:ext>
            </a:extLst>
          </p:cNvPr>
          <p:cNvSpPr>
            <a:spLocks noGrp="1" noChangeArrowheads="1"/>
          </p:cNvSpPr>
          <p:nvPr>
            <p:ph type="body" idx="1"/>
          </p:nvPr>
        </p:nvSpPr>
        <p:spPr/>
        <p:txBody>
          <a:bodyPr/>
          <a:lstStyle/>
          <a:p>
            <a:pPr marL="609600" indent="-609600">
              <a:lnSpc>
                <a:spcPct val="90000"/>
              </a:lnSpc>
            </a:pPr>
            <a:r>
              <a:rPr lang="en-US" altLang="en-US" sz="3600"/>
              <a:t>The “promise being left us of entering into his rest”</a:t>
            </a:r>
          </a:p>
          <a:p>
            <a:pPr marL="990600" lvl="1" indent="-533400">
              <a:lnSpc>
                <a:spcPct val="90000"/>
              </a:lnSpc>
            </a:pPr>
            <a:r>
              <a:rPr lang="en-US" altLang="en-US" sz="3200"/>
              <a:t>Paul mentions the word “rest,” which he takes from Psalms 95:11</a:t>
            </a:r>
          </a:p>
          <a:p>
            <a:pPr marL="990600" lvl="1" indent="-533400">
              <a:lnSpc>
                <a:spcPct val="90000"/>
              </a:lnSpc>
            </a:pPr>
            <a:r>
              <a:rPr lang="en-US" altLang="en-US" sz="3200"/>
              <a:t>When God promised rest to the ancient Israelites he meant more than just a land promise.</a:t>
            </a:r>
          </a:p>
          <a:p>
            <a:pPr marL="990600" lvl="1" indent="-533400">
              <a:lnSpc>
                <a:spcPct val="90000"/>
              </a:lnSpc>
            </a:pPr>
            <a:r>
              <a:rPr lang="en-US" altLang="en-US" sz="3200"/>
              <a:t>The word “rest” in the Greek κατάπαυσις (</a:t>
            </a:r>
            <a:r>
              <a:rPr lang="en-US" altLang="en-US" sz="3200" i="1"/>
              <a:t>katapausis</a:t>
            </a:r>
            <a:r>
              <a:rPr lang="en-US" altLang="en-US" sz="3200"/>
              <a:t>) means </a:t>
            </a:r>
            <a:r>
              <a:rPr lang="en-US" altLang="en-US" sz="3200" i="1"/>
              <a:t>abode</a:t>
            </a:r>
            <a:r>
              <a:rPr lang="en-US" altLang="en-US" sz="3200"/>
              <a:t>.</a:t>
            </a:r>
          </a:p>
          <a:p>
            <a:pPr marL="609600" indent="-609600">
              <a:lnSpc>
                <a:spcPct val="90000"/>
              </a:lnSpc>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Effect transition="in" filter="dissolve">
                                      <p:cBhvr>
                                        <p:cTn id="7" dur="500"/>
                                        <p:tgtEl>
                                          <p:spTgt spid="55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5299">
                                            <p:txEl>
                                              <p:pRg st="3" end="3"/>
                                            </p:txEl>
                                          </p:spTgt>
                                        </p:tgtEl>
                                        <p:attrNameLst>
                                          <p:attrName>style.visibility</p:attrName>
                                        </p:attrNameLst>
                                      </p:cBhvr>
                                      <p:to>
                                        <p:strVal val="visible"/>
                                      </p:to>
                                    </p:set>
                                    <p:animEffect transition="in" filter="dissolve">
                                      <p:cBhvr>
                                        <p:cTn id="12" dur="500"/>
                                        <p:tgtEl>
                                          <p:spTgt spid="5529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5299">
                                            <p:txEl>
                                              <p:pRg st="2" end="2"/>
                                            </p:txEl>
                                          </p:spTgt>
                                        </p:tgtEl>
                                        <p:attrNameLst>
                                          <p:attrName>style.visibility</p:attrName>
                                        </p:attrNameLst>
                                      </p:cBhvr>
                                      <p:to>
                                        <p:strVal val="visible"/>
                                      </p:to>
                                    </p:set>
                                    <p:animEffect transition="in" filter="dissolve">
                                      <p:cBhvr>
                                        <p:cTn id="17" dur="500"/>
                                        <p:tgtEl>
                                          <p:spTgt spid="552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5299">
                                            <p:txEl>
                                              <p:pRg st="1" end="1"/>
                                            </p:txEl>
                                          </p:spTgt>
                                        </p:tgtEl>
                                        <p:attrNameLst>
                                          <p:attrName>style.visibility</p:attrName>
                                        </p:attrNameLst>
                                      </p:cBhvr>
                                      <p:to>
                                        <p:strVal val="visible"/>
                                      </p:to>
                                    </p:set>
                                    <p:animEffect transition="in" filter="dissolve">
                                      <p:cBhvr>
                                        <p:cTn id="22" dur="500"/>
                                        <p:tgtEl>
                                          <p:spTgt spid="552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92481D77-3894-4B8E-90FE-3B2C6F4DDD5B}"/>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56323" name="Rectangle 3">
            <a:extLst>
              <a:ext uri="{FF2B5EF4-FFF2-40B4-BE49-F238E27FC236}">
                <a16:creationId xmlns:a16="http://schemas.microsoft.com/office/drawing/2014/main" id="{FD8AEC80-7281-49DA-BA83-BAC34205F76E}"/>
              </a:ext>
            </a:extLst>
          </p:cNvPr>
          <p:cNvSpPr>
            <a:spLocks noGrp="1" noChangeArrowheads="1"/>
          </p:cNvSpPr>
          <p:nvPr>
            <p:ph type="body" idx="1"/>
          </p:nvPr>
        </p:nvSpPr>
        <p:spPr/>
        <p:txBody>
          <a:bodyPr/>
          <a:lstStyle/>
          <a:p>
            <a:pPr marL="660400" indent="-660400"/>
            <a:r>
              <a:rPr lang="en-US" altLang="en-US" sz="3600"/>
              <a:t>“seem to come short of it”</a:t>
            </a:r>
          </a:p>
          <a:p>
            <a:pPr marL="1035050" lvl="1" indent="-577850"/>
            <a:r>
              <a:rPr lang="en-US" altLang="en-US" sz="3200"/>
              <a:t>“seem”</a:t>
            </a:r>
          </a:p>
          <a:p>
            <a:pPr marL="1409700" lvl="2" indent="-495300"/>
            <a:r>
              <a:rPr lang="en-US" altLang="en-US" sz="2800"/>
              <a:t>The word “seem” δοκέω (dokeo) can also mean </a:t>
            </a:r>
            <a:r>
              <a:rPr lang="en-US" altLang="en-US" sz="2800" i="1"/>
              <a:t>think</a:t>
            </a:r>
            <a:r>
              <a:rPr lang="en-US" altLang="en-US" sz="2800"/>
              <a:t> or </a:t>
            </a:r>
            <a:r>
              <a:rPr lang="en-US" altLang="en-US" sz="2800" i="1"/>
              <a:t>judge</a:t>
            </a:r>
            <a:r>
              <a:rPr lang="en-US" altLang="en-US" sz="2800"/>
              <a:t>, which gives the reader a since of impending punishment for coming “short of the rest.”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dissolve">
                                      <p:cBhvr>
                                        <p:cTn id="7" dur="500"/>
                                        <p:tgtEl>
                                          <p:spTgt spid="563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6323">
                                            <p:txEl>
                                              <p:pRg st="1" end="1"/>
                                            </p:txEl>
                                          </p:spTgt>
                                        </p:tgtEl>
                                        <p:attrNameLst>
                                          <p:attrName>style.visibility</p:attrName>
                                        </p:attrNameLst>
                                      </p:cBhvr>
                                      <p:to>
                                        <p:strVal val="visible"/>
                                      </p:to>
                                    </p:set>
                                    <p:animEffect transition="in" filter="dissolve">
                                      <p:cBhvr>
                                        <p:cTn id="12" dur="500"/>
                                        <p:tgtEl>
                                          <p:spTgt spid="563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6323">
                                            <p:txEl>
                                              <p:pRg st="2" end="2"/>
                                            </p:txEl>
                                          </p:spTgt>
                                        </p:tgtEl>
                                        <p:attrNameLst>
                                          <p:attrName>style.visibility</p:attrName>
                                        </p:attrNameLst>
                                      </p:cBhvr>
                                      <p:to>
                                        <p:strVal val="visible"/>
                                      </p:to>
                                    </p:set>
                                    <p:animEffect transition="in" filter="dissolve">
                                      <p:cBhvr>
                                        <p:cTn id="17" dur="500"/>
                                        <p:tgtEl>
                                          <p:spTgt spid="563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E5CA49DB-68FB-4E06-8930-A1EF91BA707A}"/>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62467" name="Rectangle 3">
            <a:extLst>
              <a:ext uri="{FF2B5EF4-FFF2-40B4-BE49-F238E27FC236}">
                <a16:creationId xmlns:a16="http://schemas.microsoft.com/office/drawing/2014/main" id="{E63DBFAE-A275-4E5F-B7B4-46E7AAE08335}"/>
              </a:ext>
            </a:extLst>
          </p:cNvPr>
          <p:cNvSpPr>
            <a:spLocks noGrp="1" noChangeArrowheads="1"/>
          </p:cNvSpPr>
          <p:nvPr>
            <p:ph type="body" idx="1"/>
          </p:nvPr>
        </p:nvSpPr>
        <p:spPr/>
        <p:txBody>
          <a:bodyPr/>
          <a:lstStyle/>
          <a:p>
            <a:pPr marL="660400" indent="-660400"/>
            <a:r>
              <a:rPr lang="en-US" altLang="en-US"/>
              <a:t>They are told to listen.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dissolve">
                                      <p:cBhvr>
                                        <p:cTn id="7" dur="500"/>
                                        <p:tgtEl>
                                          <p:spTgt spid="624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3F29B95C-A1B0-4EC8-B775-4E403B60BE32}"/>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57347" name="Rectangle 3">
            <a:extLst>
              <a:ext uri="{FF2B5EF4-FFF2-40B4-BE49-F238E27FC236}">
                <a16:creationId xmlns:a16="http://schemas.microsoft.com/office/drawing/2014/main" id="{B87C0BA5-0DB9-4FEB-9F8B-F625BFA69CB6}"/>
              </a:ext>
            </a:extLst>
          </p:cNvPr>
          <p:cNvSpPr>
            <a:spLocks noGrp="1" noChangeArrowheads="1"/>
          </p:cNvSpPr>
          <p:nvPr>
            <p:ph type="body" idx="1"/>
          </p:nvPr>
        </p:nvSpPr>
        <p:spPr/>
        <p:txBody>
          <a:bodyPr/>
          <a:lstStyle/>
          <a:p>
            <a:pPr marL="609600" indent="-609600"/>
            <a:r>
              <a:rPr lang="en-US" altLang="en-US"/>
              <a:t>“for unto us was the gospel preached as well as unto them”</a:t>
            </a:r>
          </a:p>
          <a:p>
            <a:pPr marL="990600" lvl="1" indent="-533400"/>
            <a:r>
              <a:rPr lang="en-US" altLang="en-US"/>
              <a:t>“Us” includes Paul and his readers.</a:t>
            </a:r>
          </a:p>
          <a:p>
            <a:pPr marL="990600" lvl="1" indent="-533400"/>
            <a:r>
              <a:rPr lang="en-US" altLang="en-US"/>
              <a:t>“Them” refers to the ancient Israelites who came out of Egypt.</a:t>
            </a:r>
          </a:p>
          <a:p>
            <a:pPr marL="990600" lvl="1" indent="-533400"/>
            <a:r>
              <a:rPr lang="en-US" altLang="en-US"/>
              <a:t>“the gospel preached” was the message of a coming rest.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dissolve">
                                      <p:cBhvr>
                                        <p:cTn id="7" dur="500"/>
                                        <p:tgtEl>
                                          <p:spTgt spid="57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dissolve">
                                      <p:cBhvr>
                                        <p:cTn id="12" dur="500"/>
                                        <p:tgtEl>
                                          <p:spTgt spid="573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7347">
                                            <p:txEl>
                                              <p:pRg st="2" end="2"/>
                                            </p:txEl>
                                          </p:spTgt>
                                        </p:tgtEl>
                                        <p:attrNameLst>
                                          <p:attrName>style.visibility</p:attrName>
                                        </p:attrNameLst>
                                      </p:cBhvr>
                                      <p:to>
                                        <p:strVal val="visible"/>
                                      </p:to>
                                    </p:set>
                                    <p:animEffect transition="in" filter="dissolve">
                                      <p:cBhvr>
                                        <p:cTn id="17" dur="500"/>
                                        <p:tgtEl>
                                          <p:spTgt spid="573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7347">
                                            <p:txEl>
                                              <p:pRg st="3" end="3"/>
                                            </p:txEl>
                                          </p:spTgt>
                                        </p:tgtEl>
                                        <p:attrNameLst>
                                          <p:attrName>style.visibility</p:attrName>
                                        </p:attrNameLst>
                                      </p:cBhvr>
                                      <p:to>
                                        <p:strVal val="visible"/>
                                      </p:to>
                                    </p:set>
                                    <p:animEffect transition="in" filter="dissolve">
                                      <p:cBhvr>
                                        <p:cTn id="22" dur="500"/>
                                        <p:tgtEl>
                                          <p:spTgt spid="57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E19EC7D-EDB4-43DE-857D-CFDA8260A273}"/>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58371" name="Rectangle 3">
            <a:extLst>
              <a:ext uri="{FF2B5EF4-FFF2-40B4-BE49-F238E27FC236}">
                <a16:creationId xmlns:a16="http://schemas.microsoft.com/office/drawing/2014/main" id="{CA8FA5EA-F4E2-484F-9D00-56F5F67D4FDB}"/>
              </a:ext>
            </a:extLst>
          </p:cNvPr>
          <p:cNvSpPr>
            <a:spLocks noGrp="1" noChangeArrowheads="1"/>
          </p:cNvSpPr>
          <p:nvPr>
            <p:ph type="body" idx="1"/>
          </p:nvPr>
        </p:nvSpPr>
        <p:spPr/>
        <p:txBody>
          <a:bodyPr/>
          <a:lstStyle/>
          <a:p>
            <a:pPr marL="609600" indent="-609600"/>
            <a:r>
              <a:rPr lang="en-US" altLang="en-US"/>
              <a:t>“did not profit them”</a:t>
            </a:r>
          </a:p>
          <a:p>
            <a:pPr marL="990600" lvl="1" indent="-533400"/>
            <a:r>
              <a:rPr lang="en-US" altLang="en-US"/>
              <a:t>Both Paul’s readers and the ancient Israelites have the same message.</a:t>
            </a:r>
          </a:p>
          <a:p>
            <a:pPr marL="990600" lvl="1" indent="-533400"/>
            <a:r>
              <a:rPr lang="en-US" altLang="en-US"/>
              <a:t>Both groups are expected to respond to the message.</a:t>
            </a:r>
          </a:p>
          <a:p>
            <a:pPr marL="990600" lvl="1" indent="-533400"/>
            <a:r>
              <a:rPr lang="en-US" altLang="en-US"/>
              <a:t>The Israelites did not act upon the promise and therefore it “did not profit them.”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dissolve">
                                      <p:cBhvr>
                                        <p:cTn id="7" dur="500"/>
                                        <p:tgtEl>
                                          <p:spTgt spid="58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dissolve">
                                      <p:cBhvr>
                                        <p:cTn id="12" dur="500"/>
                                        <p:tgtEl>
                                          <p:spTgt spid="5837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dissolve">
                                      <p:cBhvr>
                                        <p:cTn id="17" dur="500"/>
                                        <p:tgtEl>
                                          <p:spTgt spid="5837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dissolve">
                                      <p:cBhvr>
                                        <p:cTn id="22" dur="500"/>
                                        <p:tgtEl>
                                          <p:spTgt spid="583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CD7BEA95-0E67-49EA-972C-6483724E9A1B}"/>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59395" name="Rectangle 3">
            <a:extLst>
              <a:ext uri="{FF2B5EF4-FFF2-40B4-BE49-F238E27FC236}">
                <a16:creationId xmlns:a16="http://schemas.microsoft.com/office/drawing/2014/main" id="{A516F799-43C8-4CA7-812A-66505817CDEC}"/>
              </a:ext>
            </a:extLst>
          </p:cNvPr>
          <p:cNvSpPr>
            <a:spLocks noGrp="1" noChangeArrowheads="1"/>
          </p:cNvSpPr>
          <p:nvPr>
            <p:ph type="body" idx="1"/>
          </p:nvPr>
        </p:nvSpPr>
        <p:spPr/>
        <p:txBody>
          <a:bodyPr/>
          <a:lstStyle/>
          <a:p>
            <a:pPr marL="609600" indent="-609600"/>
            <a:r>
              <a:rPr lang="en-US" altLang="en-US"/>
              <a:t>“not being mixed with faith”</a:t>
            </a:r>
          </a:p>
          <a:p>
            <a:pPr marL="990600" lvl="1" indent="-533400"/>
            <a:r>
              <a:rPr lang="en-US" altLang="en-US"/>
              <a:t>This is the first time Paul uses the word “faith” in the book of Hebrews.</a:t>
            </a:r>
          </a:p>
          <a:p>
            <a:pPr marL="990600" lvl="1" indent="-533400"/>
            <a:r>
              <a:rPr lang="en-US" altLang="en-US"/>
              <a:t>This word will be used over thirty times before the letter is finished.</a:t>
            </a:r>
          </a:p>
          <a:p>
            <a:pPr marL="990600" lvl="1" indent="-533400"/>
            <a:r>
              <a:rPr lang="en-US" altLang="en-US"/>
              <a:t>God’s people were expected to act on what they heard.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Effect transition="in" filter="dissolve">
                                      <p:cBhvr>
                                        <p:cTn id="7" dur="500"/>
                                        <p:tgtEl>
                                          <p:spTgt spid="593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9395">
                                            <p:txEl>
                                              <p:pRg st="1" end="1"/>
                                            </p:txEl>
                                          </p:spTgt>
                                        </p:tgtEl>
                                        <p:attrNameLst>
                                          <p:attrName>style.visibility</p:attrName>
                                        </p:attrNameLst>
                                      </p:cBhvr>
                                      <p:to>
                                        <p:strVal val="visible"/>
                                      </p:to>
                                    </p:set>
                                    <p:animEffect transition="in" filter="dissolve">
                                      <p:cBhvr>
                                        <p:cTn id="12" dur="500"/>
                                        <p:tgtEl>
                                          <p:spTgt spid="593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395">
                                            <p:txEl>
                                              <p:pRg st="2" end="2"/>
                                            </p:txEl>
                                          </p:spTgt>
                                        </p:tgtEl>
                                        <p:attrNameLst>
                                          <p:attrName>style.visibility</p:attrName>
                                        </p:attrNameLst>
                                      </p:cBhvr>
                                      <p:to>
                                        <p:strVal val="visible"/>
                                      </p:to>
                                    </p:set>
                                    <p:animEffect transition="in" filter="dissolve">
                                      <p:cBhvr>
                                        <p:cTn id="17" dur="500"/>
                                        <p:tgtEl>
                                          <p:spTgt spid="593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9395">
                                            <p:txEl>
                                              <p:pRg st="3" end="3"/>
                                            </p:txEl>
                                          </p:spTgt>
                                        </p:tgtEl>
                                        <p:attrNameLst>
                                          <p:attrName>style.visibility</p:attrName>
                                        </p:attrNameLst>
                                      </p:cBhvr>
                                      <p:to>
                                        <p:strVal val="visible"/>
                                      </p:to>
                                    </p:set>
                                    <p:animEffect transition="in" filter="dissolve">
                                      <p:cBhvr>
                                        <p:cTn id="22" dur="500"/>
                                        <p:tgtEl>
                                          <p:spTgt spid="593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1205388-1C22-4B3A-BA52-39EFFA9B732D}"/>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63491" name="Rectangle 3">
            <a:extLst>
              <a:ext uri="{FF2B5EF4-FFF2-40B4-BE49-F238E27FC236}">
                <a16:creationId xmlns:a16="http://schemas.microsoft.com/office/drawing/2014/main" id="{36012F96-B029-4CC7-9076-E5934A0BBDD9}"/>
              </a:ext>
            </a:extLst>
          </p:cNvPr>
          <p:cNvSpPr>
            <a:spLocks noGrp="1" noChangeArrowheads="1"/>
          </p:cNvSpPr>
          <p:nvPr>
            <p:ph type="body" idx="1"/>
          </p:nvPr>
        </p:nvSpPr>
        <p:spPr/>
        <p:txBody>
          <a:bodyPr/>
          <a:lstStyle/>
          <a:p>
            <a:r>
              <a:rPr lang="en-US" altLang="en-US"/>
              <a:t>They are told to believe.</a:t>
            </a:r>
          </a:p>
          <a:p>
            <a:pPr>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dissolve">
                                      <p:cBhvr>
                                        <p:cTn id="7" dur="500"/>
                                        <p:tgtEl>
                                          <p:spTgt spid="634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2FB2732-04FA-4FC7-A1AC-4A8DA6D5AA32}"/>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60419" name="Rectangle 3">
            <a:extLst>
              <a:ext uri="{FF2B5EF4-FFF2-40B4-BE49-F238E27FC236}">
                <a16:creationId xmlns:a16="http://schemas.microsoft.com/office/drawing/2014/main" id="{0FA5A8F9-C9E5-40AD-AB0F-10DFD0E11A91}"/>
              </a:ext>
            </a:extLst>
          </p:cNvPr>
          <p:cNvSpPr>
            <a:spLocks noGrp="1" noChangeArrowheads="1"/>
          </p:cNvSpPr>
          <p:nvPr>
            <p:ph type="body" idx="1"/>
          </p:nvPr>
        </p:nvSpPr>
        <p:spPr>
          <a:xfrm>
            <a:off x="457200" y="1600200"/>
            <a:ext cx="8229600" cy="5257800"/>
          </a:xfrm>
        </p:spPr>
        <p:txBody>
          <a:bodyPr/>
          <a:lstStyle/>
          <a:p>
            <a:pPr marL="660400" indent="-660400"/>
            <a:r>
              <a:rPr lang="en-US" altLang="en-US"/>
              <a:t>“For we which have believed do enter into rest.”</a:t>
            </a:r>
          </a:p>
          <a:p>
            <a:pPr marL="1035050" lvl="1" indent="-577850"/>
            <a:r>
              <a:rPr lang="en-US" altLang="en-US"/>
              <a:t>This is a claim that believers will enter into rest.</a:t>
            </a:r>
          </a:p>
          <a:p>
            <a:pPr marL="1035050" lvl="1" indent="-577850"/>
            <a:r>
              <a:rPr lang="en-US" altLang="en-US"/>
              <a:t>These believers had not obtained the rest yet, but could obtain it through a process of continual belief.</a:t>
            </a:r>
          </a:p>
          <a:p>
            <a:pPr marL="1035050" lvl="1" indent="-577850"/>
            <a:r>
              <a:rPr lang="en-US" altLang="en-US"/>
              <a:t>It was something that the believers could come short of (v. 1)</a:t>
            </a:r>
          </a:p>
          <a:p>
            <a:pPr marL="1035050" lvl="1" indent="-577850"/>
            <a:r>
              <a:rPr lang="en-US" altLang="en-US"/>
              <a:t>They were to make every effort they could to accomplish the reward of rest (v. 11)</a:t>
            </a:r>
          </a:p>
          <a:p>
            <a:pPr marL="660400" indent="-660400">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dissolve">
                                      <p:cBhvr>
                                        <p:cTn id="7" dur="500"/>
                                        <p:tgtEl>
                                          <p:spTgt spid="60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dissolve">
                                      <p:cBhvr>
                                        <p:cTn id="12" dur="500"/>
                                        <p:tgtEl>
                                          <p:spTgt spid="604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dissolve">
                                      <p:cBhvr>
                                        <p:cTn id="17" dur="500"/>
                                        <p:tgtEl>
                                          <p:spTgt spid="604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dissolve">
                                      <p:cBhvr>
                                        <p:cTn id="22" dur="500"/>
                                        <p:tgtEl>
                                          <p:spTgt spid="604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dissolve">
                                      <p:cBhvr>
                                        <p:cTn id="27" dur="500"/>
                                        <p:tgtEl>
                                          <p:spTgt spid="604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85E188BD-2316-4165-94FC-98CD4A96461E}"/>
              </a:ext>
            </a:extLst>
          </p:cNvPr>
          <p:cNvSpPr>
            <a:spLocks noGrp="1" noRot="1" noChangeArrowheads="1"/>
          </p:cNvSpPr>
          <p:nvPr>
            <p:ph type="title"/>
          </p:nvPr>
        </p:nvSpPr>
        <p:spPr/>
        <p:txBody>
          <a:bodyPr/>
          <a:lstStyle/>
          <a:p>
            <a:r>
              <a:rPr lang="en-US" altLang="en-US" sz="3600"/>
              <a:t>The Prize 1-11</a:t>
            </a:r>
            <a:br>
              <a:rPr lang="en-US" altLang="en-US" sz="3600"/>
            </a:br>
            <a:r>
              <a:rPr lang="en-US" altLang="en-US" sz="3600"/>
              <a:t>Heavenly Rest 1-5</a:t>
            </a:r>
          </a:p>
        </p:txBody>
      </p:sp>
      <p:sp>
        <p:nvSpPr>
          <p:cNvPr id="64515" name="Rectangle 3">
            <a:extLst>
              <a:ext uri="{FF2B5EF4-FFF2-40B4-BE49-F238E27FC236}">
                <a16:creationId xmlns:a16="http://schemas.microsoft.com/office/drawing/2014/main" id="{3E447161-36D1-4C27-995F-F97F997B4B54}"/>
              </a:ext>
            </a:extLst>
          </p:cNvPr>
          <p:cNvSpPr>
            <a:spLocks noGrp="1" noChangeArrowheads="1"/>
          </p:cNvSpPr>
          <p:nvPr>
            <p:ph type="body" idx="1"/>
          </p:nvPr>
        </p:nvSpPr>
        <p:spPr/>
        <p:txBody>
          <a:bodyPr/>
          <a:lstStyle/>
          <a:p>
            <a:pPr marL="609600" indent="-609600"/>
            <a:r>
              <a:rPr lang="en-US" altLang="en-US"/>
              <a:t>“as he said”</a:t>
            </a:r>
          </a:p>
          <a:p>
            <a:pPr marL="990600" lvl="1" indent="-533400"/>
            <a:r>
              <a:rPr lang="en-US" altLang="en-US"/>
              <a:t>Paul goes back to Psalm 95 and shows that the rest promised to the Israelites was never fully accomplished.</a:t>
            </a:r>
          </a:p>
          <a:p>
            <a:pPr marL="990600" lvl="1" indent="-533400"/>
            <a:r>
              <a:rPr lang="en-US" altLang="en-US"/>
              <a:t>Jesus clearly is the agent who fulfilled this promised rest for all people.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Effect transition="in" filter="dissolve">
                                      <p:cBhvr>
                                        <p:cTn id="7" dur="500"/>
                                        <p:tgtEl>
                                          <p:spTgt spid="645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4515">
                                            <p:txEl>
                                              <p:pRg st="1" end="1"/>
                                            </p:txEl>
                                          </p:spTgt>
                                        </p:tgtEl>
                                        <p:attrNameLst>
                                          <p:attrName>style.visibility</p:attrName>
                                        </p:attrNameLst>
                                      </p:cBhvr>
                                      <p:to>
                                        <p:strVal val="visible"/>
                                      </p:to>
                                    </p:set>
                                    <p:animEffect transition="in" filter="dissolve">
                                      <p:cBhvr>
                                        <p:cTn id="12" dur="500"/>
                                        <p:tgtEl>
                                          <p:spTgt spid="645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4515">
                                            <p:txEl>
                                              <p:pRg st="2" end="2"/>
                                            </p:txEl>
                                          </p:spTgt>
                                        </p:tgtEl>
                                        <p:attrNameLst>
                                          <p:attrName>style.visibility</p:attrName>
                                        </p:attrNameLst>
                                      </p:cBhvr>
                                      <p:to>
                                        <p:strVal val="visible"/>
                                      </p:to>
                                    </p:set>
                                    <p:animEffect transition="in" filter="dissolve">
                                      <p:cBhvr>
                                        <p:cTn id="17" dur="500"/>
                                        <p:tgtEl>
                                          <p:spTgt spid="645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B9164A5-A7D5-41FF-B16B-F42ACFDA65AC}"/>
              </a:ext>
            </a:extLst>
          </p:cNvPr>
          <p:cNvSpPr>
            <a:spLocks noGrp="1" noChangeArrowheads="1"/>
          </p:cNvSpPr>
          <p:nvPr>
            <p:ph type="title"/>
          </p:nvPr>
        </p:nvSpPr>
        <p:spPr/>
        <p:txBody>
          <a:bodyPr/>
          <a:lstStyle/>
          <a:p>
            <a:pPr marL="838200" indent="-838200"/>
            <a:r>
              <a:rPr lang="en-US" altLang="en-US" sz="4000"/>
              <a:t>The Prize 1-11</a:t>
            </a:r>
            <a:br>
              <a:rPr lang="en-US" altLang="en-US" sz="4000"/>
            </a:br>
            <a:r>
              <a:rPr lang="en-US" altLang="en-US" sz="3600"/>
              <a:t>Hebrew rest v.6-7</a:t>
            </a:r>
          </a:p>
        </p:txBody>
      </p:sp>
      <p:sp>
        <p:nvSpPr>
          <p:cNvPr id="71683" name="Rectangle 3">
            <a:extLst>
              <a:ext uri="{FF2B5EF4-FFF2-40B4-BE49-F238E27FC236}">
                <a16:creationId xmlns:a16="http://schemas.microsoft.com/office/drawing/2014/main" id="{EBD33EB2-C5BF-485D-BEF1-9E4E97B53185}"/>
              </a:ext>
            </a:extLst>
          </p:cNvPr>
          <p:cNvSpPr>
            <a:spLocks noGrp="1" noChangeArrowheads="1"/>
          </p:cNvSpPr>
          <p:nvPr>
            <p:ph type="body" idx="1"/>
          </p:nvPr>
        </p:nvSpPr>
        <p:spPr/>
        <p:txBody>
          <a:bodyPr/>
          <a:lstStyle/>
          <a:p>
            <a:pPr marL="660400" indent="-660400"/>
            <a:r>
              <a:rPr lang="en-US" altLang="en-US"/>
              <a:t>They did not listen.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dissolve">
                                      <p:cBhvr>
                                        <p:cTn id="7" dur="500"/>
                                        <p:tgtEl>
                                          <p:spTgt spid="716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3F1DFA4-3F5E-4388-AF94-0916ABFEE794}"/>
              </a:ext>
            </a:extLst>
          </p:cNvPr>
          <p:cNvSpPr>
            <a:spLocks noGrp="1" noChangeArrowheads="1"/>
          </p:cNvSpPr>
          <p:nvPr>
            <p:ph type="title"/>
          </p:nvPr>
        </p:nvSpPr>
        <p:spPr/>
        <p:txBody>
          <a:bodyPr/>
          <a:lstStyle/>
          <a:p>
            <a:r>
              <a:rPr lang="en-US" altLang="en-US" sz="4000"/>
              <a:t>The Prize 1-11</a:t>
            </a:r>
            <a:br>
              <a:rPr lang="en-US" altLang="en-US" sz="4000"/>
            </a:br>
            <a:r>
              <a:rPr lang="en-US" altLang="en-US" sz="3600"/>
              <a:t>Hebrew rest v.6-7</a:t>
            </a:r>
          </a:p>
        </p:txBody>
      </p:sp>
      <p:sp>
        <p:nvSpPr>
          <p:cNvPr id="94211" name="Rectangle 3">
            <a:extLst>
              <a:ext uri="{FF2B5EF4-FFF2-40B4-BE49-F238E27FC236}">
                <a16:creationId xmlns:a16="http://schemas.microsoft.com/office/drawing/2014/main" id="{675502ED-E66D-4DAD-BAD8-88BE7A62651B}"/>
              </a:ext>
            </a:extLst>
          </p:cNvPr>
          <p:cNvSpPr>
            <a:spLocks noGrp="1" noChangeArrowheads="1"/>
          </p:cNvSpPr>
          <p:nvPr>
            <p:ph type="body" idx="1"/>
          </p:nvPr>
        </p:nvSpPr>
        <p:spPr/>
        <p:txBody>
          <a:bodyPr/>
          <a:lstStyle/>
          <a:p>
            <a:pPr marL="609600" indent="-609600"/>
            <a:r>
              <a:rPr lang="en-US" altLang="en-US"/>
              <a:t>There is still a promise of rest.</a:t>
            </a:r>
          </a:p>
          <a:p>
            <a:pPr marL="609600" indent="-609600"/>
            <a:r>
              <a:rPr lang="en-US" altLang="en-US"/>
              <a:t>The Israelites were preached a message of rest.</a:t>
            </a:r>
          </a:p>
          <a:p>
            <a:pPr marL="609600" indent="-609600"/>
            <a:r>
              <a:rPr lang="en-US" altLang="en-US"/>
              <a:t>The Israelites had the promise of rest but could not obey God.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dissolve">
                                      <p:cBhvr>
                                        <p:cTn id="7" dur="500"/>
                                        <p:tgtEl>
                                          <p:spTgt spid="94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dissolve">
                                      <p:cBhvr>
                                        <p:cTn id="12" dur="500"/>
                                        <p:tgtEl>
                                          <p:spTgt spid="94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4211">
                                            <p:txEl>
                                              <p:pRg st="2" end="2"/>
                                            </p:txEl>
                                          </p:spTgt>
                                        </p:tgtEl>
                                        <p:attrNameLst>
                                          <p:attrName>style.visibility</p:attrName>
                                        </p:attrNameLst>
                                      </p:cBhvr>
                                      <p:to>
                                        <p:strVal val="visible"/>
                                      </p:to>
                                    </p:set>
                                    <p:animEffect transition="in" filter="dissolve">
                                      <p:cBhvr>
                                        <p:cTn id="17" dur="500"/>
                                        <p:tgtEl>
                                          <p:spTgt spid="942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DE8F48E-EE52-4B04-9202-22E52BDACBF6}"/>
              </a:ext>
            </a:extLst>
          </p:cNvPr>
          <p:cNvSpPr>
            <a:spLocks noGrp="1" noChangeArrowheads="1"/>
          </p:cNvSpPr>
          <p:nvPr>
            <p:ph type="title"/>
          </p:nvPr>
        </p:nvSpPr>
        <p:spPr/>
        <p:txBody>
          <a:bodyPr/>
          <a:lstStyle/>
          <a:p>
            <a:r>
              <a:rPr lang="en-US" altLang="en-US" sz="4000"/>
              <a:t>The Prize 1-11</a:t>
            </a:r>
            <a:br>
              <a:rPr lang="en-US" altLang="en-US" sz="4000"/>
            </a:br>
            <a:r>
              <a:rPr lang="en-US" altLang="en-US" sz="3600"/>
              <a:t>Hebrew rest v.6-7</a:t>
            </a:r>
          </a:p>
        </p:txBody>
      </p:sp>
      <p:sp>
        <p:nvSpPr>
          <p:cNvPr id="95235" name="Rectangle 3">
            <a:extLst>
              <a:ext uri="{FF2B5EF4-FFF2-40B4-BE49-F238E27FC236}">
                <a16:creationId xmlns:a16="http://schemas.microsoft.com/office/drawing/2014/main" id="{C09457AA-83D0-4A8F-90BD-4B09BC648339}"/>
              </a:ext>
            </a:extLst>
          </p:cNvPr>
          <p:cNvSpPr>
            <a:spLocks noGrp="1" noChangeArrowheads="1"/>
          </p:cNvSpPr>
          <p:nvPr>
            <p:ph type="body" idx="1"/>
          </p:nvPr>
        </p:nvSpPr>
        <p:spPr/>
        <p:txBody>
          <a:bodyPr/>
          <a:lstStyle/>
          <a:p>
            <a:pPr marL="660400" indent="-660400"/>
            <a:r>
              <a:rPr lang="en-US" altLang="en-US"/>
              <a:t>They did not believe.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dissolve">
                                      <p:cBhvr>
                                        <p:cTn id="7" dur="500"/>
                                        <p:tgtEl>
                                          <p:spTgt spid="952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F2E086F-456E-496D-8DC2-844F7C23BB1D}"/>
              </a:ext>
            </a:extLst>
          </p:cNvPr>
          <p:cNvSpPr>
            <a:spLocks noGrp="1" noChangeArrowheads="1"/>
          </p:cNvSpPr>
          <p:nvPr>
            <p:ph type="title"/>
          </p:nvPr>
        </p:nvSpPr>
        <p:spPr/>
        <p:txBody>
          <a:bodyPr/>
          <a:lstStyle/>
          <a:p>
            <a:r>
              <a:rPr lang="en-US" altLang="en-US" sz="4000"/>
              <a:t>The Prize 1-11</a:t>
            </a:r>
            <a:br>
              <a:rPr lang="en-US" altLang="en-US" sz="4000"/>
            </a:br>
            <a:r>
              <a:rPr lang="en-US" altLang="en-US" sz="3600"/>
              <a:t>Hebrew rest v.6-7</a:t>
            </a:r>
          </a:p>
        </p:txBody>
      </p:sp>
      <p:sp>
        <p:nvSpPr>
          <p:cNvPr id="96259" name="Rectangle 3">
            <a:extLst>
              <a:ext uri="{FF2B5EF4-FFF2-40B4-BE49-F238E27FC236}">
                <a16:creationId xmlns:a16="http://schemas.microsoft.com/office/drawing/2014/main" id="{0E547A4A-25D5-4D9C-B03A-E62D67B05CA8}"/>
              </a:ext>
            </a:extLst>
          </p:cNvPr>
          <p:cNvSpPr>
            <a:spLocks noGrp="1" noChangeArrowheads="1"/>
          </p:cNvSpPr>
          <p:nvPr>
            <p:ph type="body" idx="1"/>
          </p:nvPr>
        </p:nvSpPr>
        <p:spPr>
          <a:xfrm>
            <a:off x="304800" y="1752600"/>
            <a:ext cx="8382000" cy="5105400"/>
          </a:xfrm>
        </p:spPr>
        <p:txBody>
          <a:bodyPr/>
          <a:lstStyle/>
          <a:p>
            <a:pPr marL="990600" lvl="1" indent="-533400"/>
            <a:r>
              <a:rPr lang="en-US" altLang="en-US"/>
              <a:t>They failed to enter because of unbelief.</a:t>
            </a:r>
          </a:p>
          <a:p>
            <a:pPr marL="990600" lvl="1" indent="-533400"/>
            <a:r>
              <a:rPr lang="en-US" altLang="en-US"/>
              <a:t>God is repeating his invitation “today”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dissolve">
                                      <p:cBhvr>
                                        <p:cTn id="7" dur="500"/>
                                        <p:tgtEl>
                                          <p:spTgt spid="96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dissolve">
                                      <p:cBhvr>
                                        <p:cTn id="12" dur="500"/>
                                        <p:tgtEl>
                                          <p:spTgt spid="962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E3E877FF-B3C0-4475-92D8-89EC03D0A903}"/>
              </a:ext>
            </a:extLst>
          </p:cNvPr>
          <p:cNvSpPr>
            <a:spLocks noGrp="1" noChangeArrowheads="1"/>
          </p:cNvSpPr>
          <p:nvPr>
            <p:ph type="title"/>
          </p:nvPr>
        </p:nvSpPr>
        <p:spPr/>
        <p:txBody>
          <a:bodyPr/>
          <a:lstStyle/>
          <a:p>
            <a:r>
              <a:rPr lang="en-US" altLang="en-US" sz="4000"/>
              <a:t>The Prize 1-11</a:t>
            </a:r>
            <a:br>
              <a:rPr lang="en-US" altLang="en-US" sz="4000"/>
            </a:br>
            <a:r>
              <a:rPr lang="en-US" altLang="en-US" sz="3600"/>
              <a:t>Hebrew rest v.6-7</a:t>
            </a:r>
          </a:p>
        </p:txBody>
      </p:sp>
      <p:sp>
        <p:nvSpPr>
          <p:cNvPr id="97283" name="Rectangle 3">
            <a:extLst>
              <a:ext uri="{FF2B5EF4-FFF2-40B4-BE49-F238E27FC236}">
                <a16:creationId xmlns:a16="http://schemas.microsoft.com/office/drawing/2014/main" id="{B7991FF9-3DA8-490A-94DD-0F5B8F10060A}"/>
              </a:ext>
            </a:extLst>
          </p:cNvPr>
          <p:cNvSpPr>
            <a:spLocks noGrp="1" noChangeArrowheads="1"/>
          </p:cNvSpPr>
          <p:nvPr>
            <p:ph type="body" idx="1"/>
          </p:nvPr>
        </p:nvSpPr>
        <p:spPr/>
        <p:txBody>
          <a:bodyPr/>
          <a:lstStyle/>
          <a:p>
            <a:pPr marL="660400" indent="-660400"/>
            <a:r>
              <a:rPr lang="en-US" altLang="en-US"/>
              <a:t>They hardened their hearts.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Effect transition="in" filter="dissolve">
                                      <p:cBhvr>
                                        <p:cTn id="7" dur="500"/>
                                        <p:tgtEl>
                                          <p:spTgt spid="972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01EA104E-CE64-403B-94F0-B8723345E71B}"/>
              </a:ext>
            </a:extLst>
          </p:cNvPr>
          <p:cNvSpPr>
            <a:spLocks noGrp="1" noChangeArrowheads="1"/>
          </p:cNvSpPr>
          <p:nvPr>
            <p:ph type="title"/>
          </p:nvPr>
        </p:nvSpPr>
        <p:spPr/>
        <p:txBody>
          <a:bodyPr/>
          <a:lstStyle/>
          <a:p>
            <a:r>
              <a:rPr lang="en-US" altLang="en-US" sz="4000"/>
              <a:t>The Prize 1-11</a:t>
            </a:r>
            <a:br>
              <a:rPr lang="en-US" altLang="en-US" sz="4000"/>
            </a:br>
            <a:r>
              <a:rPr lang="en-US" altLang="en-US" sz="3600"/>
              <a:t>Hebrew rest v.6-7</a:t>
            </a:r>
          </a:p>
        </p:txBody>
      </p:sp>
      <p:sp>
        <p:nvSpPr>
          <p:cNvPr id="98307" name="Rectangle 3">
            <a:extLst>
              <a:ext uri="{FF2B5EF4-FFF2-40B4-BE49-F238E27FC236}">
                <a16:creationId xmlns:a16="http://schemas.microsoft.com/office/drawing/2014/main" id="{9A1D8C61-8500-4E16-9E5F-EC86890FC43C}"/>
              </a:ext>
            </a:extLst>
          </p:cNvPr>
          <p:cNvSpPr>
            <a:spLocks noGrp="1" noChangeArrowheads="1"/>
          </p:cNvSpPr>
          <p:nvPr>
            <p:ph type="body" idx="1"/>
          </p:nvPr>
        </p:nvSpPr>
        <p:spPr/>
        <p:txBody>
          <a:bodyPr/>
          <a:lstStyle/>
          <a:p>
            <a:pPr marL="609600" indent="-609600"/>
            <a:r>
              <a:rPr lang="en-US" altLang="en-US"/>
              <a:t>They would not hear Moses, and in doing so, they hardened their hearts.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8307">
                                            <p:txEl>
                                              <p:pRg st="0" end="0"/>
                                            </p:txEl>
                                          </p:spTgt>
                                        </p:tgtEl>
                                        <p:attrNameLst>
                                          <p:attrName>style.visibility</p:attrName>
                                        </p:attrNameLst>
                                      </p:cBhvr>
                                      <p:to>
                                        <p:strVal val="visible"/>
                                      </p:to>
                                    </p:set>
                                    <p:animEffect transition="in" filter="dissolve">
                                      <p:cBhvr>
                                        <p:cTn id="7" dur="500"/>
                                        <p:tgtEl>
                                          <p:spTgt spid="983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2B951B44-C956-4152-9385-C5A2DB44CB42}"/>
              </a:ext>
            </a:extLst>
          </p:cNvPr>
          <p:cNvSpPr>
            <a:spLocks noGrp="1" noChangeArrowheads="1"/>
          </p:cNvSpPr>
          <p:nvPr>
            <p:ph type="title"/>
          </p:nvPr>
        </p:nvSpPr>
        <p:spPr/>
        <p:txBody>
          <a:bodyPr/>
          <a:lstStyle/>
          <a:p>
            <a:r>
              <a:rPr lang="en-US" altLang="en-US" sz="3600"/>
              <a:t>The Prize 1-11</a:t>
            </a:r>
            <a:br>
              <a:rPr lang="en-US" altLang="en-US" sz="3600"/>
            </a:br>
            <a:r>
              <a:rPr lang="en-US" altLang="en-US" sz="3600"/>
              <a:t> </a:t>
            </a:r>
            <a:r>
              <a:rPr lang="en-US" altLang="en-US" sz="4000"/>
              <a:t>His rest v. 8-11</a:t>
            </a:r>
          </a:p>
        </p:txBody>
      </p:sp>
      <p:sp>
        <p:nvSpPr>
          <p:cNvPr id="99331" name="Rectangle 3">
            <a:extLst>
              <a:ext uri="{FF2B5EF4-FFF2-40B4-BE49-F238E27FC236}">
                <a16:creationId xmlns:a16="http://schemas.microsoft.com/office/drawing/2014/main" id="{647798D5-C2BA-4C16-8845-A742ED3C9ACD}"/>
              </a:ext>
            </a:extLst>
          </p:cNvPr>
          <p:cNvSpPr>
            <a:spLocks noGrp="1" noChangeArrowheads="1"/>
          </p:cNvSpPr>
          <p:nvPr>
            <p:ph type="body" idx="1"/>
          </p:nvPr>
        </p:nvSpPr>
        <p:spPr/>
        <p:txBody>
          <a:bodyPr/>
          <a:lstStyle/>
          <a:p>
            <a:pPr marL="609600" indent="-609600"/>
            <a:r>
              <a:rPr lang="en-US" altLang="en-US" sz="3600"/>
              <a:t>The Christian is offered rest.</a:t>
            </a:r>
          </a:p>
          <a:p>
            <a:pPr marL="609600" indent="-609600">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9331">
                                            <p:txEl>
                                              <p:pRg st="0" end="0"/>
                                            </p:txEl>
                                          </p:spTgt>
                                        </p:tgtEl>
                                        <p:attrNameLst>
                                          <p:attrName>style.visibility</p:attrName>
                                        </p:attrNameLst>
                                      </p:cBhvr>
                                      <p:to>
                                        <p:strVal val="visible"/>
                                      </p:to>
                                    </p:set>
                                    <p:animEffect transition="in" filter="dissolve">
                                      <p:cBhvr>
                                        <p:cTn id="7" dur="500"/>
                                        <p:tgtEl>
                                          <p:spTgt spid="993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666542F8-DD37-45BA-9710-010B173C93FC}"/>
              </a:ext>
            </a:extLst>
          </p:cNvPr>
          <p:cNvSpPr>
            <a:spLocks noGrp="1" noChangeArrowheads="1"/>
          </p:cNvSpPr>
          <p:nvPr>
            <p:ph type="title"/>
          </p:nvPr>
        </p:nvSpPr>
        <p:spPr/>
        <p:txBody>
          <a:bodyPr/>
          <a:lstStyle/>
          <a:p>
            <a:r>
              <a:rPr lang="en-US" altLang="en-US" sz="3600"/>
              <a:t>The Prize 1-11</a:t>
            </a:r>
            <a:br>
              <a:rPr lang="en-US" altLang="en-US" sz="3600"/>
            </a:br>
            <a:r>
              <a:rPr lang="en-US" altLang="en-US" sz="3600"/>
              <a:t> </a:t>
            </a:r>
            <a:r>
              <a:rPr lang="en-US" altLang="en-US" sz="4000"/>
              <a:t>His rest v. 8-11</a:t>
            </a:r>
          </a:p>
        </p:txBody>
      </p:sp>
      <p:sp>
        <p:nvSpPr>
          <p:cNvPr id="113667" name="Rectangle 3">
            <a:extLst>
              <a:ext uri="{FF2B5EF4-FFF2-40B4-BE49-F238E27FC236}">
                <a16:creationId xmlns:a16="http://schemas.microsoft.com/office/drawing/2014/main" id="{BE827430-CF35-4B07-8DE7-2649E9BC6B84}"/>
              </a:ext>
            </a:extLst>
          </p:cNvPr>
          <p:cNvSpPr>
            <a:spLocks noGrp="1" noChangeArrowheads="1"/>
          </p:cNvSpPr>
          <p:nvPr>
            <p:ph type="body" idx="1"/>
          </p:nvPr>
        </p:nvSpPr>
        <p:spPr>
          <a:xfrm>
            <a:off x="457200" y="1600200"/>
            <a:ext cx="8229600" cy="5257800"/>
          </a:xfrm>
        </p:spPr>
        <p:txBody>
          <a:bodyPr/>
          <a:lstStyle/>
          <a:p>
            <a:pPr marL="660400" indent="-660400"/>
            <a:r>
              <a:rPr lang="en-US" altLang="en-US" sz="2800"/>
              <a:t>There is a parallel between the Old Testament Joshua who led his followers into the earthly Canaan, and the New Testament Jesus who leads New Testament followers to Heaven.</a:t>
            </a:r>
          </a:p>
          <a:p>
            <a:pPr marL="660400" indent="-660400"/>
            <a:r>
              <a:rPr lang="en-US" altLang="en-US" sz="2800"/>
              <a:t>If the “rest” that God had promised to Joshua’s generation was only a land promise that was fulfilled in his day, than why does God continue to speak of a “rest” even in David’s day.</a:t>
            </a:r>
          </a:p>
          <a:p>
            <a:pPr marL="660400" indent="-660400"/>
            <a:r>
              <a:rPr lang="en-US" altLang="en-US" sz="2800"/>
              <a:t>The “rest” that the Israelites looked for is found in Jesus.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Effect transition="in" filter="dissolve">
                                      <p:cBhvr>
                                        <p:cTn id="7" dur="500"/>
                                        <p:tgtEl>
                                          <p:spTgt spid="113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3667">
                                            <p:txEl>
                                              <p:pRg st="1" end="1"/>
                                            </p:txEl>
                                          </p:spTgt>
                                        </p:tgtEl>
                                        <p:attrNameLst>
                                          <p:attrName>style.visibility</p:attrName>
                                        </p:attrNameLst>
                                      </p:cBhvr>
                                      <p:to>
                                        <p:strVal val="visible"/>
                                      </p:to>
                                    </p:set>
                                    <p:animEffect transition="in" filter="dissolve">
                                      <p:cBhvr>
                                        <p:cTn id="12" dur="500"/>
                                        <p:tgtEl>
                                          <p:spTgt spid="1136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3667">
                                            <p:txEl>
                                              <p:pRg st="2" end="2"/>
                                            </p:txEl>
                                          </p:spTgt>
                                        </p:tgtEl>
                                        <p:attrNameLst>
                                          <p:attrName>style.visibility</p:attrName>
                                        </p:attrNameLst>
                                      </p:cBhvr>
                                      <p:to>
                                        <p:strVal val="visible"/>
                                      </p:to>
                                    </p:set>
                                    <p:animEffect transition="in" filter="dissolve">
                                      <p:cBhvr>
                                        <p:cTn id="17" dur="500"/>
                                        <p:tgtEl>
                                          <p:spTgt spid="1136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DB25D08-DF8B-4E5C-9011-5E71563AAEEA}"/>
              </a:ext>
            </a:extLst>
          </p:cNvPr>
          <p:cNvSpPr>
            <a:spLocks noGrp="1" noChangeArrowheads="1"/>
          </p:cNvSpPr>
          <p:nvPr>
            <p:ph type="title"/>
          </p:nvPr>
        </p:nvSpPr>
        <p:spPr/>
        <p:txBody>
          <a:bodyPr/>
          <a:lstStyle/>
          <a:p>
            <a:r>
              <a:rPr lang="en-US" altLang="en-US" sz="3600"/>
              <a:t>The Prize 1-11</a:t>
            </a:r>
            <a:br>
              <a:rPr lang="en-US" altLang="en-US" sz="3600"/>
            </a:br>
            <a:r>
              <a:rPr lang="en-US" altLang="en-US" sz="3600"/>
              <a:t> </a:t>
            </a:r>
            <a:r>
              <a:rPr lang="en-US" altLang="en-US" sz="4000"/>
              <a:t>His rest v. 8-11</a:t>
            </a:r>
          </a:p>
        </p:txBody>
      </p:sp>
      <p:sp>
        <p:nvSpPr>
          <p:cNvPr id="116739" name="Rectangle 3">
            <a:extLst>
              <a:ext uri="{FF2B5EF4-FFF2-40B4-BE49-F238E27FC236}">
                <a16:creationId xmlns:a16="http://schemas.microsoft.com/office/drawing/2014/main" id="{C0933DE5-7499-4423-A86F-1974A1A28C02}"/>
              </a:ext>
            </a:extLst>
          </p:cNvPr>
          <p:cNvSpPr>
            <a:spLocks noGrp="1" noChangeArrowheads="1"/>
          </p:cNvSpPr>
          <p:nvPr>
            <p:ph type="body" idx="1"/>
          </p:nvPr>
        </p:nvSpPr>
        <p:spPr/>
        <p:txBody>
          <a:bodyPr/>
          <a:lstStyle/>
          <a:p>
            <a:r>
              <a:rPr lang="en-US" altLang="en-US"/>
              <a:t>The Christian must watch for his rest.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dissolve">
                                      <p:cBhvr>
                                        <p:cTn id="7" dur="500"/>
                                        <p:tgtEl>
                                          <p:spTgt spid="1167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00512409-9FF8-4B77-9FDE-2F5210D82398}"/>
              </a:ext>
            </a:extLst>
          </p:cNvPr>
          <p:cNvSpPr>
            <a:spLocks noGrp="1" noChangeArrowheads="1"/>
          </p:cNvSpPr>
          <p:nvPr>
            <p:ph type="title"/>
          </p:nvPr>
        </p:nvSpPr>
        <p:spPr/>
        <p:txBody>
          <a:bodyPr/>
          <a:lstStyle/>
          <a:p>
            <a:r>
              <a:rPr lang="en-US" altLang="en-US" sz="3600"/>
              <a:t>The Prize 1-11</a:t>
            </a:r>
            <a:br>
              <a:rPr lang="en-US" altLang="en-US" sz="3600"/>
            </a:br>
            <a:r>
              <a:rPr lang="en-US" altLang="en-US" sz="3600"/>
              <a:t> </a:t>
            </a:r>
            <a:r>
              <a:rPr lang="en-US" altLang="en-US" sz="4000"/>
              <a:t>His rest v. 8-11</a:t>
            </a:r>
          </a:p>
        </p:txBody>
      </p:sp>
      <p:sp>
        <p:nvSpPr>
          <p:cNvPr id="114691" name="Rectangle 3">
            <a:extLst>
              <a:ext uri="{FF2B5EF4-FFF2-40B4-BE49-F238E27FC236}">
                <a16:creationId xmlns:a16="http://schemas.microsoft.com/office/drawing/2014/main" id="{FAA446CC-C6E2-4A39-92CD-B9EF2495C07A}"/>
              </a:ext>
            </a:extLst>
          </p:cNvPr>
          <p:cNvSpPr>
            <a:spLocks noGrp="1" noChangeArrowheads="1"/>
          </p:cNvSpPr>
          <p:nvPr>
            <p:ph type="body" idx="1"/>
          </p:nvPr>
        </p:nvSpPr>
        <p:spPr/>
        <p:txBody>
          <a:bodyPr/>
          <a:lstStyle/>
          <a:p>
            <a:pPr marL="660400" indent="-660400"/>
            <a:r>
              <a:rPr lang="en-US" altLang="en-US"/>
              <a:t>Jesus is the “he that is entered into his rest”</a:t>
            </a:r>
          </a:p>
          <a:p>
            <a:pPr marL="660400" indent="-660400"/>
            <a:r>
              <a:rPr lang="en-US" altLang="en-US"/>
              <a:t>We will find “rest” because Jesus has made “rest” possible.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Effect transition="in" filter="dissolve">
                                      <p:cBhvr>
                                        <p:cTn id="7" dur="500"/>
                                        <p:tgtEl>
                                          <p:spTgt spid="1146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4691">
                                            <p:txEl>
                                              <p:pRg st="1" end="1"/>
                                            </p:txEl>
                                          </p:spTgt>
                                        </p:tgtEl>
                                        <p:attrNameLst>
                                          <p:attrName>style.visibility</p:attrName>
                                        </p:attrNameLst>
                                      </p:cBhvr>
                                      <p:to>
                                        <p:strVal val="visible"/>
                                      </p:to>
                                    </p:set>
                                    <p:animEffect transition="in" filter="dissolve">
                                      <p:cBhvr>
                                        <p:cTn id="12" dur="500"/>
                                        <p:tgtEl>
                                          <p:spTgt spid="1146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66A4471C-6275-4692-A1FE-614EF33CB583}"/>
              </a:ext>
            </a:extLst>
          </p:cNvPr>
          <p:cNvSpPr>
            <a:spLocks noGrp="1" noChangeArrowheads="1"/>
          </p:cNvSpPr>
          <p:nvPr>
            <p:ph type="title"/>
          </p:nvPr>
        </p:nvSpPr>
        <p:spPr/>
        <p:txBody>
          <a:bodyPr/>
          <a:lstStyle/>
          <a:p>
            <a:r>
              <a:rPr lang="en-US" altLang="en-US" sz="3600"/>
              <a:t>The Prize 1-11</a:t>
            </a:r>
            <a:br>
              <a:rPr lang="en-US" altLang="en-US" sz="3600"/>
            </a:br>
            <a:r>
              <a:rPr lang="en-US" altLang="en-US" sz="3600"/>
              <a:t> </a:t>
            </a:r>
            <a:r>
              <a:rPr lang="en-US" altLang="en-US" sz="4000"/>
              <a:t>His rest v. 8-11</a:t>
            </a:r>
          </a:p>
        </p:txBody>
      </p:sp>
      <p:sp>
        <p:nvSpPr>
          <p:cNvPr id="117763" name="Rectangle 3">
            <a:extLst>
              <a:ext uri="{FF2B5EF4-FFF2-40B4-BE49-F238E27FC236}">
                <a16:creationId xmlns:a16="http://schemas.microsoft.com/office/drawing/2014/main" id="{150D7B7C-01E7-448D-A2FE-2CE71309D8DD}"/>
              </a:ext>
            </a:extLst>
          </p:cNvPr>
          <p:cNvSpPr>
            <a:spLocks noGrp="1" noChangeArrowheads="1"/>
          </p:cNvSpPr>
          <p:nvPr>
            <p:ph type="body" idx="1"/>
          </p:nvPr>
        </p:nvSpPr>
        <p:spPr/>
        <p:txBody>
          <a:bodyPr/>
          <a:lstStyle/>
          <a:p>
            <a:r>
              <a:rPr lang="en-US" altLang="en-US"/>
              <a:t>The Christian must work for his rest.</a:t>
            </a:r>
          </a:p>
          <a:p>
            <a:pPr>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animEffect transition="in" filter="dissolve">
                                      <p:cBhvr>
                                        <p:cTn id="7" dur="500"/>
                                        <p:tgtEl>
                                          <p:spTgt spid="1177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9047FF10-EE7F-49DA-ADAF-D08467B60EA3}"/>
              </a:ext>
            </a:extLst>
          </p:cNvPr>
          <p:cNvSpPr>
            <a:spLocks noGrp="1" noChangeArrowheads="1"/>
          </p:cNvSpPr>
          <p:nvPr>
            <p:ph type="title"/>
          </p:nvPr>
        </p:nvSpPr>
        <p:spPr/>
        <p:txBody>
          <a:bodyPr/>
          <a:lstStyle/>
          <a:p>
            <a:r>
              <a:rPr lang="en-US" altLang="en-US" sz="3600"/>
              <a:t>The Prize 1-11</a:t>
            </a:r>
            <a:br>
              <a:rPr lang="en-US" altLang="en-US" sz="3600"/>
            </a:br>
            <a:r>
              <a:rPr lang="en-US" altLang="en-US" sz="3600"/>
              <a:t> </a:t>
            </a:r>
            <a:r>
              <a:rPr lang="en-US" altLang="en-US" sz="4000"/>
              <a:t>His rest v. 8-11</a:t>
            </a:r>
          </a:p>
        </p:txBody>
      </p:sp>
      <p:sp>
        <p:nvSpPr>
          <p:cNvPr id="115715" name="Rectangle 3">
            <a:extLst>
              <a:ext uri="{FF2B5EF4-FFF2-40B4-BE49-F238E27FC236}">
                <a16:creationId xmlns:a16="http://schemas.microsoft.com/office/drawing/2014/main" id="{46313DD6-AB21-4C83-B38B-9A4BC7D2BEAB}"/>
              </a:ext>
            </a:extLst>
          </p:cNvPr>
          <p:cNvSpPr>
            <a:spLocks noGrp="1" noChangeArrowheads="1"/>
          </p:cNvSpPr>
          <p:nvPr>
            <p:ph type="body" idx="1"/>
          </p:nvPr>
        </p:nvSpPr>
        <p:spPr/>
        <p:txBody>
          <a:bodyPr/>
          <a:lstStyle/>
          <a:p>
            <a:pPr marL="660400" indent="-660400"/>
            <a:r>
              <a:rPr lang="en-US" altLang="en-US"/>
              <a:t>“Let us labour”</a:t>
            </a:r>
          </a:p>
          <a:p>
            <a:pPr marL="660400" indent="-660400"/>
            <a:r>
              <a:rPr lang="en-US" altLang="en-US"/>
              <a:t>“lest any man fall after the same example of unbelief”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dissolve">
                                      <p:cBhvr>
                                        <p:cTn id="7" dur="500"/>
                                        <p:tgtEl>
                                          <p:spTgt spid="115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5715">
                                            <p:txEl>
                                              <p:pRg st="1" end="1"/>
                                            </p:txEl>
                                          </p:spTgt>
                                        </p:tgtEl>
                                        <p:attrNameLst>
                                          <p:attrName>style.visibility</p:attrName>
                                        </p:attrNameLst>
                                      </p:cBhvr>
                                      <p:to>
                                        <p:strVal val="visible"/>
                                      </p:to>
                                    </p:set>
                                    <p:animEffect transition="in" filter="dissolve">
                                      <p:cBhvr>
                                        <p:cTn id="12" dur="500"/>
                                        <p:tgtEl>
                                          <p:spTgt spid="1157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5287EB31-B328-414D-95DD-97E5E65271FE}"/>
              </a:ext>
            </a:extLst>
          </p:cNvPr>
          <p:cNvSpPr>
            <a:spLocks noGrp="1" noChangeArrowheads="1"/>
          </p:cNvSpPr>
          <p:nvPr>
            <p:ph type="title"/>
          </p:nvPr>
        </p:nvSpPr>
        <p:spPr/>
        <p:txBody>
          <a:bodyPr/>
          <a:lstStyle/>
          <a:p>
            <a:r>
              <a:rPr lang="en-US" altLang="en-US" sz="6000"/>
              <a:t>The Christian’s Rest</a:t>
            </a:r>
          </a:p>
        </p:txBody>
      </p:sp>
      <p:sp>
        <p:nvSpPr>
          <p:cNvPr id="122883" name="Rectangle 3">
            <a:extLst>
              <a:ext uri="{FF2B5EF4-FFF2-40B4-BE49-F238E27FC236}">
                <a16:creationId xmlns:a16="http://schemas.microsoft.com/office/drawing/2014/main" id="{42254DAF-574A-493C-ABF6-C0636F90FAEB}"/>
              </a:ext>
            </a:extLst>
          </p:cNvPr>
          <p:cNvSpPr>
            <a:spLocks noGrp="1" noChangeArrowheads="1"/>
          </p:cNvSpPr>
          <p:nvPr>
            <p:ph type="body" idx="1"/>
          </p:nvPr>
        </p:nvSpPr>
        <p:spPr/>
        <p:txBody>
          <a:bodyPr/>
          <a:lstStyle/>
          <a:p>
            <a:pPr algn="ctr">
              <a:buFont typeface="Wingdings" panose="05000000000000000000" pitchFamily="2" charset="2"/>
              <a:buNone/>
            </a:pPr>
            <a:endParaRPr lang="en-US" altLang="en-US" sz="5400"/>
          </a:p>
          <a:p>
            <a:pPr algn="ctr">
              <a:buFont typeface="Wingdings" panose="05000000000000000000" pitchFamily="2" charset="2"/>
              <a:buNone/>
            </a:pPr>
            <a:r>
              <a:rPr lang="en-US" altLang="en-US" sz="5400"/>
              <a:t>The Power </a:t>
            </a:r>
          </a:p>
          <a:p>
            <a:pPr algn="ctr">
              <a:buFont typeface="Wingdings" panose="05000000000000000000" pitchFamily="2" charset="2"/>
              <a:buNone/>
            </a:pPr>
            <a:r>
              <a:rPr lang="en-US" altLang="en-US"/>
              <a:t>Verses 12-13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883">
                                            <p:txEl>
                                              <p:pRg st="1" end="1"/>
                                            </p:txEl>
                                          </p:spTgt>
                                        </p:tgtEl>
                                        <p:attrNameLst>
                                          <p:attrName>style.visibility</p:attrName>
                                        </p:attrNameLst>
                                      </p:cBhvr>
                                      <p:to>
                                        <p:strVal val="visible"/>
                                      </p:to>
                                    </p:set>
                                    <p:animEffect transition="in" filter="dissolve">
                                      <p:cBhvr>
                                        <p:cTn id="7" dur="500"/>
                                        <p:tgtEl>
                                          <p:spTgt spid="1228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2883">
                                            <p:txEl>
                                              <p:pRg st="2" end="2"/>
                                            </p:txEl>
                                          </p:spTgt>
                                        </p:tgtEl>
                                        <p:attrNameLst>
                                          <p:attrName>style.visibility</p:attrName>
                                        </p:attrNameLst>
                                      </p:cBhvr>
                                      <p:to>
                                        <p:strVal val="visible"/>
                                      </p:to>
                                    </p:set>
                                    <p:animEffect transition="in" filter="dissolve">
                                      <p:cBhvr>
                                        <p:cTn id="12" dur="500"/>
                                        <p:tgtEl>
                                          <p:spTgt spid="1228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23E3399F-0EC4-472C-8E0D-374DA9A65A79}"/>
              </a:ext>
            </a:extLst>
          </p:cNvPr>
          <p:cNvSpPr>
            <a:spLocks noGrp="1" noRot="1" noChangeArrowheads="1"/>
          </p:cNvSpPr>
          <p:nvPr>
            <p:ph type="title"/>
          </p:nvPr>
        </p:nvSpPr>
        <p:spPr/>
        <p:txBody>
          <a:bodyPr/>
          <a:lstStyle/>
          <a:p>
            <a:r>
              <a:rPr lang="en-US" altLang="en-US" sz="3600"/>
              <a:t>The  Power 12-13</a:t>
            </a:r>
            <a:br>
              <a:rPr lang="en-US" altLang="en-US" sz="3600"/>
            </a:br>
            <a:r>
              <a:rPr lang="en-US" altLang="en-US" sz="3600"/>
              <a:t> </a:t>
            </a:r>
            <a:r>
              <a:rPr lang="en-US" altLang="en-US" sz="4000"/>
              <a:t>The Strength of the Word v. 12</a:t>
            </a:r>
          </a:p>
        </p:txBody>
      </p:sp>
      <p:sp>
        <p:nvSpPr>
          <p:cNvPr id="123907" name="Rectangle 3">
            <a:extLst>
              <a:ext uri="{FF2B5EF4-FFF2-40B4-BE49-F238E27FC236}">
                <a16:creationId xmlns:a16="http://schemas.microsoft.com/office/drawing/2014/main" id="{DD79B9E1-B159-416A-8B74-D78B0FB67A75}"/>
              </a:ext>
            </a:extLst>
          </p:cNvPr>
          <p:cNvSpPr>
            <a:spLocks noGrp="1" noChangeArrowheads="1"/>
          </p:cNvSpPr>
          <p:nvPr>
            <p:ph type="body" idx="1"/>
          </p:nvPr>
        </p:nvSpPr>
        <p:spPr/>
        <p:txBody>
          <a:bodyPr/>
          <a:lstStyle/>
          <a:p>
            <a:pPr marL="660400" indent="-660400"/>
            <a:r>
              <a:rPr lang="en-US" altLang="en-US"/>
              <a:t>“the word of God”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dissolve">
                                      <p:cBhvr>
                                        <p:cTn id="7" dur="500"/>
                                        <p:tgtEl>
                                          <p:spTgt spid="1239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5AEAA1C9-A32C-47AE-A0AD-A307243257F0}"/>
              </a:ext>
            </a:extLst>
          </p:cNvPr>
          <p:cNvSpPr>
            <a:spLocks noGrp="1" noRot="1" noChangeArrowheads="1"/>
          </p:cNvSpPr>
          <p:nvPr>
            <p:ph type="title"/>
          </p:nvPr>
        </p:nvSpPr>
        <p:spPr/>
        <p:txBody>
          <a:bodyPr/>
          <a:lstStyle/>
          <a:p>
            <a:r>
              <a:rPr lang="en-US" altLang="en-US" sz="3600"/>
              <a:t>The  Power 12-13</a:t>
            </a:r>
            <a:br>
              <a:rPr lang="en-US" altLang="en-US" sz="3600"/>
            </a:br>
            <a:r>
              <a:rPr lang="en-US" altLang="en-US" sz="3600"/>
              <a:t> </a:t>
            </a:r>
            <a:r>
              <a:rPr lang="en-US" altLang="en-US" sz="4000"/>
              <a:t>The Strength of the Word v. 12</a:t>
            </a:r>
          </a:p>
        </p:txBody>
      </p:sp>
      <p:sp>
        <p:nvSpPr>
          <p:cNvPr id="157699" name="Rectangle 3">
            <a:extLst>
              <a:ext uri="{FF2B5EF4-FFF2-40B4-BE49-F238E27FC236}">
                <a16:creationId xmlns:a16="http://schemas.microsoft.com/office/drawing/2014/main" id="{1740EC0F-B10C-4CBE-BC2A-78EA784365E6}"/>
              </a:ext>
            </a:extLst>
          </p:cNvPr>
          <p:cNvSpPr>
            <a:spLocks noGrp="1" noChangeArrowheads="1"/>
          </p:cNvSpPr>
          <p:nvPr>
            <p:ph type="body" idx="1"/>
          </p:nvPr>
        </p:nvSpPr>
        <p:spPr/>
        <p:txBody>
          <a:bodyPr/>
          <a:lstStyle/>
          <a:p>
            <a:pPr marL="609600" indent="-609600"/>
            <a:r>
              <a:rPr lang="en-US" altLang="en-US"/>
              <a:t>This refers back to Psalm 95 and speakst of the warnings and promises given in that text.</a:t>
            </a:r>
          </a:p>
          <a:p>
            <a:pPr marL="609600" indent="-609600"/>
            <a:r>
              <a:rPr lang="en-US" altLang="en-US"/>
              <a:t>The “word of God” is not Jesus in this passage, but his “judgments.”</a:t>
            </a:r>
          </a:p>
          <a:p>
            <a:pPr marL="609600" indent="-609600"/>
            <a:r>
              <a:rPr lang="en-US" altLang="en-US"/>
              <a:t>In other passages we see the sword being used not in reference to Jesus but coming out of his mouth.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dissolve">
                                      <p:cBhvr>
                                        <p:cTn id="7" dur="500"/>
                                        <p:tgtEl>
                                          <p:spTgt spid="1576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7699">
                                            <p:txEl>
                                              <p:pRg st="1" end="1"/>
                                            </p:txEl>
                                          </p:spTgt>
                                        </p:tgtEl>
                                        <p:attrNameLst>
                                          <p:attrName>style.visibility</p:attrName>
                                        </p:attrNameLst>
                                      </p:cBhvr>
                                      <p:to>
                                        <p:strVal val="visible"/>
                                      </p:to>
                                    </p:set>
                                    <p:animEffect transition="in" filter="dissolve">
                                      <p:cBhvr>
                                        <p:cTn id="12" dur="500"/>
                                        <p:tgtEl>
                                          <p:spTgt spid="1576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7699">
                                            <p:txEl>
                                              <p:pRg st="2" end="2"/>
                                            </p:txEl>
                                          </p:spTgt>
                                        </p:tgtEl>
                                        <p:attrNameLst>
                                          <p:attrName>style.visibility</p:attrName>
                                        </p:attrNameLst>
                                      </p:cBhvr>
                                      <p:to>
                                        <p:strVal val="visible"/>
                                      </p:to>
                                    </p:set>
                                    <p:animEffect transition="in" filter="dissolve">
                                      <p:cBhvr>
                                        <p:cTn id="17" dur="500"/>
                                        <p:tgtEl>
                                          <p:spTgt spid="157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F9FABB6E-8F6A-4E36-B485-7EE93B2F642F}"/>
              </a:ext>
            </a:extLst>
          </p:cNvPr>
          <p:cNvSpPr>
            <a:spLocks noGrp="1" noRot="1" noChangeArrowheads="1"/>
          </p:cNvSpPr>
          <p:nvPr>
            <p:ph type="title"/>
          </p:nvPr>
        </p:nvSpPr>
        <p:spPr/>
        <p:txBody>
          <a:bodyPr/>
          <a:lstStyle/>
          <a:p>
            <a:r>
              <a:rPr lang="en-US" altLang="en-US" sz="3600"/>
              <a:t>The  Power 12-13</a:t>
            </a:r>
            <a:br>
              <a:rPr lang="en-US" altLang="en-US" sz="3600"/>
            </a:br>
            <a:r>
              <a:rPr lang="en-US" altLang="en-US" sz="3600"/>
              <a:t> </a:t>
            </a:r>
            <a:r>
              <a:rPr lang="en-US" altLang="en-US" sz="4000"/>
              <a:t>The Strength of the Word v. 12</a:t>
            </a:r>
          </a:p>
        </p:txBody>
      </p:sp>
      <p:sp>
        <p:nvSpPr>
          <p:cNvPr id="158723" name="Rectangle 3">
            <a:extLst>
              <a:ext uri="{FF2B5EF4-FFF2-40B4-BE49-F238E27FC236}">
                <a16:creationId xmlns:a16="http://schemas.microsoft.com/office/drawing/2014/main" id="{0A4CF3E5-590F-461D-A3E6-7896918DBEB6}"/>
              </a:ext>
            </a:extLst>
          </p:cNvPr>
          <p:cNvSpPr>
            <a:spLocks noGrp="1" noChangeArrowheads="1"/>
          </p:cNvSpPr>
          <p:nvPr>
            <p:ph type="body" idx="1"/>
          </p:nvPr>
        </p:nvSpPr>
        <p:spPr/>
        <p:txBody>
          <a:bodyPr/>
          <a:lstStyle/>
          <a:p>
            <a:r>
              <a:rPr lang="en-US" altLang="en-US"/>
              <a:t>It is Quick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8723">
                                            <p:txEl>
                                              <p:pRg st="0" end="0"/>
                                            </p:txEl>
                                          </p:spTgt>
                                        </p:tgtEl>
                                        <p:attrNameLst>
                                          <p:attrName>style.visibility</p:attrName>
                                        </p:attrNameLst>
                                      </p:cBhvr>
                                      <p:to>
                                        <p:strVal val="visible"/>
                                      </p:to>
                                    </p:set>
                                    <p:animEffect transition="in" filter="dissolve">
                                      <p:cBhvr>
                                        <p:cTn id="7" dur="500"/>
                                        <p:tgtEl>
                                          <p:spTgt spid="1587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7D58E4AA-1EA3-40E8-8CB6-59EE9274FED4}"/>
              </a:ext>
            </a:extLst>
          </p:cNvPr>
          <p:cNvSpPr>
            <a:spLocks noGrp="1" noRot="1" noChangeArrowheads="1"/>
          </p:cNvSpPr>
          <p:nvPr>
            <p:ph type="title"/>
          </p:nvPr>
        </p:nvSpPr>
        <p:spPr/>
        <p:txBody>
          <a:bodyPr/>
          <a:lstStyle/>
          <a:p>
            <a:r>
              <a:rPr lang="en-US" altLang="en-US" sz="3600"/>
              <a:t>The  Power 12-13</a:t>
            </a:r>
            <a:br>
              <a:rPr lang="en-US" altLang="en-US" sz="3600"/>
            </a:br>
            <a:r>
              <a:rPr lang="en-US" altLang="en-US" sz="3600"/>
              <a:t> </a:t>
            </a:r>
            <a:r>
              <a:rPr lang="en-US" altLang="en-US" sz="4000"/>
              <a:t>The Strength of the Word v. 12</a:t>
            </a:r>
          </a:p>
        </p:txBody>
      </p:sp>
      <p:sp>
        <p:nvSpPr>
          <p:cNvPr id="159747" name="Rectangle 3">
            <a:extLst>
              <a:ext uri="{FF2B5EF4-FFF2-40B4-BE49-F238E27FC236}">
                <a16:creationId xmlns:a16="http://schemas.microsoft.com/office/drawing/2014/main" id="{CEEACCD7-6F30-46B0-82A7-1FA69895D017}"/>
              </a:ext>
            </a:extLst>
          </p:cNvPr>
          <p:cNvSpPr>
            <a:spLocks noGrp="1" noChangeArrowheads="1"/>
          </p:cNvSpPr>
          <p:nvPr>
            <p:ph type="body" idx="1"/>
          </p:nvPr>
        </p:nvSpPr>
        <p:spPr/>
        <p:txBody>
          <a:bodyPr/>
          <a:lstStyle/>
          <a:p>
            <a:pPr marL="609600" indent="-609600"/>
            <a:r>
              <a:rPr lang="en-US" altLang="en-US"/>
              <a:t>The word of God is active.</a:t>
            </a:r>
          </a:p>
          <a:p>
            <a:pPr marL="609600" indent="-609600"/>
            <a:r>
              <a:rPr lang="en-US" altLang="en-US"/>
              <a:t>The word translated here as “quick” is a Greek term ζάω (zaō) meaning </a:t>
            </a:r>
            <a:r>
              <a:rPr lang="en-US" altLang="en-US" i="1"/>
              <a:t>living</a:t>
            </a:r>
            <a:r>
              <a:rPr lang="en-US" altLang="en-US"/>
              <a:t>.</a:t>
            </a:r>
          </a:p>
          <a:p>
            <a:pPr marL="609600" indent="-609600"/>
            <a:r>
              <a:rPr lang="en-US" altLang="en-US"/>
              <a:t>The idea is that all scripture is constantly produce faith in the lives of its readers.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dissolve">
                                      <p:cBhvr>
                                        <p:cTn id="7" dur="500"/>
                                        <p:tgtEl>
                                          <p:spTgt spid="1597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Effect transition="in" filter="dissolve">
                                      <p:cBhvr>
                                        <p:cTn id="12" dur="500"/>
                                        <p:tgtEl>
                                          <p:spTgt spid="1597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9747">
                                            <p:txEl>
                                              <p:pRg st="2" end="2"/>
                                            </p:txEl>
                                          </p:spTgt>
                                        </p:tgtEl>
                                        <p:attrNameLst>
                                          <p:attrName>style.visibility</p:attrName>
                                        </p:attrNameLst>
                                      </p:cBhvr>
                                      <p:to>
                                        <p:strVal val="visible"/>
                                      </p:to>
                                    </p:set>
                                    <p:animEffect transition="in" filter="dissolve">
                                      <p:cBhvr>
                                        <p:cTn id="17" dur="500"/>
                                        <p:tgtEl>
                                          <p:spTgt spid="159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34D043AB-85A8-40FB-A8B3-B206819913D4}"/>
              </a:ext>
            </a:extLst>
          </p:cNvPr>
          <p:cNvSpPr>
            <a:spLocks noGrp="1" noRot="1" noChangeArrowheads="1"/>
          </p:cNvSpPr>
          <p:nvPr>
            <p:ph type="title"/>
          </p:nvPr>
        </p:nvSpPr>
        <p:spPr/>
        <p:txBody>
          <a:bodyPr/>
          <a:lstStyle/>
          <a:p>
            <a:r>
              <a:rPr lang="en-US" altLang="en-US" sz="3600"/>
              <a:t>The  Power 12-13</a:t>
            </a:r>
            <a:br>
              <a:rPr lang="en-US" altLang="en-US" sz="3600"/>
            </a:br>
            <a:r>
              <a:rPr lang="en-US" altLang="en-US" sz="3600"/>
              <a:t> </a:t>
            </a:r>
            <a:r>
              <a:rPr lang="en-US" altLang="en-US" sz="4000"/>
              <a:t>The Strength of the Word v. 12</a:t>
            </a:r>
          </a:p>
        </p:txBody>
      </p:sp>
      <p:sp>
        <p:nvSpPr>
          <p:cNvPr id="160771" name="Rectangle 3">
            <a:extLst>
              <a:ext uri="{FF2B5EF4-FFF2-40B4-BE49-F238E27FC236}">
                <a16:creationId xmlns:a16="http://schemas.microsoft.com/office/drawing/2014/main" id="{75F7EDB3-D56F-45BA-BE39-6ABCDEB00B21}"/>
              </a:ext>
            </a:extLst>
          </p:cNvPr>
          <p:cNvSpPr>
            <a:spLocks noGrp="1" noChangeArrowheads="1"/>
          </p:cNvSpPr>
          <p:nvPr>
            <p:ph type="body" idx="1"/>
          </p:nvPr>
        </p:nvSpPr>
        <p:spPr/>
        <p:txBody>
          <a:bodyPr/>
          <a:lstStyle/>
          <a:p>
            <a:r>
              <a:rPr lang="en-US" altLang="en-US"/>
              <a:t>It is Powerful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dissolve">
                                      <p:cBhvr>
                                        <p:cTn id="7" dur="500"/>
                                        <p:tgtEl>
                                          <p:spTgt spid="1607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1E5C5312-8B8A-4670-ACC0-C37F555523F4}"/>
              </a:ext>
            </a:extLst>
          </p:cNvPr>
          <p:cNvSpPr>
            <a:spLocks noGrp="1" noRot="1" noChangeArrowheads="1"/>
          </p:cNvSpPr>
          <p:nvPr>
            <p:ph type="title"/>
          </p:nvPr>
        </p:nvSpPr>
        <p:spPr/>
        <p:txBody>
          <a:bodyPr/>
          <a:lstStyle/>
          <a:p>
            <a:r>
              <a:rPr lang="en-US" altLang="en-US" sz="3600"/>
              <a:t>The  Power 12-13</a:t>
            </a:r>
            <a:br>
              <a:rPr lang="en-US" altLang="en-US" sz="3600"/>
            </a:br>
            <a:r>
              <a:rPr lang="en-US" altLang="en-US" sz="3600"/>
              <a:t> </a:t>
            </a:r>
            <a:r>
              <a:rPr lang="en-US" altLang="en-US" sz="4000"/>
              <a:t>The Strength of the Word v. 12</a:t>
            </a:r>
          </a:p>
        </p:txBody>
      </p:sp>
      <p:sp>
        <p:nvSpPr>
          <p:cNvPr id="161795" name="Rectangle 3">
            <a:extLst>
              <a:ext uri="{FF2B5EF4-FFF2-40B4-BE49-F238E27FC236}">
                <a16:creationId xmlns:a16="http://schemas.microsoft.com/office/drawing/2014/main" id="{DE9081D2-860D-4171-A008-DBEBB3CBE038}"/>
              </a:ext>
            </a:extLst>
          </p:cNvPr>
          <p:cNvSpPr>
            <a:spLocks noGrp="1" noChangeArrowheads="1"/>
          </p:cNvSpPr>
          <p:nvPr>
            <p:ph type="body" idx="1"/>
          </p:nvPr>
        </p:nvSpPr>
        <p:spPr/>
        <p:txBody>
          <a:bodyPr/>
          <a:lstStyle/>
          <a:p>
            <a:pPr marL="609600" indent="-609600"/>
            <a:r>
              <a:rPr lang="en-US" altLang="en-US"/>
              <a:t>The word translated here as “powerful” is a Greek term ἐνεργής (energēs) meaning </a:t>
            </a:r>
            <a:r>
              <a:rPr lang="en-US" altLang="en-US" i="1"/>
              <a:t>active</a:t>
            </a:r>
            <a:r>
              <a:rPr lang="en-US" altLang="en-US"/>
              <a:t>. </a:t>
            </a:r>
          </a:p>
          <a:p>
            <a:pPr marL="609600" indent="-609600"/>
            <a:r>
              <a:rPr lang="en-US" altLang="en-US"/>
              <a:t>The word of God is active.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Effect transition="in" filter="dissolve">
                                      <p:cBhvr>
                                        <p:cTn id="7" dur="500"/>
                                        <p:tgtEl>
                                          <p:spTgt spid="161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1795">
                                            <p:txEl>
                                              <p:pRg st="1" end="1"/>
                                            </p:txEl>
                                          </p:spTgt>
                                        </p:tgtEl>
                                        <p:attrNameLst>
                                          <p:attrName>style.visibility</p:attrName>
                                        </p:attrNameLst>
                                      </p:cBhvr>
                                      <p:to>
                                        <p:strVal val="visible"/>
                                      </p:to>
                                    </p:set>
                                    <p:animEffect transition="in" filter="dissolve">
                                      <p:cBhvr>
                                        <p:cTn id="12" dur="500"/>
                                        <p:tgtEl>
                                          <p:spTgt spid="1617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983B7AE2-0A79-47B8-9193-83A7FAB0F285}"/>
              </a:ext>
            </a:extLst>
          </p:cNvPr>
          <p:cNvSpPr>
            <a:spLocks noGrp="1" noChangeArrowheads="1"/>
          </p:cNvSpPr>
          <p:nvPr>
            <p:ph type="title"/>
          </p:nvPr>
        </p:nvSpPr>
        <p:spPr/>
        <p:txBody>
          <a:bodyPr/>
          <a:lstStyle/>
          <a:p>
            <a:pPr marL="838200" indent="-838200"/>
            <a:r>
              <a:rPr lang="en-US" altLang="en-US" sz="3600"/>
              <a:t>The  Power 12-13</a:t>
            </a:r>
            <a:br>
              <a:rPr lang="en-US" altLang="en-US" sz="3600"/>
            </a:br>
            <a:r>
              <a:rPr lang="en-US" altLang="en-US" sz="3600"/>
              <a:t> </a:t>
            </a:r>
            <a:r>
              <a:rPr lang="en-US" altLang="en-US" sz="4000"/>
              <a:t>The sword of the Word v. 12</a:t>
            </a:r>
          </a:p>
        </p:txBody>
      </p:sp>
      <p:sp>
        <p:nvSpPr>
          <p:cNvPr id="162819" name="Rectangle 3">
            <a:extLst>
              <a:ext uri="{FF2B5EF4-FFF2-40B4-BE49-F238E27FC236}">
                <a16:creationId xmlns:a16="http://schemas.microsoft.com/office/drawing/2014/main" id="{62A9C0CB-82D4-4F3A-A016-31A2FE22E6B2}"/>
              </a:ext>
            </a:extLst>
          </p:cNvPr>
          <p:cNvSpPr>
            <a:spLocks noGrp="1" noChangeArrowheads="1"/>
          </p:cNvSpPr>
          <p:nvPr>
            <p:ph type="body" idx="1"/>
          </p:nvPr>
        </p:nvSpPr>
        <p:spPr/>
        <p:txBody>
          <a:bodyPr/>
          <a:lstStyle/>
          <a:p>
            <a:pPr marL="660400" indent="-660400"/>
            <a:r>
              <a:rPr lang="en-US" altLang="en-US"/>
              <a:t>It is “sharper than any two-edged sword.”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dissolve">
                                      <p:cBhvr>
                                        <p:cTn id="7" dur="500"/>
                                        <p:tgtEl>
                                          <p:spTgt spid="1628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C158FAA4-62B8-4403-A679-DEAAB2A2C29C}"/>
              </a:ext>
            </a:extLst>
          </p:cNvPr>
          <p:cNvSpPr>
            <a:spLocks noGrp="1" noChangeArrowheads="1"/>
          </p:cNvSpPr>
          <p:nvPr>
            <p:ph type="title"/>
          </p:nvPr>
        </p:nvSpPr>
        <p:spPr/>
        <p:txBody>
          <a:bodyPr/>
          <a:lstStyle/>
          <a:p>
            <a:r>
              <a:rPr lang="en-US" altLang="en-US" sz="4000"/>
              <a:t>The  Power 12-13</a:t>
            </a:r>
            <a:br>
              <a:rPr lang="en-US" altLang="en-US" sz="4000"/>
            </a:br>
            <a:r>
              <a:rPr lang="en-US" altLang="en-US" sz="4000"/>
              <a:t> </a:t>
            </a:r>
            <a:r>
              <a:rPr lang="en-US" altLang="en-US"/>
              <a:t>The sword of the Word v. 12</a:t>
            </a:r>
          </a:p>
        </p:txBody>
      </p:sp>
      <p:sp>
        <p:nvSpPr>
          <p:cNvPr id="183299" name="Rectangle 3">
            <a:extLst>
              <a:ext uri="{FF2B5EF4-FFF2-40B4-BE49-F238E27FC236}">
                <a16:creationId xmlns:a16="http://schemas.microsoft.com/office/drawing/2014/main" id="{953ADEC1-1150-4287-AA50-7C506F4BC1B6}"/>
              </a:ext>
            </a:extLst>
          </p:cNvPr>
          <p:cNvSpPr>
            <a:spLocks noGrp="1" noChangeArrowheads="1"/>
          </p:cNvSpPr>
          <p:nvPr>
            <p:ph type="body" idx="1"/>
          </p:nvPr>
        </p:nvSpPr>
        <p:spPr/>
        <p:txBody>
          <a:bodyPr/>
          <a:lstStyle/>
          <a:p>
            <a:pPr marL="609600" indent="-609600"/>
            <a:r>
              <a:rPr lang="en-US" altLang="en-US"/>
              <a:t>The word can cut both ways.</a:t>
            </a:r>
          </a:p>
          <a:p>
            <a:pPr marL="609600" indent="-609600"/>
            <a:r>
              <a:rPr lang="en-US" altLang="en-US"/>
              <a:t>It can bless you, or condemn you.</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3299">
                                            <p:txEl>
                                              <p:pRg st="0" end="0"/>
                                            </p:txEl>
                                          </p:spTgt>
                                        </p:tgtEl>
                                        <p:attrNameLst>
                                          <p:attrName>style.visibility</p:attrName>
                                        </p:attrNameLst>
                                      </p:cBhvr>
                                      <p:to>
                                        <p:strVal val="visible"/>
                                      </p:to>
                                    </p:set>
                                    <p:animEffect transition="in" filter="dissolve">
                                      <p:cBhvr>
                                        <p:cTn id="7" dur="500"/>
                                        <p:tgtEl>
                                          <p:spTgt spid="183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3299">
                                            <p:txEl>
                                              <p:pRg st="1" end="1"/>
                                            </p:txEl>
                                          </p:spTgt>
                                        </p:tgtEl>
                                        <p:attrNameLst>
                                          <p:attrName>style.visibility</p:attrName>
                                        </p:attrNameLst>
                                      </p:cBhvr>
                                      <p:to>
                                        <p:strVal val="visible"/>
                                      </p:to>
                                    </p:set>
                                    <p:animEffect transition="in" filter="dissolve">
                                      <p:cBhvr>
                                        <p:cTn id="12" dur="500"/>
                                        <p:tgtEl>
                                          <p:spTgt spid="1832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356E158E-2CC8-4207-83DB-B9400C0A4584}"/>
              </a:ext>
            </a:extLst>
          </p:cNvPr>
          <p:cNvSpPr>
            <a:spLocks noGrp="1" noChangeArrowheads="1"/>
          </p:cNvSpPr>
          <p:nvPr>
            <p:ph type="title"/>
          </p:nvPr>
        </p:nvSpPr>
        <p:spPr/>
        <p:txBody>
          <a:bodyPr/>
          <a:lstStyle/>
          <a:p>
            <a:r>
              <a:rPr lang="en-US" altLang="en-US" sz="4000"/>
              <a:t>The  Power 12-13</a:t>
            </a:r>
            <a:br>
              <a:rPr lang="en-US" altLang="en-US" sz="4000"/>
            </a:br>
            <a:r>
              <a:rPr lang="en-US" altLang="en-US" sz="4000"/>
              <a:t> </a:t>
            </a:r>
            <a:r>
              <a:rPr lang="en-US" altLang="en-US"/>
              <a:t>The sword of the Word v. 12</a:t>
            </a:r>
          </a:p>
        </p:txBody>
      </p:sp>
      <p:sp>
        <p:nvSpPr>
          <p:cNvPr id="184323" name="Rectangle 3">
            <a:extLst>
              <a:ext uri="{FF2B5EF4-FFF2-40B4-BE49-F238E27FC236}">
                <a16:creationId xmlns:a16="http://schemas.microsoft.com/office/drawing/2014/main" id="{84AA3589-A4CA-4EAC-A232-872F1A6ADA9F}"/>
              </a:ext>
            </a:extLst>
          </p:cNvPr>
          <p:cNvSpPr>
            <a:spLocks noGrp="1" noChangeArrowheads="1"/>
          </p:cNvSpPr>
          <p:nvPr>
            <p:ph type="body" idx="1"/>
          </p:nvPr>
        </p:nvSpPr>
        <p:spPr/>
        <p:txBody>
          <a:bodyPr/>
          <a:lstStyle/>
          <a:p>
            <a:pPr marL="660400" indent="-660400"/>
            <a:r>
              <a:rPr lang="en-US" altLang="en-US"/>
              <a:t>It is piercing and divides.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4323">
                                            <p:txEl>
                                              <p:pRg st="0" end="0"/>
                                            </p:txEl>
                                          </p:spTgt>
                                        </p:tgtEl>
                                        <p:attrNameLst>
                                          <p:attrName>style.visibility</p:attrName>
                                        </p:attrNameLst>
                                      </p:cBhvr>
                                      <p:to>
                                        <p:strVal val="visible"/>
                                      </p:to>
                                    </p:set>
                                    <p:animEffect transition="in" filter="dissolve">
                                      <p:cBhvr>
                                        <p:cTn id="7" dur="500"/>
                                        <p:tgtEl>
                                          <p:spTgt spid="1843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BBC8B6ED-288B-4383-9544-675D16A521F1}"/>
              </a:ext>
            </a:extLst>
          </p:cNvPr>
          <p:cNvSpPr>
            <a:spLocks noGrp="1" noChangeArrowheads="1"/>
          </p:cNvSpPr>
          <p:nvPr>
            <p:ph type="title"/>
          </p:nvPr>
        </p:nvSpPr>
        <p:spPr/>
        <p:txBody>
          <a:bodyPr/>
          <a:lstStyle/>
          <a:p>
            <a:r>
              <a:rPr lang="en-US" altLang="en-US" sz="4000"/>
              <a:t>The  Power 12-13</a:t>
            </a:r>
            <a:br>
              <a:rPr lang="en-US" altLang="en-US" sz="4000"/>
            </a:br>
            <a:r>
              <a:rPr lang="en-US" altLang="en-US" sz="4000"/>
              <a:t> </a:t>
            </a:r>
            <a:r>
              <a:rPr lang="en-US" altLang="en-US"/>
              <a:t>The sword of the Word v. 12</a:t>
            </a:r>
          </a:p>
        </p:txBody>
      </p:sp>
      <p:sp>
        <p:nvSpPr>
          <p:cNvPr id="185347" name="Rectangle 3">
            <a:extLst>
              <a:ext uri="{FF2B5EF4-FFF2-40B4-BE49-F238E27FC236}">
                <a16:creationId xmlns:a16="http://schemas.microsoft.com/office/drawing/2014/main" id="{E041BD2B-1294-4FD7-B812-A46A042BA9B1}"/>
              </a:ext>
            </a:extLst>
          </p:cNvPr>
          <p:cNvSpPr>
            <a:spLocks noGrp="1" noChangeArrowheads="1"/>
          </p:cNvSpPr>
          <p:nvPr>
            <p:ph type="body" idx="1"/>
          </p:nvPr>
        </p:nvSpPr>
        <p:spPr/>
        <p:txBody>
          <a:bodyPr/>
          <a:lstStyle/>
          <a:p>
            <a:pPr marL="609600" indent="-609600"/>
            <a:r>
              <a:rPr lang="en-US" altLang="en-US"/>
              <a:t>The word pierces the very soul of man.</a:t>
            </a:r>
          </a:p>
          <a:p>
            <a:pPr marL="609600" indent="-609600"/>
            <a:r>
              <a:rPr lang="en-US" altLang="en-US"/>
              <a:t>It divides the spiritual man from the human physical side of man.</a:t>
            </a:r>
          </a:p>
          <a:p>
            <a:pPr marL="609600" indent="-609600"/>
            <a:r>
              <a:rPr lang="en-US" altLang="en-US"/>
              <a:t>It is able to judge the thoughts and intentions of the heart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dissolve">
                                      <p:cBhvr>
                                        <p:cTn id="7" dur="500"/>
                                        <p:tgtEl>
                                          <p:spTgt spid="1853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5347">
                                            <p:txEl>
                                              <p:pRg st="1" end="1"/>
                                            </p:txEl>
                                          </p:spTgt>
                                        </p:tgtEl>
                                        <p:attrNameLst>
                                          <p:attrName>style.visibility</p:attrName>
                                        </p:attrNameLst>
                                      </p:cBhvr>
                                      <p:to>
                                        <p:strVal val="visible"/>
                                      </p:to>
                                    </p:set>
                                    <p:animEffect transition="in" filter="dissolve">
                                      <p:cBhvr>
                                        <p:cTn id="12" dur="500"/>
                                        <p:tgtEl>
                                          <p:spTgt spid="1853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5347">
                                            <p:txEl>
                                              <p:pRg st="2" end="2"/>
                                            </p:txEl>
                                          </p:spTgt>
                                        </p:tgtEl>
                                        <p:attrNameLst>
                                          <p:attrName>style.visibility</p:attrName>
                                        </p:attrNameLst>
                                      </p:cBhvr>
                                      <p:to>
                                        <p:strVal val="visible"/>
                                      </p:to>
                                    </p:set>
                                    <p:animEffect transition="in" filter="dissolve">
                                      <p:cBhvr>
                                        <p:cTn id="17" dur="500"/>
                                        <p:tgtEl>
                                          <p:spTgt spid="1853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5444D1B0-0803-4790-A00E-FB34BC3E643F}"/>
              </a:ext>
            </a:extLst>
          </p:cNvPr>
          <p:cNvSpPr>
            <a:spLocks noGrp="1" noChangeArrowheads="1"/>
          </p:cNvSpPr>
          <p:nvPr>
            <p:ph type="title"/>
          </p:nvPr>
        </p:nvSpPr>
        <p:spPr/>
        <p:txBody>
          <a:bodyPr/>
          <a:lstStyle/>
          <a:p>
            <a:pPr marL="762000" indent="-762000"/>
            <a:r>
              <a:rPr lang="en-US" altLang="en-US" sz="4000"/>
              <a:t>The Power 12-13</a:t>
            </a:r>
            <a:br>
              <a:rPr lang="en-US" altLang="en-US" sz="4000"/>
            </a:br>
            <a:r>
              <a:rPr lang="en-US" altLang="en-US" sz="4000"/>
              <a:t>The salvation of the Word v. 13</a:t>
            </a:r>
          </a:p>
        </p:txBody>
      </p:sp>
      <p:sp>
        <p:nvSpPr>
          <p:cNvPr id="186371" name="Rectangle 3">
            <a:extLst>
              <a:ext uri="{FF2B5EF4-FFF2-40B4-BE49-F238E27FC236}">
                <a16:creationId xmlns:a16="http://schemas.microsoft.com/office/drawing/2014/main" id="{BF05F5E6-3449-43BA-929D-F4EF96D0B439}"/>
              </a:ext>
            </a:extLst>
          </p:cNvPr>
          <p:cNvSpPr>
            <a:spLocks noGrp="1" noChangeArrowheads="1"/>
          </p:cNvSpPr>
          <p:nvPr>
            <p:ph type="body" idx="1"/>
          </p:nvPr>
        </p:nvSpPr>
        <p:spPr/>
        <p:txBody>
          <a:bodyPr/>
          <a:lstStyle/>
          <a:p>
            <a:pPr marL="660400" indent="-660400"/>
            <a:r>
              <a:rPr lang="en-US" altLang="en-US"/>
              <a:t>It shows man his sin.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6371">
                                            <p:txEl>
                                              <p:pRg st="0" end="0"/>
                                            </p:txEl>
                                          </p:spTgt>
                                        </p:tgtEl>
                                        <p:attrNameLst>
                                          <p:attrName>style.visibility</p:attrName>
                                        </p:attrNameLst>
                                      </p:cBhvr>
                                      <p:to>
                                        <p:strVal val="visible"/>
                                      </p:to>
                                    </p:set>
                                    <p:animEffect transition="in" filter="dissolve">
                                      <p:cBhvr>
                                        <p:cTn id="7" dur="500"/>
                                        <p:tgtEl>
                                          <p:spTgt spid="1863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F8FEC145-A099-44FC-B799-51BF9A301A21}"/>
              </a:ext>
            </a:extLst>
          </p:cNvPr>
          <p:cNvSpPr>
            <a:spLocks noGrp="1" noChangeArrowheads="1"/>
          </p:cNvSpPr>
          <p:nvPr>
            <p:ph type="title"/>
          </p:nvPr>
        </p:nvSpPr>
        <p:spPr/>
        <p:txBody>
          <a:bodyPr/>
          <a:lstStyle/>
          <a:p>
            <a:r>
              <a:rPr lang="en-US" altLang="en-US" sz="4000"/>
              <a:t>The Power 12-13</a:t>
            </a:r>
            <a:br>
              <a:rPr lang="en-US" altLang="en-US" sz="4000"/>
            </a:br>
            <a:r>
              <a:rPr lang="en-US" altLang="en-US" sz="4000"/>
              <a:t>The salvation of the Word v. 13</a:t>
            </a:r>
          </a:p>
        </p:txBody>
      </p:sp>
      <p:sp>
        <p:nvSpPr>
          <p:cNvPr id="206851" name="Rectangle 3">
            <a:extLst>
              <a:ext uri="{FF2B5EF4-FFF2-40B4-BE49-F238E27FC236}">
                <a16:creationId xmlns:a16="http://schemas.microsoft.com/office/drawing/2014/main" id="{6099DBF3-75DD-4007-8E57-C36E0784BC4D}"/>
              </a:ext>
            </a:extLst>
          </p:cNvPr>
          <p:cNvSpPr>
            <a:spLocks noGrp="1" noChangeArrowheads="1"/>
          </p:cNvSpPr>
          <p:nvPr>
            <p:ph type="body" idx="1"/>
          </p:nvPr>
        </p:nvSpPr>
        <p:spPr/>
        <p:txBody>
          <a:bodyPr/>
          <a:lstStyle/>
          <a:p>
            <a:pPr marL="609600" indent="-609600"/>
            <a:r>
              <a:rPr lang="en-US" altLang="en-US"/>
              <a:t>“manifest in his sight”</a:t>
            </a:r>
          </a:p>
          <a:p>
            <a:pPr marL="609600" indent="-609600"/>
            <a:r>
              <a:rPr lang="en-US" altLang="en-US"/>
              <a:t>Nothing can hide from the sword.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6851">
                                            <p:txEl>
                                              <p:pRg st="0" end="0"/>
                                            </p:txEl>
                                          </p:spTgt>
                                        </p:tgtEl>
                                        <p:attrNameLst>
                                          <p:attrName>style.visibility</p:attrName>
                                        </p:attrNameLst>
                                      </p:cBhvr>
                                      <p:to>
                                        <p:strVal val="visible"/>
                                      </p:to>
                                    </p:set>
                                    <p:animEffect transition="in" filter="dissolve">
                                      <p:cBhvr>
                                        <p:cTn id="7" dur="500"/>
                                        <p:tgtEl>
                                          <p:spTgt spid="2068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6851">
                                            <p:txEl>
                                              <p:pRg st="1" end="1"/>
                                            </p:txEl>
                                          </p:spTgt>
                                        </p:tgtEl>
                                        <p:attrNameLst>
                                          <p:attrName>style.visibility</p:attrName>
                                        </p:attrNameLst>
                                      </p:cBhvr>
                                      <p:to>
                                        <p:strVal val="visible"/>
                                      </p:to>
                                    </p:set>
                                    <p:animEffect transition="in" filter="dissolve">
                                      <p:cBhvr>
                                        <p:cTn id="12" dur="500"/>
                                        <p:tgtEl>
                                          <p:spTgt spid="2068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1"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6C933F5D-F406-48EF-A3E0-BA92DCC3BDD1}"/>
              </a:ext>
            </a:extLst>
          </p:cNvPr>
          <p:cNvSpPr>
            <a:spLocks noGrp="1" noChangeArrowheads="1"/>
          </p:cNvSpPr>
          <p:nvPr>
            <p:ph type="title"/>
          </p:nvPr>
        </p:nvSpPr>
        <p:spPr/>
        <p:txBody>
          <a:bodyPr/>
          <a:lstStyle/>
          <a:p>
            <a:pPr marL="762000" indent="-762000"/>
            <a:r>
              <a:rPr lang="en-US" altLang="en-US" sz="4000"/>
              <a:t>The Power 12-13</a:t>
            </a:r>
            <a:br>
              <a:rPr lang="en-US" altLang="en-US" sz="4000"/>
            </a:br>
            <a:r>
              <a:rPr lang="en-US" altLang="en-US" sz="4000"/>
              <a:t>The salvation of the Word v. 13</a:t>
            </a:r>
          </a:p>
        </p:txBody>
      </p:sp>
      <p:sp>
        <p:nvSpPr>
          <p:cNvPr id="208899" name="Rectangle 3">
            <a:extLst>
              <a:ext uri="{FF2B5EF4-FFF2-40B4-BE49-F238E27FC236}">
                <a16:creationId xmlns:a16="http://schemas.microsoft.com/office/drawing/2014/main" id="{C3870BB0-21D5-45EC-A6E2-78AE74FEF910}"/>
              </a:ext>
            </a:extLst>
          </p:cNvPr>
          <p:cNvSpPr>
            <a:spLocks noGrp="1" noChangeArrowheads="1"/>
          </p:cNvSpPr>
          <p:nvPr>
            <p:ph type="body" idx="1"/>
          </p:nvPr>
        </p:nvSpPr>
        <p:spPr/>
        <p:txBody>
          <a:bodyPr/>
          <a:lstStyle/>
          <a:p>
            <a:pPr marL="660400" indent="-660400"/>
            <a:r>
              <a:rPr lang="en-US" altLang="en-US"/>
              <a:t>It reveals our sin to God.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Effect transition="in" filter="dissolve">
                                      <p:cBhvr>
                                        <p:cTn id="7" dur="500"/>
                                        <p:tgtEl>
                                          <p:spTgt spid="20889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CB5CE4DB-747D-4365-88BD-62CE23E8A2D9}"/>
              </a:ext>
            </a:extLst>
          </p:cNvPr>
          <p:cNvSpPr>
            <a:spLocks noGrp="1" noChangeArrowheads="1"/>
          </p:cNvSpPr>
          <p:nvPr>
            <p:ph type="title"/>
          </p:nvPr>
        </p:nvSpPr>
        <p:spPr/>
        <p:txBody>
          <a:bodyPr/>
          <a:lstStyle/>
          <a:p>
            <a:r>
              <a:rPr lang="en-US" altLang="en-US" sz="4000"/>
              <a:t>The Power 12-13</a:t>
            </a:r>
            <a:br>
              <a:rPr lang="en-US" altLang="en-US" sz="4000"/>
            </a:br>
            <a:r>
              <a:rPr lang="en-US" altLang="en-US" sz="4000"/>
              <a:t>The salvation of the Word v. 13</a:t>
            </a:r>
          </a:p>
        </p:txBody>
      </p:sp>
      <p:sp>
        <p:nvSpPr>
          <p:cNvPr id="209923" name="Rectangle 3">
            <a:extLst>
              <a:ext uri="{FF2B5EF4-FFF2-40B4-BE49-F238E27FC236}">
                <a16:creationId xmlns:a16="http://schemas.microsoft.com/office/drawing/2014/main" id="{52CC806A-AE50-46D5-B01E-0DF69AE29981}"/>
              </a:ext>
            </a:extLst>
          </p:cNvPr>
          <p:cNvSpPr>
            <a:spLocks noGrp="1" noChangeArrowheads="1"/>
          </p:cNvSpPr>
          <p:nvPr>
            <p:ph type="body" idx="1"/>
          </p:nvPr>
        </p:nvSpPr>
        <p:spPr/>
        <p:txBody>
          <a:bodyPr/>
          <a:lstStyle/>
          <a:p>
            <a:pPr marL="609600" indent="-609600"/>
            <a:r>
              <a:rPr lang="en-US" altLang="en-US"/>
              <a:t>We become “naked” before God in that our sins are uncovered.</a:t>
            </a:r>
          </a:p>
          <a:p>
            <a:pPr marL="609600" indent="-609600"/>
            <a:r>
              <a:rPr lang="en-US" altLang="en-US"/>
              <a:t>The word translated “opened” is a Greek word τραχηλίζω (trachēlizō) and it suggest the </a:t>
            </a:r>
            <a:r>
              <a:rPr lang="en-US" altLang="en-US" i="1"/>
              <a:t>throat is left unprotected</a:t>
            </a:r>
            <a:r>
              <a:rPr lang="en-US" altLang="en-US"/>
              <a:t>.</a:t>
            </a:r>
          </a:p>
          <a:p>
            <a:pPr marL="609600" indent="-609600"/>
            <a:r>
              <a:rPr lang="en-US" altLang="en-US"/>
              <a:t>When a boxer is fighting he never leaves his throat unprotected.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dissolve">
                                      <p:cBhvr>
                                        <p:cTn id="7" dur="500"/>
                                        <p:tgtEl>
                                          <p:spTgt spid="2099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9923">
                                            <p:txEl>
                                              <p:pRg st="1" end="1"/>
                                            </p:txEl>
                                          </p:spTgt>
                                        </p:tgtEl>
                                        <p:attrNameLst>
                                          <p:attrName>style.visibility</p:attrName>
                                        </p:attrNameLst>
                                      </p:cBhvr>
                                      <p:to>
                                        <p:strVal val="visible"/>
                                      </p:to>
                                    </p:set>
                                    <p:animEffect transition="in" filter="dissolve">
                                      <p:cBhvr>
                                        <p:cTn id="12" dur="500"/>
                                        <p:tgtEl>
                                          <p:spTgt spid="2099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9923">
                                            <p:txEl>
                                              <p:pRg st="2" end="2"/>
                                            </p:txEl>
                                          </p:spTgt>
                                        </p:tgtEl>
                                        <p:attrNameLst>
                                          <p:attrName>style.visibility</p:attrName>
                                        </p:attrNameLst>
                                      </p:cBhvr>
                                      <p:to>
                                        <p:strVal val="visible"/>
                                      </p:to>
                                    </p:set>
                                    <p:animEffect transition="in" filter="dissolve">
                                      <p:cBhvr>
                                        <p:cTn id="17" dur="500"/>
                                        <p:tgtEl>
                                          <p:spTgt spid="2099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3380740A-62C9-4015-9E9B-7A98221EF465}"/>
              </a:ext>
            </a:extLst>
          </p:cNvPr>
          <p:cNvSpPr>
            <a:spLocks noGrp="1" noChangeArrowheads="1"/>
          </p:cNvSpPr>
          <p:nvPr>
            <p:ph type="title"/>
          </p:nvPr>
        </p:nvSpPr>
        <p:spPr/>
        <p:txBody>
          <a:bodyPr/>
          <a:lstStyle/>
          <a:p>
            <a:r>
              <a:rPr lang="en-US" altLang="en-US" sz="6000"/>
              <a:t>The Christian’s Rest</a:t>
            </a:r>
          </a:p>
        </p:txBody>
      </p:sp>
      <p:sp>
        <p:nvSpPr>
          <p:cNvPr id="210947" name="Rectangle 3">
            <a:extLst>
              <a:ext uri="{FF2B5EF4-FFF2-40B4-BE49-F238E27FC236}">
                <a16:creationId xmlns:a16="http://schemas.microsoft.com/office/drawing/2014/main" id="{AC61DA02-30FD-44A9-B5F5-C4000027F931}"/>
              </a:ext>
            </a:extLst>
          </p:cNvPr>
          <p:cNvSpPr>
            <a:spLocks noGrp="1" noChangeArrowheads="1"/>
          </p:cNvSpPr>
          <p:nvPr>
            <p:ph type="body" idx="1"/>
          </p:nvPr>
        </p:nvSpPr>
        <p:spPr/>
        <p:txBody>
          <a:bodyPr/>
          <a:lstStyle/>
          <a:p>
            <a:pPr algn="ctr">
              <a:buFont typeface="Wingdings" panose="05000000000000000000" pitchFamily="2" charset="2"/>
              <a:buNone/>
            </a:pPr>
            <a:endParaRPr lang="en-US" altLang="en-US" sz="5400"/>
          </a:p>
          <a:p>
            <a:pPr algn="ctr">
              <a:buFont typeface="Wingdings" panose="05000000000000000000" pitchFamily="2" charset="2"/>
              <a:buNone/>
            </a:pPr>
            <a:r>
              <a:rPr lang="en-US" altLang="en-US" sz="5400"/>
              <a:t>The Priest </a:t>
            </a:r>
          </a:p>
          <a:p>
            <a:pPr algn="ctr">
              <a:buFont typeface="Wingdings" panose="05000000000000000000" pitchFamily="2" charset="2"/>
              <a:buNone/>
            </a:pPr>
            <a:r>
              <a:rPr lang="en-US" altLang="en-US"/>
              <a:t>Verses 14-16</a:t>
            </a:r>
          </a:p>
          <a:p>
            <a:pPr>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0947">
                                            <p:txEl>
                                              <p:pRg st="1" end="1"/>
                                            </p:txEl>
                                          </p:spTgt>
                                        </p:tgtEl>
                                        <p:attrNameLst>
                                          <p:attrName>style.visibility</p:attrName>
                                        </p:attrNameLst>
                                      </p:cBhvr>
                                      <p:to>
                                        <p:strVal val="visible"/>
                                      </p:to>
                                    </p:set>
                                    <p:animEffect transition="in" filter="dissolve">
                                      <p:cBhvr>
                                        <p:cTn id="7" dur="500"/>
                                        <p:tgtEl>
                                          <p:spTgt spid="2109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0947">
                                            <p:txEl>
                                              <p:pRg st="2" end="2"/>
                                            </p:txEl>
                                          </p:spTgt>
                                        </p:tgtEl>
                                        <p:attrNameLst>
                                          <p:attrName>style.visibility</p:attrName>
                                        </p:attrNameLst>
                                      </p:cBhvr>
                                      <p:to>
                                        <p:strVal val="visible"/>
                                      </p:to>
                                    </p:set>
                                    <p:animEffect transition="in" filter="dissolve">
                                      <p:cBhvr>
                                        <p:cTn id="12" dur="500"/>
                                        <p:tgtEl>
                                          <p:spTgt spid="2109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a:extLst>
              <a:ext uri="{FF2B5EF4-FFF2-40B4-BE49-F238E27FC236}">
                <a16:creationId xmlns:a16="http://schemas.microsoft.com/office/drawing/2014/main" id="{0B20754D-72A7-4960-874C-164566AD45B5}"/>
              </a:ext>
            </a:extLst>
          </p:cNvPr>
          <p:cNvSpPr>
            <a:spLocks noGrp="1" noRot="1" noChangeArrowheads="1"/>
          </p:cNvSpPr>
          <p:nvPr>
            <p:ph type="title"/>
          </p:nvPr>
        </p:nvSpPr>
        <p:spPr/>
        <p:txBody>
          <a:bodyPr/>
          <a:lstStyle/>
          <a:p>
            <a:r>
              <a:rPr lang="en-US" altLang="en-US" sz="4000"/>
              <a:t>The Priest 14-16</a:t>
            </a:r>
            <a:br>
              <a:rPr lang="en-US" altLang="en-US" sz="4000"/>
            </a:br>
            <a:r>
              <a:rPr lang="en-US" altLang="en-US" sz="4000"/>
              <a:t>Translated Priest 14</a:t>
            </a:r>
          </a:p>
        </p:txBody>
      </p:sp>
      <p:sp>
        <p:nvSpPr>
          <p:cNvPr id="219139" name="Rectangle 3">
            <a:extLst>
              <a:ext uri="{FF2B5EF4-FFF2-40B4-BE49-F238E27FC236}">
                <a16:creationId xmlns:a16="http://schemas.microsoft.com/office/drawing/2014/main" id="{7B09CEDA-F36C-4513-A923-A5B8CD4BE745}"/>
              </a:ext>
            </a:extLst>
          </p:cNvPr>
          <p:cNvSpPr>
            <a:spLocks noGrp="1" noChangeArrowheads="1"/>
          </p:cNvSpPr>
          <p:nvPr>
            <p:ph type="body" idx="1"/>
          </p:nvPr>
        </p:nvSpPr>
        <p:spPr/>
        <p:txBody>
          <a:bodyPr/>
          <a:lstStyle/>
          <a:p>
            <a:pPr marL="660400" indent="-660400"/>
            <a:r>
              <a:rPr lang="en-US" altLang="en-US"/>
              <a:t>He is the great High Priest.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animEffect transition="in" filter="dissolve">
                                      <p:cBhvr>
                                        <p:cTn id="7" dur="500"/>
                                        <p:tgtEl>
                                          <p:spTgt spid="2191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a:extLst>
              <a:ext uri="{FF2B5EF4-FFF2-40B4-BE49-F238E27FC236}">
                <a16:creationId xmlns:a16="http://schemas.microsoft.com/office/drawing/2014/main" id="{3A412977-1EDD-4E38-8B27-53141E50DCB5}"/>
              </a:ext>
            </a:extLst>
          </p:cNvPr>
          <p:cNvSpPr>
            <a:spLocks noGrp="1" noRot="1" noChangeArrowheads="1"/>
          </p:cNvSpPr>
          <p:nvPr>
            <p:ph type="title"/>
          </p:nvPr>
        </p:nvSpPr>
        <p:spPr/>
        <p:txBody>
          <a:bodyPr/>
          <a:lstStyle/>
          <a:p>
            <a:r>
              <a:rPr lang="en-US" altLang="en-US" sz="4000"/>
              <a:t>The Priest 14-16</a:t>
            </a:r>
            <a:br>
              <a:rPr lang="en-US" altLang="en-US" sz="4000"/>
            </a:br>
            <a:r>
              <a:rPr lang="en-US" altLang="en-US" sz="4000"/>
              <a:t>Translated Priest 14</a:t>
            </a:r>
          </a:p>
        </p:txBody>
      </p:sp>
      <p:sp>
        <p:nvSpPr>
          <p:cNvPr id="239619" name="Rectangle 3">
            <a:extLst>
              <a:ext uri="{FF2B5EF4-FFF2-40B4-BE49-F238E27FC236}">
                <a16:creationId xmlns:a16="http://schemas.microsoft.com/office/drawing/2014/main" id="{3EF2FDFE-49C5-4D16-93E7-1B09B8ADFB0F}"/>
              </a:ext>
            </a:extLst>
          </p:cNvPr>
          <p:cNvSpPr>
            <a:spLocks noGrp="1" noChangeArrowheads="1"/>
          </p:cNvSpPr>
          <p:nvPr>
            <p:ph type="body" idx="1"/>
          </p:nvPr>
        </p:nvSpPr>
        <p:spPr/>
        <p:txBody>
          <a:bodyPr/>
          <a:lstStyle/>
          <a:p>
            <a:pPr marL="609600" indent="-609600"/>
            <a:r>
              <a:rPr lang="en-US" altLang="en-US"/>
              <a:t>No priest in the Old Testament was ever called a “Great High Priest.”</a:t>
            </a:r>
          </a:p>
          <a:p>
            <a:pPr marL="609600" indent="-609600"/>
            <a:r>
              <a:rPr lang="en-US" altLang="en-US"/>
              <a:t>Jesus is better than any priest from the Aaronic priesthood, and this priesthood was the central thrust to Hebrew salvation.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Effect transition="in" filter="dissolve">
                                      <p:cBhvr>
                                        <p:cTn id="7" dur="500"/>
                                        <p:tgtEl>
                                          <p:spTgt spid="239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9619">
                                            <p:txEl>
                                              <p:pRg st="1" end="1"/>
                                            </p:txEl>
                                          </p:spTgt>
                                        </p:tgtEl>
                                        <p:attrNameLst>
                                          <p:attrName>style.visibility</p:attrName>
                                        </p:attrNameLst>
                                      </p:cBhvr>
                                      <p:to>
                                        <p:strVal val="visible"/>
                                      </p:to>
                                    </p:set>
                                    <p:animEffect transition="in" filter="dissolve">
                                      <p:cBhvr>
                                        <p:cTn id="12" dur="500"/>
                                        <p:tgtEl>
                                          <p:spTgt spid="239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6F6ED193-06D8-4B90-A832-D2BCC3C6ACD1}"/>
              </a:ext>
            </a:extLst>
          </p:cNvPr>
          <p:cNvSpPr>
            <a:spLocks noGrp="1" noRot="1" noChangeArrowheads="1"/>
          </p:cNvSpPr>
          <p:nvPr>
            <p:ph type="title"/>
          </p:nvPr>
        </p:nvSpPr>
        <p:spPr/>
        <p:txBody>
          <a:bodyPr/>
          <a:lstStyle/>
          <a:p>
            <a:r>
              <a:rPr lang="en-US" altLang="en-US" sz="4000"/>
              <a:t>The Priest 14-16</a:t>
            </a:r>
            <a:br>
              <a:rPr lang="en-US" altLang="en-US" sz="4000"/>
            </a:br>
            <a:r>
              <a:rPr lang="en-US" altLang="en-US" sz="4000"/>
              <a:t>Translated Priest 14</a:t>
            </a:r>
          </a:p>
        </p:txBody>
      </p:sp>
      <p:sp>
        <p:nvSpPr>
          <p:cNvPr id="240643" name="Rectangle 3">
            <a:extLst>
              <a:ext uri="{FF2B5EF4-FFF2-40B4-BE49-F238E27FC236}">
                <a16:creationId xmlns:a16="http://schemas.microsoft.com/office/drawing/2014/main" id="{14641261-B86B-4DF6-BFFB-E93E61DF3D18}"/>
              </a:ext>
            </a:extLst>
          </p:cNvPr>
          <p:cNvSpPr>
            <a:spLocks noGrp="1" noChangeArrowheads="1"/>
          </p:cNvSpPr>
          <p:nvPr>
            <p:ph type="body" idx="1"/>
          </p:nvPr>
        </p:nvSpPr>
        <p:spPr/>
        <p:txBody>
          <a:bodyPr/>
          <a:lstStyle/>
          <a:p>
            <a:pPr marL="660400" indent="-660400"/>
            <a:r>
              <a:rPr lang="en-US" altLang="en-US"/>
              <a:t>He is the ascended High Priest.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Effect transition="in" filter="dissolve">
                                      <p:cBhvr>
                                        <p:cTn id="7" dur="500"/>
                                        <p:tgtEl>
                                          <p:spTgt spid="2406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29ADF912-7C85-45F9-A831-F58C965FC933}"/>
              </a:ext>
            </a:extLst>
          </p:cNvPr>
          <p:cNvSpPr>
            <a:spLocks noGrp="1" noRot="1" noChangeArrowheads="1"/>
          </p:cNvSpPr>
          <p:nvPr>
            <p:ph type="title"/>
          </p:nvPr>
        </p:nvSpPr>
        <p:spPr/>
        <p:txBody>
          <a:bodyPr/>
          <a:lstStyle/>
          <a:p>
            <a:r>
              <a:rPr lang="en-US" altLang="en-US" sz="4000"/>
              <a:t>The Priest 14-16</a:t>
            </a:r>
            <a:br>
              <a:rPr lang="en-US" altLang="en-US" sz="4000"/>
            </a:br>
            <a:r>
              <a:rPr lang="en-US" altLang="en-US" sz="4000"/>
              <a:t>Translated Priest 14</a:t>
            </a:r>
          </a:p>
        </p:txBody>
      </p:sp>
      <p:sp>
        <p:nvSpPr>
          <p:cNvPr id="241667" name="Rectangle 3">
            <a:extLst>
              <a:ext uri="{FF2B5EF4-FFF2-40B4-BE49-F238E27FC236}">
                <a16:creationId xmlns:a16="http://schemas.microsoft.com/office/drawing/2014/main" id="{4E71653B-69FA-40E4-B3EE-18877DF7D76C}"/>
              </a:ext>
            </a:extLst>
          </p:cNvPr>
          <p:cNvSpPr>
            <a:spLocks noGrp="1" noChangeArrowheads="1"/>
          </p:cNvSpPr>
          <p:nvPr>
            <p:ph type="body" idx="1"/>
          </p:nvPr>
        </p:nvSpPr>
        <p:spPr>
          <a:xfrm>
            <a:off x="457200" y="1600200"/>
            <a:ext cx="8229600" cy="5257800"/>
          </a:xfrm>
        </p:spPr>
        <p:txBody>
          <a:bodyPr/>
          <a:lstStyle/>
          <a:p>
            <a:pPr marL="609600" indent="-609600">
              <a:lnSpc>
                <a:spcPct val="80000"/>
              </a:lnSpc>
            </a:pPr>
            <a:r>
              <a:rPr lang="en-US" altLang="en-US" sz="2800"/>
              <a:t>On the day of atonement the sacrifice would not be complete when the animal had been killed at the altar of burnt offerings</a:t>
            </a:r>
          </a:p>
          <a:p>
            <a:pPr marL="609600" indent="-609600">
              <a:lnSpc>
                <a:spcPct val="80000"/>
              </a:lnSpc>
            </a:pPr>
            <a:r>
              <a:rPr lang="en-US" altLang="en-US" sz="2800"/>
              <a:t>It wasn’t until the blood was taken through the holy place, past the veil, into the most holy place, sprinkling the blood and water on the mercy seat of the Ark of the Covenant before the presence of God.</a:t>
            </a:r>
          </a:p>
          <a:p>
            <a:pPr marL="609600" indent="-609600">
              <a:lnSpc>
                <a:spcPct val="80000"/>
              </a:lnSpc>
            </a:pPr>
            <a:r>
              <a:rPr lang="en-US" altLang="en-US" sz="2800"/>
              <a:t>Likewise Jesus, our Great High Priest, has ascended past the veil, beyond the mercy seat, to the very presence of God in Heaven.</a:t>
            </a:r>
          </a:p>
          <a:p>
            <a:pPr marL="609600" indent="-609600">
              <a:lnSpc>
                <a:spcPct val="80000"/>
              </a:lnSpc>
            </a:pPr>
            <a:r>
              <a:rPr lang="en-US" altLang="en-US" sz="2800"/>
              <a:t>It is interesting to note that Jesus’ atonement was not complete until he had entered heaven as the high priest, having made atonement for sin.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Effect transition="in" filter="dissolve">
                                      <p:cBhvr>
                                        <p:cTn id="7" dur="500"/>
                                        <p:tgtEl>
                                          <p:spTgt spid="241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1667">
                                            <p:txEl>
                                              <p:pRg st="1" end="1"/>
                                            </p:txEl>
                                          </p:spTgt>
                                        </p:tgtEl>
                                        <p:attrNameLst>
                                          <p:attrName>style.visibility</p:attrName>
                                        </p:attrNameLst>
                                      </p:cBhvr>
                                      <p:to>
                                        <p:strVal val="visible"/>
                                      </p:to>
                                    </p:set>
                                    <p:animEffect transition="in" filter="dissolve">
                                      <p:cBhvr>
                                        <p:cTn id="12" dur="500"/>
                                        <p:tgtEl>
                                          <p:spTgt spid="2416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1667">
                                            <p:txEl>
                                              <p:pRg st="2" end="2"/>
                                            </p:txEl>
                                          </p:spTgt>
                                        </p:tgtEl>
                                        <p:attrNameLst>
                                          <p:attrName>style.visibility</p:attrName>
                                        </p:attrNameLst>
                                      </p:cBhvr>
                                      <p:to>
                                        <p:strVal val="visible"/>
                                      </p:to>
                                    </p:set>
                                    <p:animEffect transition="in" filter="dissolve">
                                      <p:cBhvr>
                                        <p:cTn id="17" dur="500"/>
                                        <p:tgtEl>
                                          <p:spTgt spid="2416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1667">
                                            <p:txEl>
                                              <p:pRg st="3" end="3"/>
                                            </p:txEl>
                                          </p:spTgt>
                                        </p:tgtEl>
                                        <p:attrNameLst>
                                          <p:attrName>style.visibility</p:attrName>
                                        </p:attrNameLst>
                                      </p:cBhvr>
                                      <p:to>
                                        <p:strVal val="visible"/>
                                      </p:to>
                                    </p:set>
                                    <p:animEffect transition="in" filter="dissolve">
                                      <p:cBhvr>
                                        <p:cTn id="22" dur="500"/>
                                        <p:tgtEl>
                                          <p:spTgt spid="241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a:extLst>
              <a:ext uri="{FF2B5EF4-FFF2-40B4-BE49-F238E27FC236}">
                <a16:creationId xmlns:a16="http://schemas.microsoft.com/office/drawing/2014/main" id="{0BD8F3F9-F95A-4F16-9B45-02137EB378DC}"/>
              </a:ext>
            </a:extLst>
          </p:cNvPr>
          <p:cNvSpPr>
            <a:spLocks noGrp="1" noRot="1" noChangeArrowheads="1"/>
          </p:cNvSpPr>
          <p:nvPr>
            <p:ph type="title"/>
          </p:nvPr>
        </p:nvSpPr>
        <p:spPr/>
        <p:txBody>
          <a:bodyPr/>
          <a:lstStyle/>
          <a:p>
            <a:r>
              <a:rPr lang="en-US" altLang="en-US" sz="4000"/>
              <a:t>The Priest 14-16</a:t>
            </a:r>
            <a:br>
              <a:rPr lang="en-US" altLang="en-US" sz="4000"/>
            </a:br>
            <a:r>
              <a:rPr lang="en-US" altLang="en-US" sz="4000"/>
              <a:t>Translated Priest 14</a:t>
            </a:r>
          </a:p>
        </p:txBody>
      </p:sp>
      <p:sp>
        <p:nvSpPr>
          <p:cNvPr id="242691" name="Rectangle 3">
            <a:extLst>
              <a:ext uri="{FF2B5EF4-FFF2-40B4-BE49-F238E27FC236}">
                <a16:creationId xmlns:a16="http://schemas.microsoft.com/office/drawing/2014/main" id="{B67F5B63-0367-48EF-AEEF-F71617E9FB4F}"/>
              </a:ext>
            </a:extLst>
          </p:cNvPr>
          <p:cNvSpPr>
            <a:spLocks noGrp="1" noChangeArrowheads="1"/>
          </p:cNvSpPr>
          <p:nvPr>
            <p:ph type="body" idx="1"/>
          </p:nvPr>
        </p:nvSpPr>
        <p:spPr/>
        <p:txBody>
          <a:bodyPr/>
          <a:lstStyle/>
          <a:p>
            <a:pPr marL="609600" indent="-609600"/>
            <a:r>
              <a:rPr lang="en-US" altLang="en-US"/>
              <a:t>This title is why he is called our “Great High Priest.”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Effect transition="in" filter="dissolve">
                                      <p:cBhvr>
                                        <p:cTn id="7" dur="500"/>
                                        <p:tgtEl>
                                          <p:spTgt spid="2426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142D5019-0023-4CB3-89D4-925E0A21A6CB}"/>
              </a:ext>
            </a:extLst>
          </p:cNvPr>
          <p:cNvSpPr>
            <a:spLocks noGrp="1" noChangeArrowheads="1"/>
          </p:cNvSpPr>
          <p:nvPr>
            <p:ph type="title"/>
          </p:nvPr>
        </p:nvSpPr>
        <p:spPr/>
        <p:txBody>
          <a:bodyPr/>
          <a:lstStyle/>
          <a:p>
            <a:pPr marL="762000" indent="-762000"/>
            <a:r>
              <a:rPr lang="en-US" altLang="en-US" sz="4000"/>
              <a:t>The Priest 14-16</a:t>
            </a:r>
            <a:br>
              <a:rPr lang="en-US" altLang="en-US" sz="4000"/>
            </a:br>
            <a:r>
              <a:rPr lang="en-US" altLang="en-US" sz="4000"/>
              <a:t>Tempted priest v. 15</a:t>
            </a:r>
          </a:p>
        </p:txBody>
      </p:sp>
      <p:sp>
        <p:nvSpPr>
          <p:cNvPr id="243715" name="Rectangle 3">
            <a:extLst>
              <a:ext uri="{FF2B5EF4-FFF2-40B4-BE49-F238E27FC236}">
                <a16:creationId xmlns:a16="http://schemas.microsoft.com/office/drawing/2014/main" id="{D5F44793-F0E7-4969-B1C6-DB46B31D5E5E}"/>
              </a:ext>
            </a:extLst>
          </p:cNvPr>
          <p:cNvSpPr>
            <a:spLocks noGrp="1" noChangeArrowheads="1"/>
          </p:cNvSpPr>
          <p:nvPr>
            <p:ph type="body" idx="1"/>
          </p:nvPr>
        </p:nvSpPr>
        <p:spPr/>
        <p:txBody>
          <a:bodyPr/>
          <a:lstStyle/>
          <a:p>
            <a:pPr marL="660400" indent="-660400"/>
            <a:r>
              <a:rPr lang="en-US" altLang="en-US"/>
              <a:t>He has felt our pains.</a:t>
            </a:r>
          </a:p>
          <a:p>
            <a:pPr marL="660400" indent="-660400"/>
            <a:r>
              <a:rPr lang="en-US" altLang="en-US"/>
              <a:t>He has felt our desires.</a:t>
            </a:r>
          </a:p>
          <a:p>
            <a:pPr marL="660400" indent="-660400"/>
            <a:r>
              <a:rPr lang="en-US" altLang="en-US"/>
              <a:t>He has remained faithful and true.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Effect transition="in" filter="dissolve">
                                      <p:cBhvr>
                                        <p:cTn id="7" dur="500"/>
                                        <p:tgtEl>
                                          <p:spTgt spid="243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3715">
                                            <p:txEl>
                                              <p:pRg st="1" end="1"/>
                                            </p:txEl>
                                          </p:spTgt>
                                        </p:tgtEl>
                                        <p:attrNameLst>
                                          <p:attrName>style.visibility</p:attrName>
                                        </p:attrNameLst>
                                      </p:cBhvr>
                                      <p:to>
                                        <p:strVal val="visible"/>
                                      </p:to>
                                    </p:set>
                                    <p:animEffect transition="in" filter="dissolve">
                                      <p:cBhvr>
                                        <p:cTn id="12" dur="500"/>
                                        <p:tgtEl>
                                          <p:spTgt spid="243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3715">
                                            <p:txEl>
                                              <p:pRg st="2" end="2"/>
                                            </p:txEl>
                                          </p:spTgt>
                                        </p:tgtEl>
                                        <p:attrNameLst>
                                          <p:attrName>style.visibility</p:attrName>
                                        </p:attrNameLst>
                                      </p:cBhvr>
                                      <p:to>
                                        <p:strVal val="visible"/>
                                      </p:to>
                                    </p:set>
                                    <p:animEffect transition="in" filter="dissolve">
                                      <p:cBhvr>
                                        <p:cTn id="17" dur="500"/>
                                        <p:tgtEl>
                                          <p:spTgt spid="243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a:extLst>
              <a:ext uri="{FF2B5EF4-FFF2-40B4-BE49-F238E27FC236}">
                <a16:creationId xmlns:a16="http://schemas.microsoft.com/office/drawing/2014/main" id="{B045C956-7577-4EE7-9870-59D8161A17FF}"/>
              </a:ext>
            </a:extLst>
          </p:cNvPr>
          <p:cNvSpPr>
            <a:spLocks noGrp="1" noChangeArrowheads="1"/>
          </p:cNvSpPr>
          <p:nvPr>
            <p:ph type="title"/>
          </p:nvPr>
        </p:nvSpPr>
        <p:spPr/>
        <p:txBody>
          <a:bodyPr/>
          <a:lstStyle/>
          <a:p>
            <a:r>
              <a:rPr lang="en-US" altLang="en-US" sz="4000"/>
              <a:t>The Priest 14-16</a:t>
            </a:r>
            <a:br>
              <a:rPr lang="en-US" altLang="en-US" sz="4000"/>
            </a:br>
            <a:r>
              <a:rPr lang="en-US" altLang="en-US" sz="4000"/>
              <a:t>Tender Priest 16</a:t>
            </a:r>
          </a:p>
        </p:txBody>
      </p:sp>
      <p:sp>
        <p:nvSpPr>
          <p:cNvPr id="244739" name="Rectangle 3">
            <a:extLst>
              <a:ext uri="{FF2B5EF4-FFF2-40B4-BE49-F238E27FC236}">
                <a16:creationId xmlns:a16="http://schemas.microsoft.com/office/drawing/2014/main" id="{30EDD8EF-1CE6-4339-AE25-7A47105061B6}"/>
              </a:ext>
            </a:extLst>
          </p:cNvPr>
          <p:cNvSpPr>
            <a:spLocks noGrp="1" noChangeArrowheads="1"/>
          </p:cNvSpPr>
          <p:nvPr>
            <p:ph type="body" idx="1"/>
          </p:nvPr>
        </p:nvSpPr>
        <p:spPr>
          <a:xfrm>
            <a:off x="457200" y="1600200"/>
            <a:ext cx="8229600" cy="5257800"/>
          </a:xfrm>
        </p:spPr>
        <p:txBody>
          <a:bodyPr/>
          <a:lstStyle/>
          <a:p>
            <a:pPr marL="660400" indent="-660400"/>
            <a:r>
              <a:rPr lang="en-US" altLang="en-US"/>
              <a:t>He is full of Grace.</a:t>
            </a:r>
          </a:p>
          <a:p>
            <a:pPr marL="1035050" lvl="1" indent="-577850"/>
            <a:r>
              <a:rPr lang="en-US" altLang="en-US"/>
              <a:t>“Let us therefore come boldly”</a:t>
            </a:r>
          </a:p>
          <a:p>
            <a:pPr marL="1035050" lvl="1" indent="-577850"/>
            <a:r>
              <a:rPr lang="en-US" altLang="en-US"/>
              <a:t>“unto the throne of grace”</a:t>
            </a:r>
          </a:p>
          <a:p>
            <a:pPr marL="660400" indent="-660400"/>
            <a:r>
              <a:rPr lang="en-US" altLang="en-US"/>
              <a:t>He is full of Mercy.</a:t>
            </a:r>
          </a:p>
          <a:p>
            <a:pPr marL="660400" indent="-660400"/>
            <a:r>
              <a:rPr lang="en-US" altLang="en-US"/>
              <a:t>He is full of Love.</a:t>
            </a:r>
          </a:p>
          <a:p>
            <a:pPr marL="1035050" lvl="1" indent="-577850"/>
            <a:r>
              <a:rPr lang="en-US" altLang="en-US"/>
              <a:t>It was love that motivated God to make such a promise of “rest.”</a:t>
            </a:r>
          </a:p>
          <a:p>
            <a:pPr marL="1035050" lvl="1" indent="-577850"/>
            <a:r>
              <a:rPr lang="en-US" altLang="en-US"/>
              <a:t>It was love that motivated Jesus to make such a sacrifice as he did.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Effect transition="in" filter="dissolve">
                                      <p:cBhvr>
                                        <p:cTn id="7" dur="500"/>
                                        <p:tgtEl>
                                          <p:spTgt spid="244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4739">
                                            <p:txEl>
                                              <p:pRg st="1" end="1"/>
                                            </p:txEl>
                                          </p:spTgt>
                                        </p:tgtEl>
                                        <p:attrNameLst>
                                          <p:attrName>style.visibility</p:attrName>
                                        </p:attrNameLst>
                                      </p:cBhvr>
                                      <p:to>
                                        <p:strVal val="visible"/>
                                      </p:to>
                                    </p:set>
                                    <p:animEffect transition="in" filter="dissolve">
                                      <p:cBhvr>
                                        <p:cTn id="12" dur="500"/>
                                        <p:tgtEl>
                                          <p:spTgt spid="244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4739">
                                            <p:txEl>
                                              <p:pRg st="2" end="2"/>
                                            </p:txEl>
                                          </p:spTgt>
                                        </p:tgtEl>
                                        <p:attrNameLst>
                                          <p:attrName>style.visibility</p:attrName>
                                        </p:attrNameLst>
                                      </p:cBhvr>
                                      <p:to>
                                        <p:strVal val="visible"/>
                                      </p:to>
                                    </p:set>
                                    <p:animEffect transition="in" filter="dissolve">
                                      <p:cBhvr>
                                        <p:cTn id="17" dur="500"/>
                                        <p:tgtEl>
                                          <p:spTgt spid="2447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44739">
                                            <p:txEl>
                                              <p:pRg st="3" end="3"/>
                                            </p:txEl>
                                          </p:spTgt>
                                        </p:tgtEl>
                                        <p:attrNameLst>
                                          <p:attrName>style.visibility</p:attrName>
                                        </p:attrNameLst>
                                      </p:cBhvr>
                                      <p:to>
                                        <p:strVal val="visible"/>
                                      </p:to>
                                    </p:set>
                                    <p:animEffect transition="in" filter="dissolve">
                                      <p:cBhvr>
                                        <p:cTn id="22" dur="500"/>
                                        <p:tgtEl>
                                          <p:spTgt spid="2447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44739">
                                            <p:txEl>
                                              <p:pRg st="4" end="4"/>
                                            </p:txEl>
                                          </p:spTgt>
                                        </p:tgtEl>
                                        <p:attrNameLst>
                                          <p:attrName>style.visibility</p:attrName>
                                        </p:attrNameLst>
                                      </p:cBhvr>
                                      <p:to>
                                        <p:strVal val="visible"/>
                                      </p:to>
                                    </p:set>
                                    <p:animEffect transition="in" filter="dissolve">
                                      <p:cBhvr>
                                        <p:cTn id="27" dur="500"/>
                                        <p:tgtEl>
                                          <p:spTgt spid="2447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44739">
                                            <p:txEl>
                                              <p:pRg st="5" end="5"/>
                                            </p:txEl>
                                          </p:spTgt>
                                        </p:tgtEl>
                                        <p:attrNameLst>
                                          <p:attrName>style.visibility</p:attrName>
                                        </p:attrNameLst>
                                      </p:cBhvr>
                                      <p:to>
                                        <p:strVal val="visible"/>
                                      </p:to>
                                    </p:set>
                                    <p:animEffect transition="in" filter="dissolve">
                                      <p:cBhvr>
                                        <p:cTn id="32" dur="500"/>
                                        <p:tgtEl>
                                          <p:spTgt spid="2447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44739">
                                            <p:txEl>
                                              <p:pRg st="6" end="6"/>
                                            </p:txEl>
                                          </p:spTgt>
                                        </p:tgtEl>
                                        <p:attrNameLst>
                                          <p:attrName>style.visibility</p:attrName>
                                        </p:attrNameLst>
                                      </p:cBhvr>
                                      <p:to>
                                        <p:strVal val="visible"/>
                                      </p:to>
                                    </p:set>
                                    <p:animEffect transition="in" filter="dissolve">
                                      <p:cBhvr>
                                        <p:cTn id="37" dur="500"/>
                                        <p:tgtEl>
                                          <p:spTgt spid="2447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a:extLst>
              <a:ext uri="{FF2B5EF4-FFF2-40B4-BE49-F238E27FC236}">
                <a16:creationId xmlns:a16="http://schemas.microsoft.com/office/drawing/2014/main" id="{452A771F-D7C4-4ADE-BAAC-BCFCC64A816C}"/>
              </a:ext>
            </a:extLst>
          </p:cNvPr>
          <p:cNvSpPr>
            <a:spLocks noGrp="1" noChangeArrowheads="1"/>
          </p:cNvSpPr>
          <p:nvPr>
            <p:ph type="title"/>
          </p:nvPr>
        </p:nvSpPr>
        <p:spPr/>
        <p:txBody>
          <a:bodyPr/>
          <a:lstStyle/>
          <a:p>
            <a:r>
              <a:rPr lang="en-US" altLang="en-US" sz="6000"/>
              <a:t>The Christian’s Rest</a:t>
            </a:r>
          </a:p>
        </p:txBody>
      </p:sp>
      <p:sp>
        <p:nvSpPr>
          <p:cNvPr id="245763" name="Rectangle 3">
            <a:extLst>
              <a:ext uri="{FF2B5EF4-FFF2-40B4-BE49-F238E27FC236}">
                <a16:creationId xmlns:a16="http://schemas.microsoft.com/office/drawing/2014/main" id="{3E3D3709-652D-4054-AEAB-1D746CA63A83}"/>
              </a:ext>
            </a:extLst>
          </p:cNvPr>
          <p:cNvSpPr>
            <a:spLocks noGrp="1" noChangeArrowheads="1"/>
          </p:cNvSpPr>
          <p:nvPr>
            <p:ph type="body" idx="1"/>
          </p:nvPr>
        </p:nvSpPr>
        <p:spPr/>
        <p:txBody>
          <a:bodyPr/>
          <a:lstStyle/>
          <a:p>
            <a:pPr marL="609600" indent="-609600"/>
            <a:r>
              <a:rPr lang="en-US" altLang="en-US"/>
              <a:t>We can truly find the Prize.</a:t>
            </a:r>
          </a:p>
          <a:p>
            <a:pPr marL="609600" indent="-609600"/>
            <a:r>
              <a:rPr lang="en-US" altLang="en-US"/>
              <a:t>We can have the power to make this promise real.</a:t>
            </a:r>
          </a:p>
          <a:p>
            <a:pPr marL="609600" indent="-609600"/>
            <a:r>
              <a:rPr lang="en-US" altLang="en-US"/>
              <a:t>We have a “Great High Priest” who makes “rest” possible.</a:t>
            </a:r>
          </a:p>
          <a:p>
            <a:pPr marL="609600" indent="-609600">
              <a:buFont typeface="Wingdings" panose="05000000000000000000" pitchFamily="2" charset="2"/>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Effect transition="in" filter="dissolve">
                                      <p:cBhvr>
                                        <p:cTn id="7" dur="500"/>
                                        <p:tgtEl>
                                          <p:spTgt spid="2457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5763">
                                            <p:txEl>
                                              <p:pRg st="1" end="1"/>
                                            </p:txEl>
                                          </p:spTgt>
                                        </p:tgtEl>
                                        <p:attrNameLst>
                                          <p:attrName>style.visibility</p:attrName>
                                        </p:attrNameLst>
                                      </p:cBhvr>
                                      <p:to>
                                        <p:strVal val="visible"/>
                                      </p:to>
                                    </p:set>
                                    <p:animEffect transition="in" filter="dissolve">
                                      <p:cBhvr>
                                        <p:cTn id="12" dur="500"/>
                                        <p:tgtEl>
                                          <p:spTgt spid="2457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45763">
                                            <p:txEl>
                                              <p:pRg st="2" end="2"/>
                                            </p:txEl>
                                          </p:spTgt>
                                        </p:tgtEl>
                                        <p:attrNameLst>
                                          <p:attrName>style.visibility</p:attrName>
                                        </p:attrNameLst>
                                      </p:cBhvr>
                                      <p:to>
                                        <p:strVal val="visible"/>
                                      </p:to>
                                    </p:set>
                                    <p:animEffect transition="in" filter="dissolve">
                                      <p:cBhvr>
                                        <p:cTn id="17" dur="500"/>
                                        <p:tgtEl>
                                          <p:spTgt spid="2457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p:bldLst>
  </p:timing>
</p:sld>
</file>

<file path=ppt/theme/theme1.xml><?xml version="1.0" encoding="utf-8"?>
<a:theme xmlns:a="http://schemas.openxmlformats.org/drawingml/2006/main" name="Stream">
  <a:themeElements>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Stream">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tream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Stream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Stream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Stream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Stream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Stream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Stream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Stream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Stream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rtain Call">
  <a:themeElements>
    <a:clrScheme name="Curtain Call 1">
      <a:dk1>
        <a:srgbClr val="602000"/>
      </a:dk1>
      <a:lt1>
        <a:srgbClr val="FFFFFF"/>
      </a:lt1>
      <a:dk2>
        <a:srgbClr val="800000"/>
      </a:dk2>
      <a:lt2>
        <a:srgbClr val="FFFFCC"/>
      </a:lt2>
      <a:accent1>
        <a:srgbClr val="FF3300"/>
      </a:accent1>
      <a:accent2>
        <a:srgbClr val="000000"/>
      </a:accent2>
      <a:accent3>
        <a:srgbClr val="C0AAAA"/>
      </a:accent3>
      <a:accent4>
        <a:srgbClr val="DADADA"/>
      </a:accent4>
      <a:accent5>
        <a:srgbClr val="FFADAA"/>
      </a:accent5>
      <a:accent6>
        <a:srgbClr val="000000"/>
      </a:accent6>
      <a:hlink>
        <a:srgbClr val="EBF25A"/>
      </a:hlink>
      <a:folHlink>
        <a:srgbClr val="F2AA68"/>
      </a:folHlink>
    </a:clrScheme>
    <a:fontScheme name="Curtain Call">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rtain Call 1">
        <a:dk1>
          <a:srgbClr val="602000"/>
        </a:dk1>
        <a:lt1>
          <a:srgbClr val="FFFFFF"/>
        </a:lt1>
        <a:dk2>
          <a:srgbClr val="800000"/>
        </a:dk2>
        <a:lt2>
          <a:srgbClr val="FFFFCC"/>
        </a:lt2>
        <a:accent1>
          <a:srgbClr val="FF3300"/>
        </a:accent1>
        <a:accent2>
          <a:srgbClr val="000000"/>
        </a:accent2>
        <a:accent3>
          <a:srgbClr val="C0AAAA"/>
        </a:accent3>
        <a:accent4>
          <a:srgbClr val="DADADA"/>
        </a:accent4>
        <a:accent5>
          <a:srgbClr val="FFADAA"/>
        </a:accent5>
        <a:accent6>
          <a:srgbClr val="000000"/>
        </a:accent6>
        <a:hlink>
          <a:srgbClr val="EBF25A"/>
        </a:hlink>
        <a:folHlink>
          <a:srgbClr val="F2AA68"/>
        </a:folHlink>
      </a:clrScheme>
      <a:clrMap bg1="dk2" tx1="lt1" bg2="dk1" tx2="lt2" accent1="accent1" accent2="accent2" accent3="accent3" accent4="accent4" accent5="accent5" accent6="accent6" hlink="hlink" folHlink="folHlink"/>
    </a:extraClrScheme>
    <a:extraClrScheme>
      <a:clrScheme name="Curtain Call 2">
        <a:dk1>
          <a:srgbClr val="000066"/>
        </a:dk1>
        <a:lt1>
          <a:srgbClr val="FFFFFF"/>
        </a:lt1>
        <a:dk2>
          <a:srgbClr val="000099"/>
        </a:dk2>
        <a:lt2>
          <a:srgbClr val="D8F6F8"/>
        </a:lt2>
        <a:accent1>
          <a:srgbClr val="0099FF"/>
        </a:accent1>
        <a:accent2>
          <a:srgbClr val="00003A"/>
        </a:accent2>
        <a:accent3>
          <a:srgbClr val="AAAACA"/>
        </a:accent3>
        <a:accent4>
          <a:srgbClr val="DADADA"/>
        </a:accent4>
        <a:accent5>
          <a:srgbClr val="AACAFF"/>
        </a:accent5>
        <a:accent6>
          <a:srgbClr val="000034"/>
        </a:accent6>
        <a:hlink>
          <a:srgbClr val="DDD925"/>
        </a:hlink>
        <a:folHlink>
          <a:srgbClr val="72C676"/>
        </a:folHlink>
      </a:clrScheme>
      <a:clrMap bg1="dk2" tx1="lt1" bg2="dk1" tx2="lt2" accent1="accent1" accent2="accent2" accent3="accent3" accent4="accent4" accent5="accent5" accent6="accent6" hlink="hlink" folHlink="folHlink"/>
    </a:extraClrScheme>
    <a:extraClrScheme>
      <a:clrScheme name="Curtain Call 3">
        <a:dk1>
          <a:srgbClr val="4C3D57"/>
        </a:dk1>
        <a:lt1>
          <a:srgbClr val="FFFFFF"/>
        </a:lt1>
        <a:dk2>
          <a:srgbClr val="660066"/>
        </a:dk2>
        <a:lt2>
          <a:srgbClr val="FDFBE3"/>
        </a:lt2>
        <a:accent1>
          <a:srgbClr val="976C9E"/>
        </a:accent1>
        <a:accent2>
          <a:srgbClr val="1E1822"/>
        </a:accent2>
        <a:accent3>
          <a:srgbClr val="B8AAB8"/>
        </a:accent3>
        <a:accent4>
          <a:srgbClr val="DADADA"/>
        </a:accent4>
        <a:accent5>
          <a:srgbClr val="C9BACC"/>
        </a:accent5>
        <a:accent6>
          <a:srgbClr val="1A151E"/>
        </a:accent6>
        <a:hlink>
          <a:srgbClr val="D8C460"/>
        </a:hlink>
        <a:folHlink>
          <a:srgbClr val="C3C2BD"/>
        </a:folHlink>
      </a:clrScheme>
      <a:clrMap bg1="dk2" tx1="lt1" bg2="dk1" tx2="lt2" accent1="accent1" accent2="accent2" accent3="accent3" accent4="accent4" accent5="accent5" accent6="accent6" hlink="hlink" folHlink="folHlink"/>
    </a:extraClrScheme>
    <a:extraClrScheme>
      <a:clrScheme name="Curtain Call 4">
        <a:dk1>
          <a:srgbClr val="334D3F"/>
        </a:dk1>
        <a:lt1>
          <a:srgbClr val="FFFFFF"/>
        </a:lt1>
        <a:dk2>
          <a:srgbClr val="008000"/>
        </a:dk2>
        <a:lt2>
          <a:srgbClr val="D3F1DB"/>
        </a:lt2>
        <a:accent1>
          <a:srgbClr val="4A6D84"/>
        </a:accent1>
        <a:accent2>
          <a:srgbClr val="213329"/>
        </a:accent2>
        <a:accent3>
          <a:srgbClr val="AAC0AA"/>
        </a:accent3>
        <a:accent4>
          <a:srgbClr val="DADADA"/>
        </a:accent4>
        <a:accent5>
          <a:srgbClr val="B1BAC2"/>
        </a:accent5>
        <a:accent6>
          <a:srgbClr val="1D2D24"/>
        </a:accent6>
        <a:hlink>
          <a:srgbClr val="F0B100"/>
        </a:hlink>
        <a:folHlink>
          <a:srgbClr val="C37103"/>
        </a:folHlink>
      </a:clrScheme>
      <a:clrMap bg1="dk2" tx1="lt1" bg2="dk1" tx2="lt2" accent1="accent1" accent2="accent2" accent3="accent3" accent4="accent4" accent5="accent5" accent6="accent6" hlink="hlink" folHlink="folHlink"/>
    </a:extraClrScheme>
    <a:extraClrScheme>
      <a:clrScheme name="Curtain Call 5">
        <a:dk1>
          <a:srgbClr val="566858"/>
        </a:dk1>
        <a:lt1>
          <a:srgbClr val="FFFFFF"/>
        </a:lt1>
        <a:dk2>
          <a:srgbClr val="6D8771"/>
        </a:dk2>
        <a:lt2>
          <a:srgbClr val="ECECB2"/>
        </a:lt2>
        <a:accent1>
          <a:srgbClr val="76A571"/>
        </a:accent1>
        <a:accent2>
          <a:srgbClr val="465648"/>
        </a:accent2>
        <a:accent3>
          <a:srgbClr val="BAC3BB"/>
        </a:accent3>
        <a:accent4>
          <a:srgbClr val="DADADA"/>
        </a:accent4>
        <a:accent5>
          <a:srgbClr val="BDCFBB"/>
        </a:accent5>
        <a:accent6>
          <a:srgbClr val="3F4D40"/>
        </a:accent6>
        <a:hlink>
          <a:srgbClr val="FFDC0B"/>
        </a:hlink>
        <a:folHlink>
          <a:srgbClr val="FC9916"/>
        </a:folHlink>
      </a:clrScheme>
      <a:clrMap bg1="dk2" tx1="lt1" bg2="dk1" tx2="lt2" accent1="accent1" accent2="accent2" accent3="accent3" accent4="accent4" accent5="accent5" accent6="accent6" hlink="hlink" folHlink="folHlink"/>
    </a:extraClrScheme>
    <a:extraClrScheme>
      <a:clrScheme name="Curtain Call 6">
        <a:dk1>
          <a:srgbClr val="0A6866"/>
        </a:dk1>
        <a:lt1>
          <a:srgbClr val="FFFFFF"/>
        </a:lt1>
        <a:dk2>
          <a:srgbClr val="0D8784"/>
        </a:dk2>
        <a:lt2>
          <a:srgbClr val="B8DEC6"/>
        </a:lt2>
        <a:accent1>
          <a:srgbClr val="3C7652"/>
        </a:accent1>
        <a:accent2>
          <a:srgbClr val="005250"/>
        </a:accent2>
        <a:accent3>
          <a:srgbClr val="AAC3C2"/>
        </a:accent3>
        <a:accent4>
          <a:srgbClr val="DADADA"/>
        </a:accent4>
        <a:accent5>
          <a:srgbClr val="AFBDB3"/>
        </a:accent5>
        <a:accent6>
          <a:srgbClr val="004948"/>
        </a:accent6>
        <a:hlink>
          <a:srgbClr val="00E0A5"/>
        </a:hlink>
        <a:folHlink>
          <a:srgbClr val="00CCFF"/>
        </a:folHlink>
      </a:clrScheme>
      <a:clrMap bg1="dk2" tx1="lt1" bg2="dk1" tx2="lt2" accent1="accent1" accent2="accent2" accent3="accent3" accent4="accent4" accent5="accent5" accent6="accent6" hlink="hlink" folHlink="folHlink"/>
    </a:extraClrScheme>
    <a:extraClrScheme>
      <a:clrScheme name="Curtain Call 7">
        <a:dk1>
          <a:srgbClr val="50688C"/>
        </a:dk1>
        <a:lt1>
          <a:srgbClr val="FFFFFF"/>
        </a:lt1>
        <a:dk2>
          <a:srgbClr val="6E87AC"/>
        </a:dk2>
        <a:lt2>
          <a:srgbClr val="FFFFFF"/>
        </a:lt2>
        <a:accent1>
          <a:srgbClr val="376EA5"/>
        </a:accent1>
        <a:accent2>
          <a:srgbClr val="445876"/>
        </a:accent2>
        <a:accent3>
          <a:srgbClr val="BAC3D2"/>
        </a:accent3>
        <a:accent4>
          <a:srgbClr val="DADADA"/>
        </a:accent4>
        <a:accent5>
          <a:srgbClr val="AEBACF"/>
        </a:accent5>
        <a:accent6>
          <a:srgbClr val="3D4F6A"/>
        </a:accent6>
        <a:hlink>
          <a:srgbClr val="66CCFF"/>
        </a:hlink>
        <a:folHlink>
          <a:srgbClr val="CCCCFF"/>
        </a:folHlink>
      </a:clrScheme>
      <a:clrMap bg1="dk2" tx1="lt1" bg2="dk1" tx2="lt2" accent1="accent1" accent2="accent2" accent3="accent3" accent4="accent4" accent5="accent5" accent6="accent6" hlink="hlink" folHlink="folHlink"/>
    </a:extraClrScheme>
    <a:extraClrScheme>
      <a:clrScheme name="Curtain Call 8">
        <a:dk1>
          <a:srgbClr val="000000"/>
        </a:dk1>
        <a:lt1>
          <a:srgbClr val="DDDCC5"/>
        </a:lt1>
        <a:dk2>
          <a:srgbClr val="000000"/>
        </a:dk2>
        <a:lt2>
          <a:srgbClr val="C9C6A5"/>
        </a:lt2>
        <a:accent1>
          <a:srgbClr val="C0C0C0"/>
        </a:accent1>
        <a:accent2>
          <a:srgbClr val="B0AC90"/>
        </a:accent2>
        <a:accent3>
          <a:srgbClr val="EBEBDF"/>
        </a:accent3>
        <a:accent4>
          <a:srgbClr val="000000"/>
        </a:accent4>
        <a:accent5>
          <a:srgbClr val="DCDCDC"/>
        </a:accent5>
        <a:accent6>
          <a:srgbClr val="9F9B82"/>
        </a:accent6>
        <a:hlink>
          <a:srgbClr val="666699"/>
        </a:hlink>
        <a:folHlink>
          <a:srgbClr val="905C80"/>
        </a:folHlink>
      </a:clrScheme>
      <a:clrMap bg1="lt1" tx1="dk1" bg2="lt2" tx2="dk2" accent1="accent1" accent2="accent2" accent3="accent3" accent4="accent4" accent5="accent5" accent6="accent6" hlink="hlink" folHlink="folHlink"/>
    </a:extraClrScheme>
    <a:extraClrScheme>
      <a:clrScheme name="Curtain Call 9">
        <a:dk1>
          <a:srgbClr val="000000"/>
        </a:dk1>
        <a:lt1>
          <a:srgbClr val="FFFFFF"/>
        </a:lt1>
        <a:dk2>
          <a:srgbClr val="000099"/>
        </a:dk2>
        <a:lt2>
          <a:srgbClr val="DDDDDD"/>
        </a:lt2>
        <a:accent1>
          <a:srgbClr val="C6D4D4"/>
        </a:accent1>
        <a:accent2>
          <a:srgbClr val="C0C0C0"/>
        </a:accent2>
        <a:accent3>
          <a:srgbClr val="FFFFFF"/>
        </a:accent3>
        <a:accent4>
          <a:srgbClr val="000000"/>
        </a:accent4>
        <a:accent5>
          <a:srgbClr val="DFE6E6"/>
        </a:accent5>
        <a:accent6>
          <a:srgbClr val="AEAEAE"/>
        </a:accent6>
        <a:hlink>
          <a:srgbClr val="6600FF"/>
        </a:hlink>
        <a:folHlink>
          <a:srgbClr val="9900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173</TotalTime>
  <Words>1397</Words>
  <Application>Microsoft Office PowerPoint</Application>
  <PresentationFormat>On-screen Show (4:3)</PresentationFormat>
  <Paragraphs>159</Paragraphs>
  <Slides>49</Slides>
  <Notes>0</Notes>
  <HiddenSlides>0</HiddenSlides>
  <MMClips>0</MMClips>
  <ScaleCrop>false</ScaleCrop>
  <HeadingPairs>
    <vt:vector size="4" baseType="variant">
      <vt:variant>
        <vt:lpstr>Theme</vt:lpstr>
      </vt:variant>
      <vt:variant>
        <vt:i4>4</vt:i4>
      </vt:variant>
      <vt:variant>
        <vt:lpstr>Slide Titles</vt:lpstr>
      </vt:variant>
      <vt:variant>
        <vt:i4>49</vt:i4>
      </vt:variant>
    </vt:vector>
  </HeadingPairs>
  <TitlesOfParts>
    <vt:vector size="53" baseType="lpstr">
      <vt:lpstr>Stream</vt:lpstr>
      <vt:lpstr>Curtain Call</vt:lpstr>
      <vt:lpstr>Textured</vt:lpstr>
      <vt:lpstr>Orbit</vt:lpstr>
      <vt:lpstr>The Christian’s Rest</vt:lpstr>
      <vt:lpstr>The Christian’s Rest</vt:lpstr>
      <vt:lpstr>The Prize 1-11 Heavenly Rest 1-5</vt:lpstr>
      <vt:lpstr>The Prize 1-11 Heavenly Rest 1-5</vt:lpstr>
      <vt:lpstr>The Prize 1-11 Heavenly Rest 1-5</vt:lpstr>
      <vt:lpstr>The Prize 1-11 Heavenly Rest 1-5</vt:lpstr>
      <vt:lpstr>The Prize 1-11 Heavenly Rest 1-5</vt:lpstr>
      <vt:lpstr>The Prize 1-11 Heavenly Rest 1-5</vt:lpstr>
      <vt:lpstr>The Prize 1-11 Heavenly Rest 1-5</vt:lpstr>
      <vt:lpstr>The Prize 1-11 Heavenly Rest 1-5</vt:lpstr>
      <vt:lpstr>The Prize 1-11 Heavenly Rest 1-5</vt:lpstr>
      <vt:lpstr>The Prize 1-11 Heavenly Rest 1-5</vt:lpstr>
      <vt:lpstr>The Prize 1-11 Heavenly Rest 1-5</vt:lpstr>
      <vt:lpstr>The Prize 1-11 Hebrew rest v.6-7</vt:lpstr>
      <vt:lpstr>The Prize 1-11 Hebrew rest v.6-7</vt:lpstr>
      <vt:lpstr>The Prize 1-11 Hebrew rest v.6-7</vt:lpstr>
      <vt:lpstr>The Prize 1-11 Hebrew rest v.6-7</vt:lpstr>
      <vt:lpstr>The Prize 1-11 Hebrew rest v.6-7</vt:lpstr>
      <vt:lpstr>The Prize 1-11 Hebrew rest v.6-7</vt:lpstr>
      <vt:lpstr>The Prize 1-11  His rest v. 8-11</vt:lpstr>
      <vt:lpstr>The Prize 1-11  His rest v. 8-11</vt:lpstr>
      <vt:lpstr>The Prize 1-11  His rest v. 8-11</vt:lpstr>
      <vt:lpstr>The Prize 1-11  His rest v. 8-11</vt:lpstr>
      <vt:lpstr>The Prize 1-11  His rest v. 8-11</vt:lpstr>
      <vt:lpstr>The Prize 1-11  His rest v. 8-11</vt:lpstr>
      <vt:lpstr>The Christian’s Rest</vt:lpstr>
      <vt:lpstr>The  Power 12-13  The Strength of the Word v. 12</vt:lpstr>
      <vt:lpstr>The  Power 12-13  The Strength of the Word v. 12</vt:lpstr>
      <vt:lpstr>The  Power 12-13  The Strength of the Word v. 12</vt:lpstr>
      <vt:lpstr>The  Power 12-13  The Strength of the Word v. 12</vt:lpstr>
      <vt:lpstr>The  Power 12-13  The Strength of the Word v. 12</vt:lpstr>
      <vt:lpstr>The  Power 12-13  The Strength of the Word v. 12</vt:lpstr>
      <vt:lpstr>The  Power 12-13  The sword of the Word v. 12</vt:lpstr>
      <vt:lpstr>The  Power 12-13  The sword of the Word v. 12</vt:lpstr>
      <vt:lpstr>The  Power 12-13  The sword of the Word v. 12</vt:lpstr>
      <vt:lpstr>The  Power 12-13  The sword of the Word v. 12</vt:lpstr>
      <vt:lpstr>The Power 12-13 The salvation of the Word v. 13</vt:lpstr>
      <vt:lpstr>The Power 12-13 The salvation of the Word v. 13</vt:lpstr>
      <vt:lpstr>The Power 12-13 The salvation of the Word v. 13</vt:lpstr>
      <vt:lpstr>The Power 12-13 The salvation of the Word v. 13</vt:lpstr>
      <vt:lpstr>The Christian’s Rest</vt:lpstr>
      <vt:lpstr>The Priest 14-16 Translated Priest 14</vt:lpstr>
      <vt:lpstr>The Priest 14-16 Translated Priest 14</vt:lpstr>
      <vt:lpstr>The Priest 14-16 Translated Priest 14</vt:lpstr>
      <vt:lpstr>The Priest 14-16 Translated Priest 14</vt:lpstr>
      <vt:lpstr>The Priest 14-16 Translated Priest 14</vt:lpstr>
      <vt:lpstr>The Priest 14-16 Tempted priest v. 15</vt:lpstr>
      <vt:lpstr>The Priest 14-16 Tender Priest 16</vt:lpstr>
      <vt:lpstr>The Christian’s 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Christian’s Rest</dc:title>
  <dc:creator>JoshMAN</dc:creator>
  <cp:lastModifiedBy>Joshua Hetrick</cp:lastModifiedBy>
  <cp:revision>13</cp:revision>
  <dcterms:created xsi:type="dcterms:W3CDTF">2008-03-11T03:10:36Z</dcterms:created>
  <dcterms:modified xsi:type="dcterms:W3CDTF">2021-07-24T17:08:20Z</dcterms:modified>
</cp:coreProperties>
</file>
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9" d="100"/>
          <a:sy n="49" d="100"/>
        </p:scale>
        <p:origin x="-82" y="-3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D71C0ECB-0D85-4FDE-A078-C7D4CF186A07}"/>
              </a:ext>
            </a:extLst>
          </p:cNvPr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676400"/>
            <a:ext cx="7772400" cy="1828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20EDCCB0-19AF-451A-898C-0E20775B49A3}"/>
              </a:ext>
            </a:extLst>
          </p:cNvPr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12292" name="Rectangle 4">
            <a:extLst>
              <a:ext uri="{FF2B5EF4-FFF2-40B4-BE49-F238E27FC236}">
                <a16:creationId xmlns:a16="http://schemas.microsoft.com/office/drawing/2014/main" id="{B33C345B-A3F9-4BAB-A3DC-36A13E89E3C4}"/>
              </a:ext>
            </a:extLst>
          </p:cNvPr>
          <p:cNvSpPr>
            <a:spLocks noGrp="1" noChangeArrowheads="1"/>
          </p:cNvSpPr>
          <p:nvPr>
            <p:ph type="dt" sz="quarter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12293" name="Rectangle 5">
            <a:extLst>
              <a:ext uri="{FF2B5EF4-FFF2-40B4-BE49-F238E27FC236}">
                <a16:creationId xmlns:a16="http://schemas.microsoft.com/office/drawing/2014/main" id="{9BBA34C5-4F7E-4702-90A4-65389BA0862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12294" name="Rectangle 6">
            <a:extLst>
              <a:ext uri="{FF2B5EF4-FFF2-40B4-BE49-F238E27FC236}">
                <a16:creationId xmlns:a16="http://schemas.microsoft.com/office/drawing/2014/main" id="{803F0CBD-660D-4AB8-942E-C4D68859D80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97F2549A-B6BD-435E-AD0B-97894B8D9AD0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9A815-FC8C-4751-9F67-E2CBAFA0A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AB1744-CF05-475B-9B7E-C0E32D4B84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642E79-E118-4A95-8759-89AF3D0EC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803429-9EC9-4AE4-8E1C-7190932AF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E875AC-089F-412E-AE89-30E035BB2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3A06E4-E48E-41F4-8746-EC7247A904A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1152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88EC7-17B5-40BB-8507-0B494EECC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8D4EB9-59DE-4652-AE04-67AE29676F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74CCD6-27EC-4138-B922-21D02949F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8F51E-156B-4B2F-AE0E-E81729F1D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DF9B86-776E-47CE-90B0-E447E4F37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F0C108-63DD-4468-866B-C41F1FC4D85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91069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D8907-8731-43B9-B091-C3E2F5761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8568FB-9F76-4763-B276-1AA1ECBD83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657024-DED0-4195-8B7C-3D259C5F02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992790-0FF6-4CCC-85AF-9B0A90EF6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A206A1-C29E-4B9F-BEA5-86E3F3423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724EA4-79CF-433A-8174-81AB2098B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841BFCD-1D36-4F77-9580-D154E26AE82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904871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583DF-0B43-418F-B1B3-9F1FCD54A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2CA4D4-E7C7-4852-B26F-B32E20D5F1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0CFAE0-2C29-4CC0-AFCF-4EE72EF194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AA8CBD-87BC-4274-8758-DE8C7949F3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59939F-85D1-4307-8ED7-70A956D662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D344112-91A6-4F80-9412-1A81CEE4A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6B82A-265F-482E-9818-9C1D9A77D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AA26E6-0766-4E95-A36B-0C9B82EB7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CAC7842-F8E8-4A36-9BB1-D86A7724CCD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31671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BF6A4-BAC5-451C-9E0B-E65194796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9CF63A-CB3B-4558-BB79-8B2200BF70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6F36A3-F165-42E0-BD78-2D08A8B23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8C3BA5-9285-4C66-A35A-F539E41EE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88CC50E-04A0-4F3E-9CBC-02EC29AC5B2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999897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65E146-493B-48DF-BA3A-95917A52E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307CA1-A6BE-4904-9A6E-8EAE29C1D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F823C8-66D5-480C-804F-75D367B72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38A769A-5D7F-4117-AF4A-CE8418F07D9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794387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252FB-27FF-4560-B05E-B931FFE5A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1C767F-7937-4F7F-A4D2-899BA8985A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3D8400-8556-4926-A466-91EE16AE73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62D337-65C4-447B-A15A-D71BE40F9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515260-B305-4F2E-A89B-1E55055EB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2F60FC-B78A-4779-9331-8E784B5EE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2050981-CDA5-4D9C-B8A0-4F26B7AC1FE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346723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BBAB8-932C-4F76-B213-FF26D43D89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C711BD-B896-471B-BBC9-A76D6B5121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27BC98-1827-4B3F-B718-9FF6DB05D6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7C4D60-D522-4F41-B221-564CF6EB6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07F5AC-76EA-4687-88B3-A44877676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3E5FC8-4E38-4C9A-8C1F-696A88534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D87A207-DD6E-4C3E-8152-1DA8D9220B8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844710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E1E7F-AA86-40EF-A1CE-08E2EECC2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24E217-B511-4C96-B1D8-964960133E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4B0A1B-FB25-48D4-8616-835B7527B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E0FDE0-7ADB-4066-8E18-C723A26D9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F03ED0-E29C-46A0-82A9-253EE2C09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B1A12D2-D0F1-4E29-A227-87E2E1E5F7A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078099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F952A9-7BAC-4B80-A39A-BC819B8761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381000"/>
            <a:ext cx="2057400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3FFC8F-9C60-419F-92D3-5CA8E92250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381000"/>
            <a:ext cx="6019800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DF6655-3CAA-42AE-B4F2-00C5F7B62A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54A4AE-A0CB-47BE-A11D-7AC19660D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6BC23D-E50E-4D6D-8F6B-C50901B8E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DB10BAE-5BA9-4CDA-A153-78C0D55ABE1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777075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>
            <a:duotone>
              <a:schemeClr val="bg1"/>
              <a:srgbClr val="FFFFFF"/>
            </a:duotone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EFFD331A-6F08-4A95-88F3-214CC940CC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381000"/>
            <a:ext cx="822960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29569F2E-8624-4055-BF6E-93124A4AF54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1268" name="Rectangle 4">
            <a:extLst>
              <a:ext uri="{FF2B5EF4-FFF2-40B4-BE49-F238E27FC236}">
                <a16:creationId xmlns:a16="http://schemas.microsoft.com/office/drawing/2014/main" id="{8B99D1B8-4463-43BB-8A33-27237026028E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11269" name="Rectangle 5">
            <a:extLst>
              <a:ext uri="{FF2B5EF4-FFF2-40B4-BE49-F238E27FC236}">
                <a16:creationId xmlns:a16="http://schemas.microsoft.com/office/drawing/2014/main" id="{2F8CCA3A-0307-4FDE-A0FC-02A96D8CAC3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11270" name="Rectangle 6">
            <a:extLst>
              <a:ext uri="{FF2B5EF4-FFF2-40B4-BE49-F238E27FC236}">
                <a16:creationId xmlns:a16="http://schemas.microsoft.com/office/drawing/2014/main" id="{D44F1D22-5813-45C7-B1CE-CB1B0AB0782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defRPr>
            </a:lvl1pPr>
          </a:lstStyle>
          <a:p>
            <a:fld id="{B5350C2F-6FCC-4030-9C9A-46B2CF48ED92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4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anose="05000000000000000000" pitchFamily="2" charset="2"/>
        <a:buChar char="n"/>
        <a:defRPr sz="32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5000"/>
        <a:buFont typeface="Wingdings" panose="05000000000000000000" pitchFamily="2" charset="2"/>
        <a:buChar char="n"/>
        <a:defRPr sz="28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anose="05000000000000000000" pitchFamily="2" charset="2"/>
        <a:buChar char="n"/>
        <a:defRPr sz="24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5000"/>
        <a:buFont typeface="Wingdings" panose="05000000000000000000" pitchFamily="2" charset="2"/>
        <a:buChar char="n"/>
        <a:defRPr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anose="05000000000000000000" pitchFamily="2" charset="2"/>
        <a:buChar char="n"/>
        <a:defRPr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3B99B83D-55AC-4A24-8687-4F1B8024F41E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/>
              <a:t>The Priesthood of Christ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E3836619-5428-46DA-B5E5-B739A8DA3DC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/>
              <a:t>Hebrews Chapter Five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B4A9AE41-5591-4258-9536-4ED4A57813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381000"/>
            <a:ext cx="8686800" cy="1371600"/>
          </a:xfrm>
        </p:spPr>
        <p:txBody>
          <a:bodyPr/>
          <a:lstStyle/>
          <a:p>
            <a:r>
              <a:rPr lang="en-US" altLang="en-US" sz="3200" b="1" u="sng"/>
              <a:t>Imperfect Priesthood of Aaron (vs. 1-4).</a:t>
            </a:r>
            <a:br>
              <a:rPr lang="en-US" altLang="en-US" sz="3200"/>
            </a:br>
            <a:endParaRPr lang="en-US" altLang="en-US" sz="3200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2753B3A0-E627-40EF-A7B0-CCD93E86C6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812800" indent="-812800"/>
            <a:r>
              <a:rPr lang="en-US" altLang="en-US"/>
              <a:t>Selected from men (v.1).</a:t>
            </a:r>
          </a:p>
          <a:p>
            <a:pPr marL="812800" indent="-812800"/>
            <a:r>
              <a:rPr lang="en-US" altLang="en-US"/>
              <a:t>Sympathetic because of his own weakness (v.2).</a:t>
            </a:r>
          </a:p>
          <a:p>
            <a:pPr marL="812800" indent="-812800"/>
            <a:r>
              <a:rPr lang="en-US" altLang="en-US"/>
              <a:t>Submits an offering for himself, as well as for the people of Israel (v.3).</a:t>
            </a:r>
          </a:p>
          <a:p>
            <a:pPr marL="812800" indent="-812800"/>
            <a:r>
              <a:rPr lang="en-US" altLang="en-US"/>
              <a:t>Set apart by God (v.4).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F708EF0D-D8FB-4704-A96B-B7B200E32A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117600" indent="-1117600"/>
            <a:r>
              <a:rPr lang="en-US" altLang="en-US" sz="3200" b="1" u="sng"/>
              <a:t>Perfect Priesthood of Christ (vs. 5-10).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D604C593-054E-481E-A709-E807CB04AB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/>
            <a:r>
              <a:rPr lang="en-US" altLang="en-US"/>
              <a:t>Divine appointment (vs. 5-6)</a:t>
            </a:r>
          </a:p>
          <a:p>
            <a:pPr marL="609600" indent="-609600"/>
            <a:r>
              <a:rPr lang="en-US" altLang="en-US"/>
              <a:t>Deliverance (vs. 7-8)</a:t>
            </a:r>
          </a:p>
          <a:p>
            <a:pPr marL="609600" indent="-609600"/>
            <a:r>
              <a:rPr lang="en-US" altLang="en-US"/>
              <a:t>Designer of salvation (vs. 9-10)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77DDD64C-85E0-4A0E-A1EA-25BBE25E40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117600" indent="-1117600"/>
            <a:r>
              <a:rPr lang="en-US" altLang="en-US" sz="3200" b="1" u="sng"/>
              <a:t>Perfecting of the Saints. (vs. 11-14).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02932473-DF39-45BB-9E5C-8FD9D277B9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/>
            <a:r>
              <a:rPr lang="en-US" altLang="en-US"/>
              <a:t>Spiritual ignorance (v. 11)</a:t>
            </a:r>
          </a:p>
          <a:p>
            <a:pPr marL="609600" indent="-609600"/>
            <a:r>
              <a:rPr lang="en-US" altLang="en-US"/>
              <a:t>Spiritual immaturity (vs. 12-13)</a:t>
            </a:r>
          </a:p>
          <a:p>
            <a:pPr marL="609600" indent="-609600"/>
            <a:r>
              <a:rPr lang="en-US" altLang="en-US"/>
              <a:t>Spiritual maturity (v. 14a)</a:t>
            </a:r>
          </a:p>
          <a:p>
            <a:pPr marL="609600" indent="-609600"/>
            <a:r>
              <a:rPr lang="en-US" altLang="en-US"/>
              <a:t>Spiritual discernment (v. 14b)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B97F35A5-93BA-4355-9CF5-274F7C0152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/>
              <a:t>The Priesthood of Christ</a:t>
            </a:r>
            <a:br>
              <a:rPr lang="en-US" altLang="en-US" sz="4000"/>
            </a:br>
            <a:r>
              <a:rPr lang="en-US" altLang="en-US" sz="4000"/>
              <a:t>Hebrews Chapter Five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0E1A3319-1FD7-4397-BB36-B4B704DE37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981200"/>
            <a:ext cx="8686800" cy="4114800"/>
          </a:xfrm>
        </p:spPr>
        <p:txBody>
          <a:bodyPr/>
          <a:lstStyle/>
          <a:p>
            <a:pPr marL="812800" indent="-812800"/>
            <a:r>
              <a:rPr lang="en-US" altLang="en-US" sz="2800" b="1" u="sng"/>
              <a:t>Imperfect Priesthood of Aaron (vs. 1-4).</a:t>
            </a:r>
          </a:p>
          <a:p>
            <a:pPr marL="812800" indent="-812800"/>
            <a:r>
              <a:rPr lang="en-US" altLang="en-US" sz="2800" b="1" u="sng"/>
              <a:t>Perfect Priesthood of Christ (vs. 5-10).</a:t>
            </a:r>
          </a:p>
          <a:p>
            <a:pPr marL="812800" indent="-812800"/>
            <a:r>
              <a:rPr lang="en-US" altLang="en-US" sz="2800" b="1" u="sng"/>
              <a:t>Perfecting of the Saints. (vs. 11-14).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5" grpId="0" build="p"/>
    </p:bldLst>
  </p:timing>
</p:sld>
</file>

<file path=ppt/theme/theme1.xml><?xml version="1.0" encoding="utf-8"?>
<a:theme xmlns:a="http://schemas.openxmlformats.org/drawingml/2006/main" name="Textured">
  <a:themeElements>
    <a:clrScheme name="Textured 5">
      <a:dk1>
        <a:srgbClr val="003366"/>
      </a:dk1>
      <a:lt1>
        <a:srgbClr val="FFFFFF"/>
      </a:lt1>
      <a:dk2>
        <a:srgbClr val="2B5481"/>
      </a:dk2>
      <a:lt2>
        <a:srgbClr val="E5FFFF"/>
      </a:lt2>
      <a:accent1>
        <a:srgbClr val="009999"/>
      </a:accent1>
      <a:accent2>
        <a:srgbClr val="336699"/>
      </a:accent2>
      <a:accent3>
        <a:srgbClr val="ACB3C1"/>
      </a:accent3>
      <a:accent4>
        <a:srgbClr val="DADADA"/>
      </a:accent4>
      <a:accent5>
        <a:srgbClr val="AACACA"/>
      </a:accent5>
      <a:accent6>
        <a:srgbClr val="2D5C8A"/>
      </a:accent6>
      <a:hlink>
        <a:srgbClr val="00CCFF"/>
      </a:hlink>
      <a:folHlink>
        <a:srgbClr val="FFCC00"/>
      </a:folHlink>
    </a:clrScheme>
    <a:fontScheme name="Textured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</a:defRPr>
        </a:defPPr>
      </a:lstStyle>
    </a:lnDef>
  </a:objectDefaults>
  <a:extraClrSchemeLst>
    <a:extraClrScheme>
      <a:clrScheme name="Textured 1">
        <a:dk1>
          <a:srgbClr val="660000"/>
        </a:dk1>
        <a:lt1>
          <a:srgbClr val="FFFFFF"/>
        </a:lt1>
        <a:dk2>
          <a:srgbClr val="800000"/>
        </a:dk2>
        <a:lt2>
          <a:srgbClr val="FFFFCC"/>
        </a:lt2>
        <a:accent1>
          <a:srgbClr val="BE7960"/>
        </a:accent1>
        <a:accent2>
          <a:srgbClr val="CC6600"/>
        </a:accent2>
        <a:accent3>
          <a:srgbClr val="C0AAAA"/>
        </a:accent3>
        <a:accent4>
          <a:srgbClr val="DADADA"/>
        </a:accent4>
        <a:accent5>
          <a:srgbClr val="DBBEB6"/>
        </a:accent5>
        <a:accent6>
          <a:srgbClr val="B95C00"/>
        </a:accent6>
        <a:hlink>
          <a:srgbClr val="FFCC66"/>
        </a:hlink>
        <a:folHlink>
          <a:srgbClr val="CC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xtured 2">
        <a:dk1>
          <a:srgbClr val="003300"/>
        </a:dk1>
        <a:lt1>
          <a:srgbClr val="FFFFFF"/>
        </a:lt1>
        <a:dk2>
          <a:srgbClr val="4D6A2A"/>
        </a:dk2>
        <a:lt2>
          <a:srgbClr val="CCFF99"/>
        </a:lt2>
        <a:accent1>
          <a:srgbClr val="33CC33"/>
        </a:accent1>
        <a:accent2>
          <a:srgbClr val="46562A"/>
        </a:accent2>
        <a:accent3>
          <a:srgbClr val="B2B9AC"/>
        </a:accent3>
        <a:accent4>
          <a:srgbClr val="DADADA"/>
        </a:accent4>
        <a:accent5>
          <a:srgbClr val="ADE2AD"/>
        </a:accent5>
        <a:accent6>
          <a:srgbClr val="3F4D25"/>
        </a:accent6>
        <a:hlink>
          <a:srgbClr val="0099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xtured 3">
        <a:dk1>
          <a:srgbClr val="4E4E74"/>
        </a:dk1>
        <a:lt1>
          <a:srgbClr val="FFFFFF"/>
        </a:lt1>
        <a:dk2>
          <a:srgbClr val="666699"/>
        </a:dk2>
        <a:lt2>
          <a:srgbClr val="FFFFCC"/>
        </a:lt2>
        <a:accent1>
          <a:srgbClr val="5E5884"/>
        </a:accent1>
        <a:accent2>
          <a:srgbClr val="8AB29D"/>
        </a:accent2>
        <a:accent3>
          <a:srgbClr val="B8B8CA"/>
        </a:accent3>
        <a:accent4>
          <a:srgbClr val="DADADA"/>
        </a:accent4>
        <a:accent5>
          <a:srgbClr val="B6B4C2"/>
        </a:accent5>
        <a:accent6>
          <a:srgbClr val="7DA18E"/>
        </a:accent6>
        <a:hlink>
          <a:srgbClr val="FFFF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xtured 4">
        <a:dk1>
          <a:srgbClr val="004E4C"/>
        </a:dk1>
        <a:lt1>
          <a:srgbClr val="FFFFFF"/>
        </a:lt1>
        <a:dk2>
          <a:srgbClr val="006666"/>
        </a:dk2>
        <a:lt2>
          <a:srgbClr val="FFFFCC"/>
        </a:lt2>
        <a:accent1>
          <a:srgbClr val="FFCC00"/>
        </a:accent1>
        <a:accent2>
          <a:srgbClr val="00B0AC"/>
        </a:accent2>
        <a:accent3>
          <a:srgbClr val="AAB8B8"/>
        </a:accent3>
        <a:accent4>
          <a:srgbClr val="DADADA"/>
        </a:accent4>
        <a:accent5>
          <a:srgbClr val="FFE2AA"/>
        </a:accent5>
        <a:accent6>
          <a:srgbClr val="009F9B"/>
        </a:accent6>
        <a:hlink>
          <a:srgbClr val="BA7C3E"/>
        </a:hlink>
        <a:folHlink>
          <a:srgbClr val="724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xtured 5">
        <a:dk1>
          <a:srgbClr val="003366"/>
        </a:dk1>
        <a:lt1>
          <a:srgbClr val="FFFFFF"/>
        </a:lt1>
        <a:dk2>
          <a:srgbClr val="2B5481"/>
        </a:dk2>
        <a:lt2>
          <a:srgbClr val="E5FFFF"/>
        </a:lt2>
        <a:accent1>
          <a:srgbClr val="009999"/>
        </a:accent1>
        <a:accent2>
          <a:srgbClr val="336699"/>
        </a:accent2>
        <a:accent3>
          <a:srgbClr val="ACB3C1"/>
        </a:accent3>
        <a:accent4>
          <a:srgbClr val="DADADA"/>
        </a:accent4>
        <a:accent5>
          <a:srgbClr val="AACACA"/>
        </a:accent5>
        <a:accent6>
          <a:srgbClr val="2D5C8A"/>
        </a:accent6>
        <a:hlink>
          <a:srgbClr val="00CCFF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xtured 6">
        <a:dk1>
          <a:srgbClr val="080808"/>
        </a:dk1>
        <a:lt1>
          <a:srgbClr val="FFFFFF"/>
        </a:lt1>
        <a:dk2>
          <a:srgbClr val="4D4D4D"/>
        </a:dk2>
        <a:lt2>
          <a:srgbClr val="FFFFFF"/>
        </a:lt2>
        <a:accent1>
          <a:srgbClr val="666699"/>
        </a:accent1>
        <a:accent2>
          <a:srgbClr val="3366CC"/>
        </a:accent2>
        <a:accent3>
          <a:srgbClr val="B2B2B2"/>
        </a:accent3>
        <a:accent4>
          <a:srgbClr val="DADADA"/>
        </a:accent4>
        <a:accent5>
          <a:srgbClr val="B8B8CA"/>
        </a:accent5>
        <a:accent6>
          <a:srgbClr val="2D5CB9"/>
        </a:accent6>
        <a:hlink>
          <a:srgbClr val="00CCFF"/>
        </a:hlink>
        <a:folHlink>
          <a:srgbClr val="CC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xtured 7">
        <a:dk1>
          <a:srgbClr val="000000"/>
        </a:dk1>
        <a:lt1>
          <a:srgbClr val="DBDAC2"/>
        </a:lt1>
        <a:dk2>
          <a:srgbClr val="827F4C"/>
        </a:dk2>
        <a:lt2>
          <a:srgbClr val="C0BC94"/>
        </a:lt2>
        <a:accent1>
          <a:srgbClr val="AAA578"/>
        </a:accent1>
        <a:accent2>
          <a:srgbClr val="A2A4AC"/>
        </a:accent2>
        <a:accent3>
          <a:srgbClr val="EAEADD"/>
        </a:accent3>
        <a:accent4>
          <a:srgbClr val="000000"/>
        </a:accent4>
        <a:accent5>
          <a:srgbClr val="D2CFBE"/>
        </a:accent5>
        <a:accent6>
          <a:srgbClr val="92949B"/>
        </a:accent6>
        <a:hlink>
          <a:srgbClr val="5B8800"/>
        </a:hlink>
        <a:folHlink>
          <a:srgbClr val="68653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xtured 8">
        <a:dk1>
          <a:srgbClr val="000000"/>
        </a:dk1>
        <a:lt1>
          <a:srgbClr val="DCE8F4"/>
        </a:lt1>
        <a:dk2>
          <a:srgbClr val="7B9CB5"/>
        </a:dk2>
        <a:lt2>
          <a:srgbClr val="969696"/>
        </a:lt2>
        <a:accent1>
          <a:srgbClr val="FFFFFF"/>
        </a:accent1>
        <a:accent2>
          <a:srgbClr val="00BAB6"/>
        </a:accent2>
        <a:accent3>
          <a:srgbClr val="EBF2F8"/>
        </a:accent3>
        <a:accent4>
          <a:srgbClr val="000000"/>
        </a:accent4>
        <a:accent5>
          <a:srgbClr val="FFFFFF"/>
        </a:accent5>
        <a:accent6>
          <a:srgbClr val="00A8A5"/>
        </a:accent6>
        <a:hlink>
          <a:srgbClr val="8A8AD8"/>
        </a:hlink>
        <a:folHlink>
          <a:srgbClr val="24249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Textured</Template>
  <TotalTime>6</TotalTime>
  <Words>108</Words>
  <Application>Microsoft Office PowerPoint</Application>
  <PresentationFormat>On-screen Show (4:3)</PresentationFormat>
  <Paragraphs>20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Textured</vt:lpstr>
      <vt:lpstr>The Priesthood of Christ </vt:lpstr>
      <vt:lpstr>Imperfect Priesthood of Aaron (vs. 1-4). </vt:lpstr>
      <vt:lpstr>Perfect Priesthood of Christ (vs. 5-10).</vt:lpstr>
      <vt:lpstr>Perfecting of the Saints. (vs. 11-14).</vt:lpstr>
      <vt:lpstr>The Priesthood of Christ Hebrews Chapter Five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Priesthood of Christ </dc:title>
  <dc:creator>JoshMAN</dc:creator>
  <cp:lastModifiedBy>JoshMAN</cp:lastModifiedBy>
  <cp:revision>4</cp:revision>
  <dcterms:created xsi:type="dcterms:W3CDTF">2008-03-12T03:34:29Z</dcterms:created>
  <dcterms:modified xsi:type="dcterms:W3CDTF">2021-11-28T14:34:11Z</dcterms:modified>
</cp:coreProperties>
</file>
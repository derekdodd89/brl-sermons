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B89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CDD3D8"/>
                </a:solidFill>
                <a:latin typeface="Aptos"/>
              </a:rPr>
              <a:t>BRL SERMONS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236208"/>
            <a:ext cx="3246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CDD3D8"/>
                </a:solidFill>
                <a:latin typeface="Aptos"/>
              </a:rPr>
              <a:t>BIBLICAL  •  REFORMED  • 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9875520" cy="1965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THE LAW OF DEATH,
THE GRACE OF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429000"/>
            <a:ext cx="47548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B89145"/>
                </a:solidFill>
                <a:latin typeface="Aptos"/>
              </a:rPr>
              <a:t>Galatians 2:19–21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160520"/>
            <a:ext cx="969264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0">
                <a:solidFill>
                  <a:srgbClr val="F4F0E5"/>
                </a:solidFill>
                <a:latin typeface="Aptos"/>
              </a:rPr>
              <a:t>When we die to sin, and die with Christ in baptism,
then we can live and trust in His grace.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5559552"/>
            <a:ext cx="28346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CDD3D8"/>
                </a:solidFill>
                <a:latin typeface="Aptos"/>
              </a:rPr>
              <a:t>POWERPOINT MOCKUP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B89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CDD3D8"/>
                </a:solidFill>
                <a:latin typeface="Aptos"/>
              </a:rPr>
              <a:t>BRL SERMONS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236208"/>
            <a:ext cx="3246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CDD3D8"/>
                </a:solidFill>
                <a:latin typeface="Aptos"/>
              </a:rPr>
              <a:t>BIBLICAL  •  REFORMED  • 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777240"/>
            <a:ext cx="4754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B89145"/>
                </a:solidFill>
                <a:latin typeface="Aptos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34440"/>
            <a:ext cx="1005840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THE LAW CAN EXPOSE SIN.
IT CANNOT GIVE LIFE.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F4F0E5"/>
                </a:solidFill>
                <a:latin typeface="Aptos"/>
              </a:rPr>
              <a:t>Galatians 2:19–21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Paul moves from law → death → Christ → life → grace.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76472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Righteousness cannot come through the law.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489704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If it could, Christ died for nothing.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B89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CDD3D8"/>
                </a:solidFill>
                <a:latin typeface="Aptos"/>
              </a:rPr>
              <a:t>BRL SERMONS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236208"/>
            <a:ext cx="3246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CDD3D8"/>
                </a:solidFill>
                <a:latin typeface="Aptos"/>
              </a:rPr>
              <a:t>BIBLICAL  •  REFORMED  • 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777240"/>
            <a:ext cx="4754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B89145"/>
                </a:solidFill>
                <a:latin typeface="Aptos"/>
              </a:rPr>
              <a:t>I — GALATIANS 2:19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34440"/>
            <a:ext cx="1005840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I DIED TO THE LAW —
SO I MIGHT LIVE TO GOD.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F4F0E5"/>
                </a:solidFill>
                <a:latin typeface="Aptos"/>
              </a:rPr>
              <a:t>“For I through the law am dead to the law, that I might live unto God.”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The law reveals guilt; it cannot rescue the guilty.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76472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Death to the old master makes a new life possible.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489704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The purpose is not lawlessness — it is life unto God.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B89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CDD3D8"/>
                </a:solidFill>
                <a:latin typeface="Aptos"/>
              </a:rPr>
              <a:t>BRL SERMONS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236208"/>
            <a:ext cx="3246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CDD3D8"/>
                </a:solidFill>
                <a:latin typeface="Aptos"/>
              </a:rPr>
              <a:t>BIBLICAL  •  REFORMED  • 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777240"/>
            <a:ext cx="4754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B89145"/>
                </a:solidFill>
                <a:latin typeface="Aptos"/>
              </a:rPr>
              <a:t>II — GALATIANS 2:20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34440"/>
            <a:ext cx="1005840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CRUCIFIED WITH CHRIST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F4F0E5"/>
                </a:solidFill>
                <a:latin typeface="Aptos"/>
              </a:rPr>
              <a:t>“I am crucified with Christ: nevertheless I live...”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The old life does not get repaired; it dies.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76472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Romans 6 joins Christ’s death and resurrection to baptism.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489704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We die to sin, are buried with Christ, and rise to walk in newness of life.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B89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CDD3D8"/>
                </a:solidFill>
                <a:latin typeface="Aptos"/>
              </a:rPr>
              <a:t>BRL SERMONS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236208"/>
            <a:ext cx="3246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CDD3D8"/>
                </a:solidFill>
                <a:latin typeface="Aptos"/>
              </a:rPr>
              <a:t>BIBLICAL  •  REFORMED  • 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777240"/>
            <a:ext cx="4754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B89145"/>
                </a:solidFill>
                <a:latin typeface="Aptos"/>
              </a:rPr>
              <a:t>II — GALATIANS 2:20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34440"/>
            <a:ext cx="1005840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YET NOT I —
CHRIST LIVETH IN 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F4F0E5"/>
                </a:solidFill>
                <a:latin typeface="Aptos"/>
              </a:rPr>
              <a:t>Galatians 2:20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Christian life is no longer self-directed existence.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76472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The life we now live is lived by faith.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489704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Christ’s love and self-giving become the foundation of our confidence.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B89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CDD3D8"/>
                </a:solidFill>
                <a:latin typeface="Aptos"/>
              </a:rPr>
              <a:t>BRL SERMONS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236208"/>
            <a:ext cx="3246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CDD3D8"/>
                </a:solidFill>
                <a:latin typeface="Aptos"/>
              </a:rPr>
              <a:t>BIBLICAL  •  REFORMED  • 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777240"/>
            <a:ext cx="4754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B89145"/>
                </a:solidFill>
                <a:latin typeface="Aptos"/>
              </a:rPr>
              <a:t>III — GALATIANS 2:21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34440"/>
            <a:ext cx="1005840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DO NOT FRUSTRATE
THE GRACE OF GOD.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F4F0E5"/>
                </a:solidFill>
                <a:latin typeface="Aptos"/>
              </a:rPr>
              <a:t>“I do not frustrate the grace of God...”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Grace is not permission to remain in sin.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76472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Grace rests upon Christ giving Himself for 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489704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If righteousness comes by law, then Christ died in vain.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B89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CDD3D8"/>
                </a:solidFill>
                <a:latin typeface="Aptos"/>
              </a:rPr>
              <a:t>BRL SERMONS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236208"/>
            <a:ext cx="3246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CDD3D8"/>
                </a:solidFill>
                <a:latin typeface="Aptos"/>
              </a:rPr>
              <a:t>BIBLICAL  •  REFORMED  • 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777240"/>
            <a:ext cx="4754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B89145"/>
                </a:solidFill>
                <a:latin typeface="Aptos"/>
              </a:rPr>
              <a:t>BIG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34440"/>
            <a:ext cx="1005840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DEATH → CHRIST → LIFE → GRACE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F4F0E5"/>
                </a:solidFill>
                <a:latin typeface="Aptos"/>
              </a:rPr>
              <a:t>Galatians 2:19–21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Die to sin.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76472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Die with Christ in baptism.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489704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Rise to live with Christ.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02936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Trust in His grace — not our ability to justify ourselves.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B89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CDD3D8"/>
                </a:solidFill>
                <a:latin typeface="Aptos"/>
              </a:rPr>
              <a:t>BRL SERMONS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236208"/>
            <a:ext cx="3246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CDD3D8"/>
                </a:solidFill>
                <a:latin typeface="Aptos"/>
              </a:rPr>
              <a:t>BIBLICAL  •  REFORMED  • 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777240"/>
            <a:ext cx="4754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B89145"/>
                </a:solidFill>
                <a:latin typeface="Aptos"/>
              </a:rPr>
              <a:t>INVITATION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34440"/>
            <a:ext cx="1005840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WILL YOU BE
CRUCIFIED WITH CHRIST?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F4F0E5"/>
                </a:solidFill>
                <a:latin typeface="Aptos"/>
              </a:rPr>
              <a:t>Romans 6:3–4  •  Galatians 3:27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Hear the Word of God and believe in Christ.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76472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Repent of sin and confess Jesus as Lord.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489704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Be baptized into Christ.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02936"/>
            <a:ext cx="9875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Rise to walk faithfully in newness of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